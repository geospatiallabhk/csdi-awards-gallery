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0" d="100"/>
          <a:sy n="50" d="100"/>
        </p:scale>
        <p:origin x="52" y="42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50" b="1" i="0">
                <a:solidFill>
                  <a:srgbClr val="010803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50" b="1" i="0">
                <a:solidFill>
                  <a:srgbClr val="010803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9/18/2025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50" b="1" i="0">
                <a:solidFill>
                  <a:srgbClr val="010803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9/18/2025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9/18/2025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400030" y="274711"/>
            <a:ext cx="2919095" cy="7531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50" b="1" i="0">
                <a:solidFill>
                  <a:srgbClr val="010803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g"/><Relationship Id="rId3" Type="http://schemas.openxmlformats.org/officeDocument/2006/relationships/image" Target="../media/image7.jpg"/><Relationship Id="rId7" Type="http://schemas.openxmlformats.org/officeDocument/2006/relationships/image" Target="../media/image11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jpg"/><Relationship Id="rId11" Type="http://schemas.openxmlformats.org/officeDocument/2006/relationships/image" Target="../media/image15.jpg"/><Relationship Id="rId5" Type="http://schemas.openxmlformats.org/officeDocument/2006/relationships/image" Target="../media/image9.jpg"/><Relationship Id="rId10" Type="http://schemas.openxmlformats.org/officeDocument/2006/relationships/image" Target="../media/image14.jpg"/><Relationship Id="rId4" Type="http://schemas.openxmlformats.org/officeDocument/2006/relationships/image" Target="../media/image8.jpg"/><Relationship Id="rId9" Type="http://schemas.openxmlformats.org/officeDocument/2006/relationships/image" Target="../media/image13.jp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jpg"/><Relationship Id="rId13" Type="http://schemas.openxmlformats.org/officeDocument/2006/relationships/image" Target="../media/image27.jpg"/><Relationship Id="rId3" Type="http://schemas.openxmlformats.org/officeDocument/2006/relationships/image" Target="../media/image17.png"/><Relationship Id="rId7" Type="http://schemas.openxmlformats.org/officeDocument/2006/relationships/image" Target="../media/image21.jpg"/><Relationship Id="rId12" Type="http://schemas.openxmlformats.org/officeDocument/2006/relationships/image" Target="../media/image26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.jpg"/><Relationship Id="rId11" Type="http://schemas.openxmlformats.org/officeDocument/2006/relationships/image" Target="../media/image25.jpg"/><Relationship Id="rId5" Type="http://schemas.openxmlformats.org/officeDocument/2006/relationships/image" Target="../media/image19.jpg"/><Relationship Id="rId10" Type="http://schemas.openxmlformats.org/officeDocument/2006/relationships/image" Target="../media/image24.jpg"/><Relationship Id="rId4" Type="http://schemas.openxmlformats.org/officeDocument/2006/relationships/image" Target="../media/image18.jpg"/><Relationship Id="rId9" Type="http://schemas.openxmlformats.org/officeDocument/2006/relationships/image" Target="../media/image23.jp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jpg"/><Relationship Id="rId3" Type="http://schemas.openxmlformats.org/officeDocument/2006/relationships/image" Target="../media/image29.jpg"/><Relationship Id="rId7" Type="http://schemas.openxmlformats.org/officeDocument/2006/relationships/image" Target="../media/image33.jpg"/><Relationship Id="rId12" Type="http://schemas.openxmlformats.org/officeDocument/2006/relationships/image" Target="../media/image38.jp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jpg"/><Relationship Id="rId11" Type="http://schemas.openxmlformats.org/officeDocument/2006/relationships/image" Target="../media/image37.jpg"/><Relationship Id="rId5" Type="http://schemas.openxmlformats.org/officeDocument/2006/relationships/image" Target="../media/image31.jpg"/><Relationship Id="rId10" Type="http://schemas.openxmlformats.org/officeDocument/2006/relationships/image" Target="../media/image36.jpg"/><Relationship Id="rId4" Type="http://schemas.openxmlformats.org/officeDocument/2006/relationships/image" Target="../media/image30.jpg"/><Relationship Id="rId9" Type="http://schemas.openxmlformats.org/officeDocument/2006/relationships/image" Target="../media/image35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g"/><Relationship Id="rId7" Type="http://schemas.openxmlformats.org/officeDocument/2006/relationships/image" Target="../media/image44.jpg"/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3.jpg"/><Relationship Id="rId5" Type="http://schemas.openxmlformats.org/officeDocument/2006/relationships/image" Target="../media/image42.jpg"/><Relationship Id="rId4" Type="http://schemas.openxmlformats.org/officeDocument/2006/relationships/image" Target="../media/image41.jp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jpg"/><Relationship Id="rId13" Type="http://schemas.openxmlformats.org/officeDocument/2006/relationships/image" Target="../media/image56.jpg"/><Relationship Id="rId18" Type="http://schemas.openxmlformats.org/officeDocument/2006/relationships/image" Target="../media/image61.jpg"/><Relationship Id="rId3" Type="http://schemas.openxmlformats.org/officeDocument/2006/relationships/image" Target="../media/image46.jpg"/><Relationship Id="rId7" Type="http://schemas.openxmlformats.org/officeDocument/2006/relationships/image" Target="../media/image50.jpg"/><Relationship Id="rId12" Type="http://schemas.openxmlformats.org/officeDocument/2006/relationships/image" Target="../media/image55.jpg"/><Relationship Id="rId17" Type="http://schemas.openxmlformats.org/officeDocument/2006/relationships/image" Target="../media/image60.jpg"/><Relationship Id="rId2" Type="http://schemas.openxmlformats.org/officeDocument/2006/relationships/image" Target="../media/image45.jpg"/><Relationship Id="rId16" Type="http://schemas.openxmlformats.org/officeDocument/2006/relationships/image" Target="../media/image59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9.jpg"/><Relationship Id="rId11" Type="http://schemas.openxmlformats.org/officeDocument/2006/relationships/image" Target="../media/image54.jpg"/><Relationship Id="rId5" Type="http://schemas.openxmlformats.org/officeDocument/2006/relationships/image" Target="../media/image48.jpg"/><Relationship Id="rId15" Type="http://schemas.openxmlformats.org/officeDocument/2006/relationships/image" Target="../media/image58.jpg"/><Relationship Id="rId10" Type="http://schemas.openxmlformats.org/officeDocument/2006/relationships/image" Target="../media/image53.jpg"/><Relationship Id="rId19" Type="http://schemas.openxmlformats.org/officeDocument/2006/relationships/image" Target="../media/image62.jpg"/><Relationship Id="rId4" Type="http://schemas.openxmlformats.org/officeDocument/2006/relationships/image" Target="../media/image47.jpg"/><Relationship Id="rId9" Type="http://schemas.openxmlformats.org/officeDocument/2006/relationships/image" Target="../media/image52.png"/><Relationship Id="rId14" Type="http://schemas.openxmlformats.org/officeDocument/2006/relationships/image" Target="../media/image57.jp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jpg"/><Relationship Id="rId3" Type="http://schemas.openxmlformats.org/officeDocument/2006/relationships/image" Target="../media/image64.png"/><Relationship Id="rId7" Type="http://schemas.openxmlformats.org/officeDocument/2006/relationships/image" Target="../media/image68.jpg"/><Relationship Id="rId2" Type="http://schemas.openxmlformats.org/officeDocument/2006/relationships/image" Target="../media/image6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.jpg"/><Relationship Id="rId11" Type="http://schemas.openxmlformats.org/officeDocument/2006/relationships/image" Target="../media/image72.jpg"/><Relationship Id="rId5" Type="http://schemas.openxmlformats.org/officeDocument/2006/relationships/image" Target="../media/image66.jpg"/><Relationship Id="rId10" Type="http://schemas.openxmlformats.org/officeDocument/2006/relationships/image" Target="../media/image71.png"/><Relationship Id="rId4" Type="http://schemas.openxmlformats.org/officeDocument/2006/relationships/image" Target="../media/image65.jpg"/><Relationship Id="rId9" Type="http://schemas.openxmlformats.org/officeDocument/2006/relationships/image" Target="../media/image7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jpg"/><Relationship Id="rId2" Type="http://schemas.openxmlformats.org/officeDocument/2006/relationships/image" Target="../media/image73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jpg"/><Relationship Id="rId2" Type="http://schemas.openxmlformats.org/officeDocument/2006/relationships/image" Target="../media/image75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9.jpg"/><Relationship Id="rId5" Type="http://schemas.openxmlformats.org/officeDocument/2006/relationships/image" Target="../media/image78.jpg"/><Relationship Id="rId4" Type="http://schemas.openxmlformats.org/officeDocument/2006/relationships/image" Target="../media/image77.jp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jpg"/><Relationship Id="rId3" Type="http://schemas.openxmlformats.org/officeDocument/2006/relationships/image" Target="../media/image81.jpg"/><Relationship Id="rId7" Type="http://schemas.openxmlformats.org/officeDocument/2006/relationships/image" Target="../media/image85.jpg"/><Relationship Id="rId2" Type="http://schemas.openxmlformats.org/officeDocument/2006/relationships/image" Target="../media/image80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4.jpg"/><Relationship Id="rId5" Type="http://schemas.openxmlformats.org/officeDocument/2006/relationships/image" Target="../media/image83.jpg"/><Relationship Id="rId4" Type="http://schemas.openxmlformats.org/officeDocument/2006/relationships/image" Target="../media/image82.jp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jpg"/><Relationship Id="rId13" Type="http://schemas.openxmlformats.org/officeDocument/2006/relationships/image" Target="../media/image98.jpg"/><Relationship Id="rId3" Type="http://schemas.openxmlformats.org/officeDocument/2006/relationships/image" Target="../media/image88.jpg"/><Relationship Id="rId7" Type="http://schemas.openxmlformats.org/officeDocument/2006/relationships/image" Target="../media/image92.jpg"/><Relationship Id="rId12" Type="http://schemas.openxmlformats.org/officeDocument/2006/relationships/image" Target="../media/image97.jpg"/><Relationship Id="rId2" Type="http://schemas.openxmlformats.org/officeDocument/2006/relationships/image" Target="../media/image87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1.jpg"/><Relationship Id="rId11" Type="http://schemas.openxmlformats.org/officeDocument/2006/relationships/image" Target="../media/image96.jpg"/><Relationship Id="rId5" Type="http://schemas.openxmlformats.org/officeDocument/2006/relationships/image" Target="../media/image90.jpg"/><Relationship Id="rId10" Type="http://schemas.openxmlformats.org/officeDocument/2006/relationships/image" Target="../media/image95.jpg"/><Relationship Id="rId4" Type="http://schemas.openxmlformats.org/officeDocument/2006/relationships/image" Target="../media/image89.jpg"/><Relationship Id="rId9" Type="http://schemas.openxmlformats.org/officeDocument/2006/relationships/image" Target="../media/image94.jp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jpg"/><Relationship Id="rId13" Type="http://schemas.openxmlformats.org/officeDocument/2006/relationships/image" Target="../media/image110.jpg"/><Relationship Id="rId18" Type="http://schemas.openxmlformats.org/officeDocument/2006/relationships/image" Target="../media/image115.jpg"/><Relationship Id="rId3" Type="http://schemas.openxmlformats.org/officeDocument/2006/relationships/image" Target="../media/image100.jpg"/><Relationship Id="rId21" Type="http://schemas.openxmlformats.org/officeDocument/2006/relationships/image" Target="../media/image118.jpg"/><Relationship Id="rId7" Type="http://schemas.openxmlformats.org/officeDocument/2006/relationships/image" Target="../media/image104.jpg"/><Relationship Id="rId12" Type="http://schemas.openxmlformats.org/officeDocument/2006/relationships/image" Target="../media/image109.jpg"/><Relationship Id="rId17" Type="http://schemas.openxmlformats.org/officeDocument/2006/relationships/image" Target="../media/image114.jpg"/><Relationship Id="rId2" Type="http://schemas.openxmlformats.org/officeDocument/2006/relationships/image" Target="../media/image99.jpg"/><Relationship Id="rId16" Type="http://schemas.openxmlformats.org/officeDocument/2006/relationships/image" Target="../media/image113.jpg"/><Relationship Id="rId20" Type="http://schemas.openxmlformats.org/officeDocument/2006/relationships/image" Target="../media/image11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3.jpg"/><Relationship Id="rId11" Type="http://schemas.openxmlformats.org/officeDocument/2006/relationships/image" Target="../media/image108.jpg"/><Relationship Id="rId5" Type="http://schemas.openxmlformats.org/officeDocument/2006/relationships/image" Target="../media/image102.jpg"/><Relationship Id="rId15" Type="http://schemas.openxmlformats.org/officeDocument/2006/relationships/image" Target="../media/image112.jpg"/><Relationship Id="rId10" Type="http://schemas.openxmlformats.org/officeDocument/2006/relationships/image" Target="../media/image107.jpg"/><Relationship Id="rId19" Type="http://schemas.openxmlformats.org/officeDocument/2006/relationships/image" Target="../media/image116.jpg"/><Relationship Id="rId4" Type="http://schemas.openxmlformats.org/officeDocument/2006/relationships/image" Target="../media/image101.jpg"/><Relationship Id="rId9" Type="http://schemas.openxmlformats.org/officeDocument/2006/relationships/image" Target="../media/image106.jpg"/><Relationship Id="rId14" Type="http://schemas.openxmlformats.org/officeDocument/2006/relationships/image" Target="../media/image111.jpg"/><Relationship Id="rId22" Type="http://schemas.openxmlformats.org/officeDocument/2006/relationships/image" Target="../media/image119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775"/>
            <a:ext cx="18288000" cy="709606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06405" y="7606830"/>
            <a:ext cx="1349938" cy="119969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106284" y="7657880"/>
            <a:ext cx="916940" cy="117416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729751" y="7606830"/>
            <a:ext cx="1375409" cy="89339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455101" y="7504728"/>
            <a:ext cx="1375409" cy="1403898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1016018" y="7530251"/>
            <a:ext cx="0" cy="919480"/>
          </a:xfrm>
          <a:custGeom>
            <a:avLst/>
            <a:gdLst/>
            <a:ahLst/>
            <a:cxnLst/>
            <a:rect l="l" t="t" r="r" b="b"/>
            <a:pathLst>
              <a:path h="919479">
                <a:moveTo>
                  <a:pt x="0" y="918915"/>
                </a:moveTo>
                <a:lnTo>
                  <a:pt x="0" y="0"/>
                </a:lnTo>
              </a:path>
            </a:pathLst>
          </a:custGeom>
          <a:ln w="10188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3346574" y="8244962"/>
            <a:ext cx="0" cy="638175"/>
          </a:xfrm>
          <a:custGeom>
            <a:avLst/>
            <a:gdLst/>
            <a:ahLst/>
            <a:cxnLst/>
            <a:rect l="l" t="t" r="r" b="b"/>
            <a:pathLst>
              <a:path h="638175">
                <a:moveTo>
                  <a:pt x="0" y="638135"/>
                </a:moveTo>
                <a:lnTo>
                  <a:pt x="0" y="0"/>
                </a:lnTo>
              </a:path>
            </a:pathLst>
          </a:custGeom>
          <a:ln w="382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3499397" y="8398115"/>
            <a:ext cx="0" cy="485140"/>
          </a:xfrm>
          <a:custGeom>
            <a:avLst/>
            <a:gdLst/>
            <a:ahLst/>
            <a:cxnLst/>
            <a:rect l="l" t="t" r="r" b="b"/>
            <a:pathLst>
              <a:path h="485140">
                <a:moveTo>
                  <a:pt x="0" y="484983"/>
                </a:moveTo>
                <a:lnTo>
                  <a:pt x="0" y="0"/>
                </a:lnTo>
              </a:path>
            </a:pathLst>
          </a:custGeom>
          <a:ln w="509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737524" y="7594064"/>
            <a:ext cx="687705" cy="0"/>
          </a:xfrm>
          <a:custGeom>
            <a:avLst/>
            <a:gdLst/>
            <a:ahLst/>
            <a:cxnLst/>
            <a:rect l="l" t="t" r="r" b="b"/>
            <a:pathLst>
              <a:path w="687704">
                <a:moveTo>
                  <a:pt x="0" y="0"/>
                </a:moveTo>
                <a:lnTo>
                  <a:pt x="687705" y="0"/>
                </a:lnTo>
              </a:path>
            </a:pathLst>
          </a:custGeom>
          <a:ln w="127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9857107" y="7543014"/>
            <a:ext cx="1248410" cy="0"/>
          </a:xfrm>
          <a:custGeom>
            <a:avLst/>
            <a:gdLst/>
            <a:ahLst/>
            <a:cxnLst/>
            <a:rect l="l" t="t" r="r" b="b"/>
            <a:pathLst>
              <a:path w="1248409">
                <a:moveTo>
                  <a:pt x="0" y="0"/>
                </a:moveTo>
                <a:lnTo>
                  <a:pt x="1248057" y="0"/>
                </a:lnTo>
              </a:path>
            </a:pathLst>
          </a:custGeom>
          <a:ln w="3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0570283" y="8589556"/>
            <a:ext cx="458470" cy="0"/>
          </a:xfrm>
          <a:custGeom>
            <a:avLst/>
            <a:gdLst/>
            <a:ahLst/>
            <a:cxnLst/>
            <a:rect l="l" t="t" r="r" b="b"/>
            <a:pathLst>
              <a:path w="458470">
                <a:moveTo>
                  <a:pt x="0" y="0"/>
                </a:moveTo>
                <a:lnTo>
                  <a:pt x="458470" y="0"/>
                </a:lnTo>
              </a:path>
            </a:pathLst>
          </a:custGeom>
          <a:ln w="51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9806166" y="8627844"/>
            <a:ext cx="458470" cy="0"/>
          </a:xfrm>
          <a:custGeom>
            <a:avLst/>
            <a:gdLst/>
            <a:ahLst/>
            <a:cxnLst/>
            <a:rect l="l" t="t" r="r" b="b"/>
            <a:pathLst>
              <a:path w="458470">
                <a:moveTo>
                  <a:pt x="0" y="0"/>
                </a:moveTo>
                <a:lnTo>
                  <a:pt x="458470" y="0"/>
                </a:lnTo>
              </a:path>
            </a:pathLst>
          </a:custGeom>
          <a:ln w="51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106287" y="8742708"/>
            <a:ext cx="1299210" cy="0"/>
          </a:xfrm>
          <a:custGeom>
            <a:avLst/>
            <a:gdLst/>
            <a:ahLst/>
            <a:cxnLst/>
            <a:rect l="l" t="t" r="r" b="b"/>
            <a:pathLst>
              <a:path w="1299209">
                <a:moveTo>
                  <a:pt x="0" y="0"/>
                </a:moveTo>
                <a:lnTo>
                  <a:pt x="1298998" y="0"/>
                </a:lnTo>
              </a:path>
            </a:pathLst>
          </a:custGeom>
          <a:ln w="765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882462" y="300236"/>
            <a:ext cx="323215" cy="3702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250" spc="-185" dirty="0">
                <a:solidFill>
                  <a:srgbClr val="010A05"/>
                </a:solidFill>
                <a:latin typeface="Arial"/>
                <a:cs typeface="Arial"/>
              </a:rPr>
              <a:t>NJ</a:t>
            </a:r>
            <a:endParaRPr sz="22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14834" y="274711"/>
            <a:ext cx="3596640" cy="7531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350" b="1" spc="65" dirty="0">
                <a:solidFill>
                  <a:srgbClr val="010A05"/>
                </a:solidFill>
                <a:latin typeface="Courier New"/>
                <a:cs typeface="Courier New"/>
              </a:rPr>
              <a:t>'f(CRRB</a:t>
            </a:r>
            <a:r>
              <a:rPr sz="4750" spc="65" dirty="0">
                <a:solidFill>
                  <a:srgbClr val="010A05"/>
                </a:solidFill>
                <a:latin typeface="Arial"/>
                <a:cs typeface="Arial"/>
              </a:rPr>
              <a:t>□</a:t>
            </a:r>
            <a:r>
              <a:rPr sz="3350" b="1" spc="65" dirty="0">
                <a:solidFill>
                  <a:srgbClr val="010A05"/>
                </a:solidFill>
                <a:latin typeface="Courier New"/>
                <a:cs typeface="Courier New"/>
              </a:rPr>
              <a:t>NRUTS</a:t>
            </a:r>
            <a:endParaRPr sz="335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2573841" y="395958"/>
            <a:ext cx="4815205" cy="5156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300" b="1" spc="240" dirty="0">
                <a:solidFill>
                  <a:srgbClr val="010A05"/>
                </a:solidFill>
                <a:latin typeface="Arial"/>
                <a:cs typeface="Arial"/>
              </a:rPr>
              <a:t>Phase</a:t>
            </a:r>
            <a:r>
              <a:rPr sz="2300" b="1" spc="285" dirty="0">
                <a:solidFill>
                  <a:srgbClr val="010A05"/>
                </a:solidFill>
                <a:latin typeface="Arial"/>
                <a:cs typeface="Arial"/>
              </a:rPr>
              <a:t> </a:t>
            </a:r>
            <a:r>
              <a:rPr sz="2300" b="1" spc="229" dirty="0">
                <a:solidFill>
                  <a:srgbClr val="010A05"/>
                </a:solidFill>
                <a:latin typeface="Arial"/>
                <a:cs typeface="Arial"/>
              </a:rPr>
              <a:t>2</a:t>
            </a:r>
            <a:r>
              <a:rPr sz="2300" b="1" spc="300" dirty="0">
                <a:solidFill>
                  <a:srgbClr val="010A05"/>
                </a:solidFill>
                <a:latin typeface="Arial"/>
                <a:cs typeface="Arial"/>
              </a:rPr>
              <a:t> </a:t>
            </a:r>
            <a:r>
              <a:rPr sz="3200" b="1" spc="50" dirty="0">
                <a:solidFill>
                  <a:srgbClr val="010A05"/>
                </a:solidFill>
                <a:latin typeface="Arial"/>
                <a:cs typeface="Arial"/>
              </a:rPr>
              <a:t>I</a:t>
            </a:r>
            <a:r>
              <a:rPr sz="3200" b="1" spc="-175" dirty="0">
                <a:solidFill>
                  <a:srgbClr val="010A05"/>
                </a:solidFill>
                <a:latin typeface="Arial"/>
                <a:cs typeface="Arial"/>
              </a:rPr>
              <a:t> </a:t>
            </a:r>
            <a:r>
              <a:rPr sz="2300" b="1" spc="250" dirty="0">
                <a:solidFill>
                  <a:srgbClr val="010A05"/>
                </a:solidFill>
                <a:latin typeface="Arial"/>
                <a:cs typeface="Arial"/>
              </a:rPr>
              <a:t>Presentation</a:t>
            </a:r>
            <a:r>
              <a:rPr sz="2300" b="1" spc="280" dirty="0">
                <a:solidFill>
                  <a:srgbClr val="010A05"/>
                </a:solidFill>
                <a:latin typeface="Arial"/>
                <a:cs typeface="Arial"/>
              </a:rPr>
              <a:t> </a:t>
            </a:r>
            <a:r>
              <a:rPr sz="2300" b="1" spc="275" dirty="0">
                <a:solidFill>
                  <a:srgbClr val="010A05"/>
                </a:solidFill>
                <a:latin typeface="Arial"/>
                <a:cs typeface="Arial"/>
              </a:rPr>
              <a:t>Deck</a:t>
            </a:r>
            <a:endParaRPr sz="23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324451" y="8091875"/>
            <a:ext cx="208279" cy="9137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800" spc="-175" dirty="0">
                <a:solidFill>
                  <a:srgbClr val="59873B"/>
                </a:solidFill>
                <a:latin typeface="Arial"/>
                <a:cs typeface="Arial"/>
              </a:rPr>
              <a:t>I</a:t>
            </a:r>
            <a:endParaRPr sz="58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432367" y="7913132"/>
            <a:ext cx="726440" cy="0"/>
          </a:xfrm>
          <a:custGeom>
            <a:avLst/>
            <a:gdLst/>
            <a:ahLst/>
            <a:cxnLst/>
            <a:rect l="l" t="t" r="r" b="b"/>
            <a:pathLst>
              <a:path w="726440">
                <a:moveTo>
                  <a:pt x="0" y="0"/>
                </a:moveTo>
                <a:lnTo>
                  <a:pt x="725911" y="0"/>
                </a:lnTo>
              </a:path>
            </a:pathLst>
          </a:custGeom>
          <a:ln w="12762">
            <a:solidFill>
              <a:srgbClr val="38574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7373143" y="7728139"/>
            <a:ext cx="349250" cy="5384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025" spc="-1485" baseline="-3316" dirty="0">
                <a:solidFill>
                  <a:srgbClr val="545E59"/>
                </a:solidFill>
                <a:latin typeface="Arial"/>
                <a:cs typeface="Arial"/>
              </a:rPr>
              <a:t>.</a:t>
            </a:r>
            <a:r>
              <a:rPr sz="1600" spc="-210" dirty="0">
                <a:solidFill>
                  <a:srgbClr val="385749"/>
                </a:solidFill>
                <a:latin typeface="Courier New"/>
                <a:cs typeface="Courier New"/>
              </a:rPr>
              <a:t>•</a:t>
            </a:r>
            <a:r>
              <a:rPr sz="5025" spc="-1297" baseline="-3316" dirty="0">
                <a:solidFill>
                  <a:srgbClr val="545E59"/>
                </a:solidFill>
                <a:latin typeface="Arial"/>
                <a:cs typeface="Arial"/>
              </a:rPr>
              <a:t>.</a:t>
            </a:r>
            <a:r>
              <a:rPr sz="1600" spc="-325" dirty="0">
                <a:solidFill>
                  <a:srgbClr val="385749"/>
                </a:solidFill>
                <a:latin typeface="Courier New"/>
                <a:cs typeface="Courier New"/>
              </a:rPr>
              <a:t>•</a:t>
            </a:r>
            <a:r>
              <a:rPr sz="5025" spc="-1110" baseline="-3316" dirty="0">
                <a:solidFill>
                  <a:srgbClr val="545E59"/>
                </a:solidFill>
                <a:latin typeface="Arial"/>
                <a:cs typeface="Arial"/>
              </a:rPr>
              <a:t>.</a:t>
            </a:r>
            <a:r>
              <a:rPr sz="1600" spc="-75" dirty="0">
                <a:solidFill>
                  <a:srgbClr val="607569"/>
                </a:solidFill>
                <a:latin typeface="Courier New"/>
                <a:cs typeface="Courier New"/>
              </a:rPr>
              <a:t>•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311886" y="8283316"/>
            <a:ext cx="354965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600" spc="-850" dirty="0">
                <a:solidFill>
                  <a:srgbClr val="385749"/>
                </a:solidFill>
                <a:latin typeface="Courier New"/>
                <a:cs typeface="Courier New"/>
              </a:rPr>
              <a:t>•</a:t>
            </a:r>
            <a:r>
              <a:rPr sz="2025" spc="-97" baseline="24691" dirty="0">
                <a:solidFill>
                  <a:srgbClr val="385749"/>
                </a:solidFill>
                <a:latin typeface="Arial"/>
                <a:cs typeface="Arial"/>
              </a:rPr>
              <a:t>•</a:t>
            </a:r>
            <a:r>
              <a:rPr sz="1600" spc="-175" dirty="0">
                <a:solidFill>
                  <a:srgbClr val="385749"/>
                </a:solidFill>
                <a:latin typeface="Courier New"/>
                <a:cs typeface="Courier New"/>
              </a:rPr>
              <a:t>••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303711" y="8359892"/>
            <a:ext cx="391160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400" spc="-855" dirty="0">
                <a:solidFill>
                  <a:srgbClr val="607569"/>
                </a:solidFill>
                <a:latin typeface="Courier New"/>
                <a:cs typeface="Courier New"/>
              </a:rPr>
              <a:t>•</a:t>
            </a:r>
            <a:r>
              <a:rPr sz="2400" spc="-120" baseline="-24305" dirty="0">
                <a:solidFill>
                  <a:srgbClr val="385749"/>
                </a:solidFill>
                <a:latin typeface="Courier New"/>
                <a:cs typeface="Courier New"/>
              </a:rPr>
              <a:t>•</a:t>
            </a:r>
            <a:r>
              <a:rPr sz="2400" spc="-1500" baseline="-24305" dirty="0">
                <a:solidFill>
                  <a:srgbClr val="385749"/>
                </a:solidFill>
                <a:latin typeface="Courier New"/>
                <a:cs typeface="Courier New"/>
              </a:rPr>
              <a:t>•</a:t>
            </a:r>
            <a:r>
              <a:rPr sz="1400" spc="-200" dirty="0">
                <a:solidFill>
                  <a:srgbClr val="607569"/>
                </a:solidFill>
                <a:latin typeface="Courier New"/>
                <a:cs typeface="Courier New"/>
              </a:rPr>
              <a:t>•</a:t>
            </a:r>
            <a:r>
              <a:rPr sz="2400" spc="-1312" baseline="-24305" dirty="0">
                <a:solidFill>
                  <a:srgbClr val="385749"/>
                </a:solidFill>
                <a:latin typeface="Courier New"/>
                <a:cs typeface="Courier New"/>
              </a:rPr>
              <a:t>•</a:t>
            </a:r>
            <a:r>
              <a:rPr sz="1400" spc="-70" dirty="0">
                <a:solidFill>
                  <a:srgbClr val="385749"/>
                </a:solidFill>
                <a:latin typeface="Courier New"/>
                <a:cs typeface="Courier New"/>
              </a:rPr>
              <a:t>•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-26536" y="7943829"/>
            <a:ext cx="9370695" cy="2092960"/>
          </a:xfrm>
          <a:prstGeom prst="rect">
            <a:avLst/>
          </a:prstGeom>
        </p:spPr>
        <p:txBody>
          <a:bodyPr vert="horz" wrap="square" lIns="0" tIns="164465" rIns="0" bIns="0" rtlCol="0">
            <a:spAutoFit/>
          </a:bodyPr>
          <a:lstStyle/>
          <a:p>
            <a:pPr marR="154305" algn="r">
              <a:lnSpc>
                <a:spcPct val="100000"/>
              </a:lnSpc>
              <a:spcBef>
                <a:spcPts val="1295"/>
              </a:spcBef>
            </a:pPr>
            <a:r>
              <a:rPr sz="5800" spc="-175" dirty="0">
                <a:solidFill>
                  <a:srgbClr val="59873B"/>
                </a:solidFill>
                <a:latin typeface="Arial"/>
                <a:cs typeface="Arial"/>
              </a:rPr>
              <a:t>I</a:t>
            </a:r>
            <a:endParaRPr sz="5800">
              <a:latin typeface="Arial"/>
              <a:cs typeface="Arial"/>
            </a:endParaRPr>
          </a:p>
          <a:p>
            <a:pPr marL="3976370">
              <a:lnSpc>
                <a:spcPct val="100000"/>
              </a:lnSpc>
              <a:spcBef>
                <a:spcPts val="355"/>
              </a:spcBef>
              <a:tabLst>
                <a:tab pos="6931659" algn="l"/>
              </a:tabLst>
            </a:pPr>
            <a:r>
              <a:rPr sz="1700" spc="290" dirty="0">
                <a:solidFill>
                  <a:srgbClr val="545E59"/>
                </a:solidFill>
                <a:latin typeface="Arial"/>
                <a:cs typeface="Arial"/>
              </a:rPr>
              <a:t>Carbon</a:t>
            </a:r>
            <a:r>
              <a:rPr sz="1700" spc="40" dirty="0">
                <a:solidFill>
                  <a:srgbClr val="545E59"/>
                </a:solidFill>
                <a:latin typeface="Arial"/>
                <a:cs typeface="Arial"/>
              </a:rPr>
              <a:t> </a:t>
            </a:r>
            <a:r>
              <a:rPr sz="1700" spc="250" dirty="0">
                <a:solidFill>
                  <a:srgbClr val="545E59"/>
                </a:solidFill>
                <a:latin typeface="Arial"/>
                <a:cs typeface="Arial"/>
              </a:rPr>
              <a:t>Neutrality</a:t>
            </a:r>
            <a:r>
              <a:rPr sz="1700" dirty="0">
                <a:solidFill>
                  <a:srgbClr val="545E59"/>
                </a:solidFill>
                <a:latin typeface="Arial"/>
                <a:cs typeface="Arial"/>
              </a:rPr>
              <a:t>	</a:t>
            </a:r>
            <a:r>
              <a:rPr sz="1700" spc="250" dirty="0">
                <a:solidFill>
                  <a:srgbClr val="545E59"/>
                </a:solidFill>
                <a:latin typeface="Arial"/>
                <a:cs typeface="Arial"/>
              </a:rPr>
              <a:t>Sustainability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tabLst>
                <a:tab pos="7486650" algn="l"/>
                <a:tab pos="8863330" algn="l"/>
              </a:tabLst>
            </a:pPr>
            <a:r>
              <a:rPr sz="2050" spc="-120" dirty="0">
                <a:solidFill>
                  <a:srgbClr val="607569"/>
                </a:solidFill>
                <a:latin typeface="Arial"/>
                <a:cs typeface="Arial"/>
              </a:rPr>
              <a:t>•</a:t>
            </a:r>
            <a:r>
              <a:rPr sz="2050" spc="-120" dirty="0">
                <a:solidFill>
                  <a:srgbClr val="385749"/>
                </a:solidFill>
                <a:latin typeface="Arial"/>
                <a:cs typeface="Arial"/>
              </a:rPr>
              <a:t>·</a:t>
            </a:r>
            <a:r>
              <a:rPr sz="2050" spc="-120" dirty="0">
                <a:solidFill>
                  <a:srgbClr val="545E59"/>
                </a:solidFill>
                <a:latin typeface="Arial"/>
                <a:cs typeface="Arial"/>
              </a:rPr>
              <a:t>·</a:t>
            </a:r>
            <a:r>
              <a:rPr sz="2050" spc="-120" dirty="0">
                <a:solidFill>
                  <a:srgbClr val="385749"/>
                </a:solidFill>
                <a:latin typeface="Arial"/>
                <a:cs typeface="Arial"/>
              </a:rPr>
              <a:t>···</a:t>
            </a:r>
            <a:r>
              <a:rPr sz="2050" spc="-120" dirty="0">
                <a:solidFill>
                  <a:srgbClr val="545E59"/>
                </a:solidFill>
                <a:latin typeface="Arial"/>
                <a:cs typeface="Arial"/>
              </a:rPr>
              <a:t>··</a:t>
            </a:r>
            <a:r>
              <a:rPr sz="2050" spc="-120" dirty="0">
                <a:solidFill>
                  <a:srgbClr val="282D2D"/>
                </a:solidFill>
                <a:latin typeface="Arial"/>
                <a:cs typeface="Arial"/>
              </a:rPr>
              <a:t>Team</a:t>
            </a:r>
            <a:r>
              <a:rPr sz="2050" spc="-55" dirty="0">
                <a:solidFill>
                  <a:srgbClr val="282D2D"/>
                </a:solidFill>
                <a:latin typeface="Arial"/>
                <a:cs typeface="Arial"/>
              </a:rPr>
              <a:t> </a:t>
            </a:r>
            <a:r>
              <a:rPr sz="2050" spc="65" dirty="0">
                <a:solidFill>
                  <a:srgbClr val="282D2D"/>
                </a:solidFill>
                <a:latin typeface="Arial"/>
                <a:cs typeface="Arial"/>
              </a:rPr>
              <a:t>No.1194F</a:t>
            </a:r>
            <a:r>
              <a:rPr sz="2050" spc="-270" dirty="0">
                <a:solidFill>
                  <a:srgbClr val="282D2D"/>
                </a:solidFill>
                <a:latin typeface="Arial"/>
                <a:cs typeface="Arial"/>
              </a:rPr>
              <a:t> </a:t>
            </a:r>
            <a:r>
              <a:rPr sz="2050" spc="-70" dirty="0">
                <a:solidFill>
                  <a:srgbClr val="385749"/>
                </a:solidFill>
                <a:latin typeface="Arial"/>
                <a:cs typeface="Arial"/>
              </a:rPr>
              <a:t>•······························································</a:t>
            </a:r>
            <a:r>
              <a:rPr sz="2050" dirty="0">
                <a:solidFill>
                  <a:srgbClr val="385749"/>
                </a:solidFill>
                <a:latin typeface="Arial"/>
                <a:cs typeface="Arial"/>
              </a:rPr>
              <a:t>	</a:t>
            </a:r>
            <a:r>
              <a:rPr sz="2500" b="1" dirty="0">
                <a:solidFill>
                  <a:srgbClr val="385749"/>
                </a:solidFill>
                <a:latin typeface="Arial"/>
                <a:cs typeface="Arial"/>
              </a:rPr>
              <a:t>G</a:t>
            </a:r>
            <a:r>
              <a:rPr sz="2500" b="1" spc="60" dirty="0">
                <a:solidFill>
                  <a:srgbClr val="385749"/>
                </a:solidFill>
                <a:latin typeface="Arial"/>
                <a:cs typeface="Arial"/>
              </a:rPr>
              <a:t> </a:t>
            </a:r>
            <a:r>
              <a:rPr sz="2700" b="1" dirty="0">
                <a:solidFill>
                  <a:srgbClr val="385749"/>
                </a:solidFill>
                <a:latin typeface="Times New Roman"/>
                <a:cs typeface="Times New Roman"/>
              </a:rPr>
              <a:t>a</a:t>
            </a:r>
            <a:r>
              <a:rPr sz="2700" b="1" spc="35" dirty="0">
                <a:solidFill>
                  <a:srgbClr val="385749"/>
                </a:solidFill>
                <a:latin typeface="Times New Roman"/>
                <a:cs typeface="Times New Roman"/>
              </a:rPr>
              <a:t> </a:t>
            </a:r>
            <a:r>
              <a:rPr sz="2700" b="1" spc="-270" dirty="0">
                <a:solidFill>
                  <a:srgbClr val="385749"/>
                </a:solidFill>
                <a:latin typeface="Times New Roman"/>
                <a:cs typeface="Times New Roman"/>
              </a:rPr>
              <a:t>m</a:t>
            </a:r>
            <a:r>
              <a:rPr sz="2700" b="1" spc="125" dirty="0">
                <a:solidFill>
                  <a:srgbClr val="385749"/>
                </a:solidFill>
                <a:latin typeface="Times New Roman"/>
                <a:cs typeface="Times New Roman"/>
              </a:rPr>
              <a:t> </a:t>
            </a:r>
            <a:r>
              <a:rPr sz="2500" b="1" spc="-50" dirty="0">
                <a:solidFill>
                  <a:srgbClr val="385749"/>
                </a:solidFill>
                <a:latin typeface="Arial"/>
                <a:cs typeface="Arial"/>
              </a:rPr>
              <a:t>e</a:t>
            </a:r>
            <a:r>
              <a:rPr sz="2500" b="1" dirty="0">
                <a:solidFill>
                  <a:srgbClr val="385749"/>
                </a:solidFill>
                <a:latin typeface="Arial"/>
                <a:cs typeface="Arial"/>
              </a:rPr>
              <a:t>	O</a:t>
            </a:r>
            <a:r>
              <a:rPr sz="2500" b="1" spc="-110" dirty="0">
                <a:solidFill>
                  <a:srgbClr val="385749"/>
                </a:solidFill>
                <a:latin typeface="Arial"/>
                <a:cs typeface="Arial"/>
              </a:rPr>
              <a:t> </a:t>
            </a:r>
            <a:r>
              <a:rPr sz="2500" b="1" spc="-120" dirty="0">
                <a:solidFill>
                  <a:srgbClr val="385749"/>
                </a:solidFill>
                <a:latin typeface="Arial"/>
                <a:cs typeface="Arial"/>
              </a:rPr>
              <a:t>n</a:t>
            </a:r>
            <a:endParaRPr sz="2500">
              <a:latin typeface="Arial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9899274" y="8806522"/>
            <a:ext cx="51435" cy="0"/>
          </a:xfrm>
          <a:custGeom>
            <a:avLst/>
            <a:gdLst/>
            <a:ahLst/>
            <a:cxnLst/>
            <a:rect l="l" t="t" r="r" b="b"/>
            <a:pathLst>
              <a:path w="51434">
                <a:moveTo>
                  <a:pt x="0" y="0"/>
                </a:moveTo>
                <a:lnTo>
                  <a:pt x="50941" y="0"/>
                </a:lnTo>
              </a:path>
            </a:pathLst>
          </a:custGeom>
          <a:ln w="12762">
            <a:solidFill>
              <a:srgbClr val="60756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9886571" y="8627909"/>
            <a:ext cx="77470" cy="224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00" spc="-50" dirty="0">
                <a:solidFill>
                  <a:srgbClr val="607569"/>
                </a:solidFill>
                <a:latin typeface="Arial"/>
                <a:cs typeface="Arial"/>
              </a:rPr>
              <a:t>•</a:t>
            </a:r>
            <a:endParaRPr sz="13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0637615" y="8583239"/>
            <a:ext cx="79375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u="heavy" spc="-55" dirty="0">
                <a:solidFill>
                  <a:srgbClr val="607569"/>
                </a:solidFill>
                <a:uFill>
                  <a:solidFill>
                    <a:srgbClr val="607569"/>
                  </a:solidFill>
                </a:uFill>
                <a:latin typeface="Arial"/>
                <a:cs typeface="Arial"/>
              </a:rPr>
              <a:t>•</a:t>
            </a:r>
            <a:endParaRPr sz="135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9350505" y="8875506"/>
            <a:ext cx="2225675" cy="5873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53085" marR="5080" indent="-541020">
              <a:lnSpc>
                <a:spcPct val="108400"/>
              </a:lnSpc>
              <a:spcBef>
                <a:spcPts val="95"/>
              </a:spcBef>
            </a:pPr>
            <a:r>
              <a:rPr sz="1700" spc="265" dirty="0">
                <a:solidFill>
                  <a:srgbClr val="545E59"/>
                </a:solidFill>
                <a:latin typeface="Arial"/>
                <a:cs typeface="Arial"/>
              </a:rPr>
              <a:t>Smart,</a:t>
            </a:r>
            <a:r>
              <a:rPr sz="1700" spc="-85" dirty="0">
                <a:solidFill>
                  <a:srgbClr val="545E59"/>
                </a:solidFill>
                <a:latin typeface="Arial"/>
                <a:cs typeface="Arial"/>
              </a:rPr>
              <a:t> </a:t>
            </a:r>
            <a:r>
              <a:rPr sz="1700" spc="270" dirty="0">
                <a:solidFill>
                  <a:srgbClr val="545E59"/>
                </a:solidFill>
                <a:latin typeface="Arial"/>
                <a:cs typeface="Arial"/>
              </a:rPr>
              <a:t>Green</a:t>
            </a:r>
            <a:r>
              <a:rPr sz="1700" spc="70" dirty="0">
                <a:solidFill>
                  <a:srgbClr val="545E59"/>
                </a:solidFill>
                <a:latin typeface="Arial"/>
                <a:cs typeface="Arial"/>
              </a:rPr>
              <a:t> </a:t>
            </a:r>
            <a:r>
              <a:rPr sz="1700" spc="240" dirty="0">
                <a:solidFill>
                  <a:srgbClr val="545E59"/>
                </a:solidFill>
                <a:latin typeface="Arial"/>
                <a:cs typeface="Arial"/>
              </a:rPr>
              <a:t>and </a:t>
            </a:r>
            <a:r>
              <a:rPr sz="1700" spc="220" dirty="0">
                <a:solidFill>
                  <a:srgbClr val="545E59"/>
                </a:solidFill>
                <a:latin typeface="Arial"/>
                <a:cs typeface="Arial"/>
              </a:rPr>
              <a:t>Resilient</a:t>
            </a:r>
            <a:endParaRPr sz="17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1680080" y="8028062"/>
            <a:ext cx="208279" cy="9906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6300" spc="-315" dirty="0">
                <a:solidFill>
                  <a:srgbClr val="59873B"/>
                </a:solidFill>
                <a:latin typeface="Arial"/>
                <a:cs typeface="Arial"/>
              </a:rPr>
              <a:t>I</a:t>
            </a:r>
            <a:endParaRPr sz="63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2371413" y="7977010"/>
            <a:ext cx="624205" cy="5924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381000" algn="l"/>
              </a:tabLst>
            </a:pPr>
            <a:r>
              <a:rPr sz="2650" spc="-50" dirty="0">
                <a:solidFill>
                  <a:srgbClr val="607569"/>
                </a:solidFill>
                <a:latin typeface="Arial"/>
                <a:cs typeface="Arial"/>
              </a:rPr>
              <a:t>'</a:t>
            </a:r>
            <a:r>
              <a:rPr sz="2650" dirty="0">
                <a:solidFill>
                  <a:srgbClr val="607569"/>
                </a:solidFill>
                <a:latin typeface="Arial"/>
                <a:cs typeface="Arial"/>
              </a:rPr>
              <a:t>	</a:t>
            </a:r>
            <a:r>
              <a:rPr sz="3700" spc="-350" dirty="0">
                <a:solidFill>
                  <a:srgbClr val="385749"/>
                </a:solidFill>
                <a:latin typeface="Times New Roman"/>
                <a:cs typeface="Times New Roman"/>
              </a:rPr>
              <a:t>...</a:t>
            </a:r>
            <a:endParaRPr sz="37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2428535" y="8245028"/>
            <a:ext cx="82550" cy="4083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500" spc="-35" dirty="0">
                <a:solidFill>
                  <a:srgbClr val="545E59"/>
                </a:solidFill>
                <a:latin typeface="Arial"/>
                <a:cs typeface="Arial"/>
              </a:rPr>
              <a:t>'</a:t>
            </a:r>
            <a:endParaRPr sz="25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2740068" y="8053588"/>
            <a:ext cx="255270" cy="6381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700" spc="-875" dirty="0">
                <a:solidFill>
                  <a:srgbClr val="545E59"/>
                </a:solidFill>
                <a:latin typeface="Times New Roman"/>
                <a:cs typeface="Times New Roman"/>
              </a:rPr>
              <a:t>.</a:t>
            </a:r>
            <a:r>
              <a:rPr sz="4575" spc="-630" baseline="-3642" dirty="0">
                <a:solidFill>
                  <a:srgbClr val="545E59"/>
                </a:solidFill>
                <a:latin typeface="Times New Roman"/>
                <a:cs typeface="Times New Roman"/>
              </a:rPr>
              <a:t>.</a:t>
            </a:r>
            <a:r>
              <a:rPr sz="6000" spc="-1485" baseline="-2777" dirty="0">
                <a:solidFill>
                  <a:srgbClr val="385749"/>
                </a:solidFill>
                <a:latin typeface="Times New Roman"/>
                <a:cs typeface="Times New Roman"/>
              </a:rPr>
              <a:t>.</a:t>
            </a:r>
            <a:r>
              <a:rPr sz="3700" spc="-235" dirty="0">
                <a:solidFill>
                  <a:srgbClr val="545E59"/>
                </a:solidFill>
                <a:latin typeface="Times New Roman"/>
                <a:cs typeface="Times New Roman"/>
              </a:rPr>
              <a:t>.</a:t>
            </a:r>
            <a:r>
              <a:rPr sz="6000" spc="-1664" baseline="-2777" dirty="0">
                <a:solidFill>
                  <a:srgbClr val="385749"/>
                </a:solidFill>
                <a:latin typeface="Times New Roman"/>
                <a:cs typeface="Times New Roman"/>
              </a:rPr>
              <a:t>.</a:t>
            </a:r>
            <a:r>
              <a:rPr sz="3700" spc="-165" dirty="0">
                <a:solidFill>
                  <a:srgbClr val="545E59"/>
                </a:solidFill>
                <a:latin typeface="Times New Roman"/>
                <a:cs typeface="Times New Roman"/>
              </a:rPr>
              <a:t>.</a:t>
            </a:r>
            <a:endParaRPr sz="37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2546900" y="8206739"/>
            <a:ext cx="385445" cy="6845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201930" algn="l"/>
              </a:tabLst>
            </a:pPr>
            <a:r>
              <a:rPr sz="2100" spc="-50" dirty="0">
                <a:solidFill>
                  <a:srgbClr val="545E59"/>
                </a:solidFill>
                <a:latin typeface="Arial"/>
                <a:cs typeface="Arial"/>
              </a:rPr>
              <a:t>'</a:t>
            </a:r>
            <a:r>
              <a:rPr sz="2100" dirty="0">
                <a:solidFill>
                  <a:srgbClr val="545E59"/>
                </a:solidFill>
                <a:latin typeface="Arial"/>
                <a:cs typeface="Arial"/>
              </a:rPr>
              <a:t>	</a:t>
            </a:r>
            <a:r>
              <a:rPr sz="4300" spc="-360" dirty="0">
                <a:solidFill>
                  <a:srgbClr val="385749"/>
                </a:solidFill>
                <a:latin typeface="Arial"/>
                <a:cs typeface="Arial"/>
              </a:rPr>
              <a:t>.</a:t>
            </a:r>
            <a:r>
              <a:rPr sz="1900" spc="-360" dirty="0">
                <a:solidFill>
                  <a:srgbClr val="545E59"/>
                </a:solidFill>
                <a:latin typeface="Arial"/>
                <a:cs typeface="Arial"/>
              </a:rPr>
              <a:t>"</a:t>
            </a:r>
            <a:endParaRPr sz="1900">
              <a:latin typeface="Arial"/>
              <a:cs typeface="Arial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12750054" y="8780996"/>
            <a:ext cx="178435" cy="0"/>
          </a:xfrm>
          <a:custGeom>
            <a:avLst/>
            <a:gdLst/>
            <a:ahLst/>
            <a:cxnLst/>
            <a:rect l="l" t="t" r="r" b="b"/>
            <a:pathLst>
              <a:path w="178434">
                <a:moveTo>
                  <a:pt x="0" y="0"/>
                </a:moveTo>
                <a:lnTo>
                  <a:pt x="178293" y="0"/>
                </a:lnTo>
              </a:path>
            </a:pathLst>
          </a:custGeom>
          <a:ln w="12762">
            <a:solidFill>
              <a:srgbClr val="38574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12737350" y="8257791"/>
            <a:ext cx="254635" cy="6381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000" spc="-425" dirty="0">
                <a:solidFill>
                  <a:srgbClr val="385749"/>
                </a:solidFill>
                <a:latin typeface="Times New Roman"/>
                <a:cs typeface="Times New Roman"/>
              </a:rPr>
              <a:t>...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3732650" y="8270554"/>
            <a:ext cx="51435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i="1" spc="-135" dirty="0">
                <a:solidFill>
                  <a:srgbClr val="545E59"/>
                </a:solidFill>
                <a:latin typeface="Times New Roman"/>
                <a:cs typeface="Times New Roman"/>
              </a:rPr>
              <a:t>I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3310196" y="8359892"/>
            <a:ext cx="467359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400" spc="-1357" baseline="-31250" dirty="0">
                <a:solidFill>
                  <a:srgbClr val="607569"/>
                </a:solidFill>
                <a:latin typeface="Courier New"/>
                <a:cs typeface="Courier New"/>
              </a:rPr>
              <a:t>•</a:t>
            </a:r>
            <a:r>
              <a:rPr sz="1100" spc="-50" dirty="0">
                <a:solidFill>
                  <a:srgbClr val="607569"/>
                </a:solidFill>
                <a:latin typeface="Courier New"/>
                <a:cs typeface="Courier New"/>
              </a:rPr>
              <a:t>:</a:t>
            </a:r>
            <a:r>
              <a:rPr sz="2400" spc="-1327" baseline="-31250" dirty="0">
                <a:solidFill>
                  <a:srgbClr val="607569"/>
                </a:solidFill>
                <a:latin typeface="Courier New"/>
                <a:cs typeface="Courier New"/>
              </a:rPr>
              <a:t>•</a:t>
            </a:r>
            <a:r>
              <a:rPr sz="1100" spc="5" dirty="0">
                <a:solidFill>
                  <a:srgbClr val="607569"/>
                </a:solidFill>
                <a:latin typeface="Courier New"/>
                <a:cs typeface="Courier New"/>
              </a:rPr>
              <a:t>:</a:t>
            </a:r>
            <a:r>
              <a:rPr sz="1100" spc="270" dirty="0">
                <a:solidFill>
                  <a:srgbClr val="607569"/>
                </a:solidFill>
                <a:latin typeface="Courier New"/>
                <a:cs typeface="Courier New"/>
              </a:rPr>
              <a:t> </a:t>
            </a:r>
            <a:r>
              <a:rPr sz="1100" i="1" spc="-5" dirty="0">
                <a:solidFill>
                  <a:srgbClr val="545E59"/>
                </a:solidFill>
                <a:latin typeface="Courier New"/>
                <a:cs typeface="Courier New"/>
              </a:rPr>
              <a:t>I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3335914" y="8551333"/>
            <a:ext cx="201295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spc="-300" dirty="0">
                <a:solidFill>
                  <a:srgbClr val="607569"/>
                </a:solidFill>
                <a:latin typeface="Courier New"/>
                <a:cs typeface="Courier New"/>
              </a:rPr>
              <a:t>••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3335596" y="8270553"/>
            <a:ext cx="226695" cy="6381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000" spc="-215" dirty="0">
                <a:solidFill>
                  <a:srgbClr val="607569"/>
                </a:solidFill>
                <a:latin typeface="Times New Roman"/>
                <a:cs typeface="Times New Roman"/>
              </a:rPr>
              <a:t>.</a:t>
            </a:r>
            <a:r>
              <a:rPr sz="4000" spc="-1210" dirty="0">
                <a:solidFill>
                  <a:srgbClr val="607569"/>
                </a:solidFill>
                <a:latin typeface="Times New Roman"/>
                <a:cs typeface="Times New Roman"/>
              </a:rPr>
              <a:t>.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2565749" y="9017172"/>
            <a:ext cx="1024890" cy="3092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615950" algn="l"/>
                <a:tab pos="842010" algn="l"/>
              </a:tabLst>
            </a:pPr>
            <a:r>
              <a:rPr sz="1850" spc="-400" dirty="0">
                <a:solidFill>
                  <a:srgbClr val="545E59"/>
                </a:solidFill>
                <a:latin typeface="Times New Roman"/>
                <a:cs typeface="Times New Roman"/>
              </a:rPr>
              <a:t>BIM</a:t>
            </a:r>
            <a:r>
              <a:rPr sz="1850" dirty="0">
                <a:solidFill>
                  <a:srgbClr val="545E59"/>
                </a:solidFill>
                <a:latin typeface="Times New Roman"/>
                <a:cs typeface="Times New Roman"/>
              </a:rPr>
              <a:t>	</a:t>
            </a:r>
            <a:r>
              <a:rPr sz="1600" spc="-350" dirty="0">
                <a:solidFill>
                  <a:srgbClr val="545E59"/>
                </a:solidFill>
                <a:latin typeface="Arial"/>
                <a:cs typeface="Arial"/>
              </a:rPr>
              <a:t>+</a:t>
            </a:r>
            <a:r>
              <a:rPr sz="1600" dirty="0">
                <a:solidFill>
                  <a:srgbClr val="545E59"/>
                </a:solidFill>
                <a:latin typeface="Arial"/>
                <a:cs typeface="Arial"/>
              </a:rPr>
              <a:t>	</a:t>
            </a:r>
            <a:r>
              <a:rPr sz="1850" spc="-355" dirty="0">
                <a:solidFill>
                  <a:srgbClr val="545E59"/>
                </a:solidFill>
                <a:latin typeface="Times New Roman"/>
                <a:cs typeface="Times New Roman"/>
              </a:rPr>
              <a:t>AI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9579546" y="9578732"/>
            <a:ext cx="4830445" cy="46228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  <a:tabLst>
                <a:tab pos="822325" algn="l"/>
                <a:tab pos="1221740" algn="l"/>
                <a:tab pos="1994535" algn="l"/>
                <a:tab pos="3387090" algn="l"/>
                <a:tab pos="4380865" algn="l"/>
              </a:tabLst>
            </a:pPr>
            <a:r>
              <a:rPr sz="2500" b="1" dirty="0">
                <a:solidFill>
                  <a:srgbClr val="385749"/>
                </a:solidFill>
                <a:latin typeface="Times New Roman"/>
                <a:cs typeface="Times New Roman"/>
              </a:rPr>
              <a:t>f</a:t>
            </a:r>
            <a:r>
              <a:rPr sz="2500" b="1" spc="25" dirty="0">
                <a:solidFill>
                  <a:srgbClr val="385749"/>
                </a:solidFill>
                <a:latin typeface="Times New Roman"/>
                <a:cs typeface="Times New Roman"/>
              </a:rPr>
              <a:t> </a:t>
            </a:r>
            <a:r>
              <a:rPr sz="2500" b="1" spc="-190" dirty="0">
                <a:solidFill>
                  <a:srgbClr val="385749"/>
                </a:solidFill>
                <a:latin typeface="Arial"/>
                <a:cs typeface="Arial"/>
              </a:rPr>
              <a:t>o</a:t>
            </a:r>
            <a:r>
              <a:rPr sz="2500" b="1" spc="-5" dirty="0">
                <a:solidFill>
                  <a:srgbClr val="385749"/>
                </a:solidFill>
                <a:latin typeface="Arial"/>
                <a:cs typeface="Arial"/>
              </a:rPr>
              <a:t> </a:t>
            </a:r>
            <a:r>
              <a:rPr sz="2500" b="1" spc="-50" dirty="0">
                <a:solidFill>
                  <a:srgbClr val="385749"/>
                </a:solidFill>
                <a:latin typeface="Arial"/>
                <a:cs typeface="Arial"/>
              </a:rPr>
              <a:t>r</a:t>
            </a:r>
            <a:r>
              <a:rPr sz="2500" b="1" dirty="0">
                <a:solidFill>
                  <a:srgbClr val="385749"/>
                </a:solidFill>
                <a:latin typeface="Arial"/>
                <a:cs typeface="Arial"/>
              </a:rPr>
              <a:t>	</a:t>
            </a:r>
            <a:r>
              <a:rPr sz="2700" b="1" spc="-50" dirty="0">
                <a:solidFill>
                  <a:srgbClr val="385749"/>
                </a:solidFill>
                <a:latin typeface="Times New Roman"/>
                <a:cs typeface="Times New Roman"/>
              </a:rPr>
              <a:t>a</a:t>
            </a:r>
            <a:r>
              <a:rPr sz="2700" b="1" dirty="0">
                <a:solidFill>
                  <a:srgbClr val="385749"/>
                </a:solidFill>
                <a:latin typeface="Times New Roman"/>
                <a:cs typeface="Times New Roman"/>
              </a:rPr>
              <a:t>	</a:t>
            </a:r>
            <a:r>
              <a:rPr sz="2500" b="1" dirty="0">
                <a:solidFill>
                  <a:srgbClr val="385749"/>
                </a:solidFill>
                <a:latin typeface="Arial"/>
                <a:cs typeface="Arial"/>
              </a:rPr>
              <a:t>N</a:t>
            </a:r>
            <a:r>
              <a:rPr sz="2500" b="1" spc="-25" dirty="0">
                <a:solidFill>
                  <a:srgbClr val="385749"/>
                </a:solidFill>
                <a:latin typeface="Arial"/>
                <a:cs typeface="Arial"/>
              </a:rPr>
              <a:t> </a:t>
            </a:r>
            <a:r>
              <a:rPr sz="2850" spc="-25" dirty="0">
                <a:solidFill>
                  <a:srgbClr val="385749"/>
                </a:solidFill>
                <a:latin typeface="Times New Roman"/>
                <a:cs typeface="Times New Roman"/>
              </a:rPr>
              <a:t>et</a:t>
            </a:r>
            <a:r>
              <a:rPr sz="2850" dirty="0">
                <a:solidFill>
                  <a:srgbClr val="385749"/>
                </a:solidFill>
                <a:latin typeface="Times New Roman"/>
                <a:cs typeface="Times New Roman"/>
              </a:rPr>
              <a:t>	-</a:t>
            </a:r>
            <a:r>
              <a:rPr sz="2850" spc="160" dirty="0">
                <a:solidFill>
                  <a:srgbClr val="385749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385749"/>
                </a:solidFill>
                <a:latin typeface="Arial"/>
                <a:cs typeface="Arial"/>
              </a:rPr>
              <a:t>Z</a:t>
            </a:r>
            <a:r>
              <a:rPr sz="2500" b="1" spc="-35" dirty="0">
                <a:solidFill>
                  <a:srgbClr val="385749"/>
                </a:solidFill>
                <a:latin typeface="Arial"/>
                <a:cs typeface="Arial"/>
              </a:rPr>
              <a:t> </a:t>
            </a:r>
            <a:r>
              <a:rPr sz="2500" b="1" dirty="0">
                <a:solidFill>
                  <a:srgbClr val="385749"/>
                </a:solidFill>
                <a:latin typeface="Arial"/>
                <a:cs typeface="Arial"/>
              </a:rPr>
              <a:t>e</a:t>
            </a:r>
            <a:r>
              <a:rPr sz="2500" b="1" spc="-40" dirty="0">
                <a:solidFill>
                  <a:srgbClr val="385749"/>
                </a:solidFill>
                <a:latin typeface="Arial"/>
                <a:cs typeface="Arial"/>
              </a:rPr>
              <a:t> </a:t>
            </a:r>
            <a:r>
              <a:rPr sz="2500" b="1" dirty="0">
                <a:solidFill>
                  <a:srgbClr val="385749"/>
                </a:solidFill>
                <a:latin typeface="Arial"/>
                <a:cs typeface="Arial"/>
              </a:rPr>
              <a:t>r</a:t>
            </a:r>
            <a:r>
              <a:rPr sz="2500" b="1" spc="-110" dirty="0">
                <a:solidFill>
                  <a:srgbClr val="385749"/>
                </a:solidFill>
                <a:latin typeface="Arial"/>
                <a:cs typeface="Arial"/>
              </a:rPr>
              <a:t> </a:t>
            </a:r>
            <a:r>
              <a:rPr sz="2500" b="1" spc="-50" dirty="0">
                <a:solidFill>
                  <a:srgbClr val="385749"/>
                </a:solidFill>
                <a:latin typeface="Arial"/>
                <a:cs typeface="Arial"/>
              </a:rPr>
              <a:t>o</a:t>
            </a:r>
            <a:r>
              <a:rPr sz="2500" b="1" dirty="0">
                <a:solidFill>
                  <a:srgbClr val="385749"/>
                </a:solidFill>
                <a:latin typeface="Arial"/>
                <a:cs typeface="Arial"/>
              </a:rPr>
              <a:t>	N</a:t>
            </a:r>
            <a:r>
              <a:rPr sz="2500" b="1" spc="-15" dirty="0">
                <a:solidFill>
                  <a:srgbClr val="385749"/>
                </a:solidFill>
                <a:latin typeface="Arial"/>
                <a:cs typeface="Arial"/>
              </a:rPr>
              <a:t> </a:t>
            </a:r>
            <a:r>
              <a:rPr sz="2500" b="1" dirty="0">
                <a:solidFill>
                  <a:srgbClr val="385749"/>
                </a:solidFill>
                <a:latin typeface="Arial"/>
                <a:cs typeface="Arial"/>
              </a:rPr>
              <a:t>o</a:t>
            </a:r>
            <a:r>
              <a:rPr sz="2500" b="1" spc="-90" dirty="0">
                <a:solidFill>
                  <a:srgbClr val="385749"/>
                </a:solidFill>
                <a:latin typeface="Arial"/>
                <a:cs typeface="Arial"/>
              </a:rPr>
              <a:t> </a:t>
            </a:r>
            <a:r>
              <a:rPr sz="2500" b="1" spc="-25" dirty="0">
                <a:solidFill>
                  <a:srgbClr val="385749"/>
                </a:solidFill>
                <a:latin typeface="Arial"/>
                <a:cs typeface="Arial"/>
              </a:rPr>
              <a:t>rt</a:t>
            </a:r>
            <a:r>
              <a:rPr sz="2500" b="1" dirty="0">
                <a:solidFill>
                  <a:srgbClr val="385749"/>
                </a:solidFill>
                <a:latin typeface="Arial"/>
                <a:cs typeface="Arial"/>
              </a:rPr>
              <a:t>	</a:t>
            </a:r>
            <a:r>
              <a:rPr sz="2500" b="1" spc="-140" dirty="0">
                <a:solidFill>
                  <a:srgbClr val="385749"/>
                </a:solidFill>
                <a:latin typeface="Arial"/>
                <a:cs typeface="Arial"/>
              </a:rPr>
              <a:t>her</a:t>
            </a:r>
            <a:endParaRPr sz="25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4674253" y="9578732"/>
            <a:ext cx="3611245" cy="46228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  <a:tabLst>
                <a:tab pos="445134" algn="l"/>
                <a:tab pos="826769" algn="l"/>
                <a:tab pos="1287145" algn="l"/>
                <a:tab pos="2033905" algn="l"/>
                <a:tab pos="2994660" algn="l"/>
              </a:tabLst>
            </a:pPr>
            <a:r>
              <a:rPr sz="2500" b="1" spc="-50" dirty="0">
                <a:solidFill>
                  <a:srgbClr val="385749"/>
                </a:solidFill>
                <a:latin typeface="Arial"/>
                <a:cs typeface="Arial"/>
              </a:rPr>
              <a:t>n</a:t>
            </a:r>
            <a:r>
              <a:rPr sz="2500" b="1" dirty="0">
                <a:solidFill>
                  <a:srgbClr val="385749"/>
                </a:solidFill>
                <a:latin typeface="Arial"/>
                <a:cs typeface="Arial"/>
              </a:rPr>
              <a:t>	</a:t>
            </a:r>
            <a:r>
              <a:rPr sz="2500" b="1" spc="-50" dirty="0">
                <a:solidFill>
                  <a:srgbClr val="385749"/>
                </a:solidFill>
                <a:latin typeface="Arial"/>
                <a:cs typeface="Arial"/>
              </a:rPr>
              <a:t>M</a:t>
            </a:r>
            <a:r>
              <a:rPr sz="2500" b="1" dirty="0">
                <a:solidFill>
                  <a:srgbClr val="385749"/>
                </a:solidFill>
                <a:latin typeface="Arial"/>
                <a:cs typeface="Arial"/>
              </a:rPr>
              <a:t>	</a:t>
            </a:r>
            <a:r>
              <a:rPr sz="2500" b="1" spc="-25" dirty="0">
                <a:solidFill>
                  <a:srgbClr val="385749"/>
                </a:solidFill>
                <a:latin typeface="Arial"/>
                <a:cs typeface="Arial"/>
              </a:rPr>
              <a:t>et</a:t>
            </a:r>
            <a:r>
              <a:rPr sz="2500" b="1" dirty="0">
                <a:solidFill>
                  <a:srgbClr val="385749"/>
                </a:solidFill>
                <a:latin typeface="Arial"/>
                <a:cs typeface="Arial"/>
              </a:rPr>
              <a:t>	r</a:t>
            </a:r>
            <a:r>
              <a:rPr sz="2500" b="1" spc="-105" dirty="0">
                <a:solidFill>
                  <a:srgbClr val="385749"/>
                </a:solidFill>
                <a:latin typeface="Arial"/>
                <a:cs typeface="Arial"/>
              </a:rPr>
              <a:t> </a:t>
            </a:r>
            <a:r>
              <a:rPr sz="2500" b="1" spc="-25" dirty="0">
                <a:solidFill>
                  <a:srgbClr val="385749"/>
                </a:solidFill>
                <a:latin typeface="Arial"/>
                <a:cs typeface="Arial"/>
              </a:rPr>
              <a:t>op</a:t>
            </a:r>
            <a:r>
              <a:rPr sz="2500" b="1" dirty="0">
                <a:solidFill>
                  <a:srgbClr val="385749"/>
                </a:solidFill>
                <a:latin typeface="Arial"/>
                <a:cs typeface="Arial"/>
              </a:rPr>
              <a:t>	o</a:t>
            </a:r>
            <a:r>
              <a:rPr sz="2500" b="1" spc="10" dirty="0">
                <a:solidFill>
                  <a:srgbClr val="385749"/>
                </a:solidFill>
                <a:latin typeface="Arial"/>
                <a:cs typeface="Arial"/>
              </a:rPr>
              <a:t> </a:t>
            </a:r>
            <a:r>
              <a:rPr sz="2600" spc="-295" dirty="0">
                <a:solidFill>
                  <a:srgbClr val="385749"/>
                </a:solidFill>
                <a:latin typeface="Times New Roman"/>
                <a:cs typeface="Times New Roman"/>
              </a:rPr>
              <a:t>I</a:t>
            </a:r>
            <a:r>
              <a:rPr sz="2600" spc="-30" dirty="0">
                <a:solidFill>
                  <a:srgbClr val="385749"/>
                </a:solidFill>
                <a:latin typeface="Times New Roman"/>
                <a:cs typeface="Times New Roman"/>
              </a:rPr>
              <a:t> </a:t>
            </a:r>
            <a:r>
              <a:rPr sz="2500" spc="170" dirty="0">
                <a:solidFill>
                  <a:srgbClr val="385749"/>
                </a:solidFill>
                <a:latin typeface="Times New Roman"/>
                <a:cs typeface="Times New Roman"/>
              </a:rPr>
              <a:t>i</a:t>
            </a:r>
            <a:r>
              <a:rPr sz="2850" spc="170" dirty="0">
                <a:solidFill>
                  <a:srgbClr val="385749"/>
                </a:solidFill>
                <a:latin typeface="Times New Roman"/>
                <a:cs typeface="Times New Roman"/>
              </a:rPr>
              <a:t>s</a:t>
            </a:r>
            <a:r>
              <a:rPr sz="2850" dirty="0">
                <a:solidFill>
                  <a:srgbClr val="385749"/>
                </a:solidFill>
                <a:latin typeface="Times New Roman"/>
                <a:cs typeface="Times New Roman"/>
              </a:rPr>
              <a:t>	</a:t>
            </a:r>
            <a:r>
              <a:rPr sz="2850" spc="-380" dirty="0">
                <a:solidFill>
                  <a:srgbClr val="545E59"/>
                </a:solidFill>
                <a:latin typeface="Times New Roman"/>
                <a:cs typeface="Times New Roman"/>
              </a:rPr>
              <a:t>•·······</a:t>
            </a:r>
            <a:endParaRPr sz="28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6763" y="1250996"/>
            <a:ext cx="5552580" cy="405854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1293" y="5564795"/>
            <a:ext cx="5578052" cy="398196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26108" y="2284776"/>
            <a:ext cx="11334396" cy="123798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704280" y="1812556"/>
            <a:ext cx="713175" cy="33183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799515" y="1097845"/>
            <a:ext cx="2572525" cy="816813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6444049" y="3548286"/>
            <a:ext cx="11717020" cy="6101080"/>
            <a:chOff x="6444049" y="3548286"/>
            <a:chExt cx="11717020" cy="6101080"/>
          </a:xfrm>
        </p:grpSpPr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444049" y="3548286"/>
              <a:ext cx="11716454" cy="610057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225866" y="6330557"/>
              <a:ext cx="509411" cy="229728"/>
            </a:xfrm>
            <a:prstGeom prst="rect">
              <a:avLst/>
            </a:prstGeom>
          </p:spPr>
        </p:pic>
      </p:grpSp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6173805" y="740488"/>
            <a:ext cx="1986702" cy="740237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3550341" y="1659403"/>
            <a:ext cx="3081936" cy="33183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4263509" y="6790015"/>
            <a:ext cx="3005524" cy="408406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573087" y="344843"/>
            <a:ext cx="0" cy="472440"/>
          </a:xfrm>
          <a:custGeom>
            <a:avLst/>
            <a:gdLst/>
            <a:ahLst/>
            <a:cxnLst/>
            <a:rect l="l" t="t" r="r" b="b"/>
            <a:pathLst>
              <a:path h="472440">
                <a:moveTo>
                  <a:pt x="0" y="472220"/>
                </a:moveTo>
                <a:lnTo>
                  <a:pt x="0" y="0"/>
                </a:lnTo>
              </a:path>
            </a:pathLst>
          </a:custGeom>
          <a:ln w="254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393111" y="4148132"/>
            <a:ext cx="0" cy="1340485"/>
          </a:xfrm>
          <a:custGeom>
            <a:avLst/>
            <a:gdLst/>
            <a:ahLst/>
            <a:cxnLst/>
            <a:rect l="l" t="t" r="r" b="b"/>
            <a:pathLst>
              <a:path h="1340485">
                <a:moveTo>
                  <a:pt x="0" y="1340084"/>
                </a:moveTo>
                <a:lnTo>
                  <a:pt x="0" y="0"/>
                </a:lnTo>
              </a:path>
            </a:pathLst>
          </a:custGeom>
          <a:ln w="127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6861511" y="344843"/>
            <a:ext cx="0" cy="396240"/>
          </a:xfrm>
          <a:custGeom>
            <a:avLst/>
            <a:gdLst/>
            <a:ahLst/>
            <a:cxnLst/>
            <a:rect l="l" t="t" r="r" b="b"/>
            <a:pathLst>
              <a:path h="396240">
                <a:moveTo>
                  <a:pt x="0" y="395644"/>
                </a:moveTo>
                <a:lnTo>
                  <a:pt x="0" y="0"/>
                </a:lnTo>
              </a:path>
            </a:pathLst>
          </a:custGeom>
          <a:ln w="254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8096834" y="1480725"/>
            <a:ext cx="0" cy="919480"/>
          </a:xfrm>
          <a:custGeom>
            <a:avLst/>
            <a:gdLst/>
            <a:ahLst/>
            <a:cxnLst/>
            <a:rect l="l" t="t" r="r" b="b"/>
            <a:pathLst>
              <a:path h="919480">
                <a:moveTo>
                  <a:pt x="0" y="918915"/>
                </a:moveTo>
                <a:lnTo>
                  <a:pt x="0" y="0"/>
                </a:lnTo>
              </a:path>
            </a:pathLst>
          </a:custGeom>
          <a:ln w="127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6963394" y="281030"/>
            <a:ext cx="484505" cy="0"/>
          </a:xfrm>
          <a:custGeom>
            <a:avLst/>
            <a:gdLst/>
            <a:ahLst/>
            <a:cxnLst/>
            <a:rect l="l" t="t" r="r" b="b"/>
            <a:pathLst>
              <a:path w="484505">
                <a:moveTo>
                  <a:pt x="0" y="0"/>
                </a:moveTo>
                <a:lnTo>
                  <a:pt x="483940" y="0"/>
                </a:lnTo>
              </a:path>
            </a:pathLst>
          </a:custGeom>
          <a:ln w="127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4339926" y="1072318"/>
            <a:ext cx="1833880" cy="0"/>
          </a:xfrm>
          <a:custGeom>
            <a:avLst/>
            <a:gdLst/>
            <a:ahLst/>
            <a:cxnLst/>
            <a:rect l="l" t="t" r="r" b="b"/>
            <a:pathLst>
              <a:path w="1833880">
                <a:moveTo>
                  <a:pt x="0" y="0"/>
                </a:moveTo>
                <a:lnTo>
                  <a:pt x="1833880" y="0"/>
                </a:lnTo>
              </a:path>
            </a:pathLst>
          </a:custGeom>
          <a:ln w="25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9" name="object 19"/>
          <p:cNvGrpSpPr/>
          <p:nvPr/>
        </p:nvGrpSpPr>
        <p:grpSpPr>
          <a:xfrm>
            <a:off x="14059751" y="3490852"/>
            <a:ext cx="1069975" cy="38735"/>
            <a:chOff x="14059751" y="3490852"/>
            <a:chExt cx="1069975" cy="38735"/>
          </a:xfrm>
        </p:grpSpPr>
        <p:sp>
          <p:nvSpPr>
            <p:cNvPr id="20" name="object 20"/>
            <p:cNvSpPr/>
            <p:nvPr/>
          </p:nvSpPr>
          <p:spPr>
            <a:xfrm>
              <a:off x="14492750" y="3497233"/>
              <a:ext cx="636905" cy="0"/>
            </a:xfrm>
            <a:custGeom>
              <a:avLst/>
              <a:gdLst/>
              <a:ahLst/>
              <a:cxnLst/>
              <a:rect l="l" t="t" r="r" b="b"/>
              <a:pathLst>
                <a:path w="636905">
                  <a:moveTo>
                    <a:pt x="0" y="0"/>
                  </a:moveTo>
                  <a:lnTo>
                    <a:pt x="636764" y="0"/>
                  </a:lnTo>
                </a:path>
              </a:pathLst>
            </a:custGeom>
            <a:ln w="127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4059751" y="3509996"/>
              <a:ext cx="407670" cy="0"/>
            </a:xfrm>
            <a:custGeom>
              <a:avLst/>
              <a:gdLst/>
              <a:ahLst/>
              <a:cxnLst/>
              <a:rect l="l" t="t" r="r" b="b"/>
              <a:pathLst>
                <a:path w="407669">
                  <a:moveTo>
                    <a:pt x="0" y="0"/>
                  </a:moveTo>
                  <a:lnTo>
                    <a:pt x="407529" y="0"/>
                  </a:lnTo>
                </a:path>
              </a:pathLst>
            </a:custGeom>
            <a:ln w="3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1005383" y="370432"/>
            <a:ext cx="2797175" cy="3778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300" spc="370" dirty="0">
                <a:solidFill>
                  <a:srgbClr val="080A0A"/>
                </a:solidFill>
                <a:latin typeface="Arial"/>
                <a:cs typeface="Arial"/>
              </a:rPr>
              <a:t>Story</a:t>
            </a:r>
            <a:r>
              <a:rPr sz="2300" spc="254" dirty="0">
                <a:solidFill>
                  <a:srgbClr val="080A0A"/>
                </a:solidFill>
                <a:latin typeface="Arial"/>
                <a:cs typeface="Arial"/>
              </a:rPr>
              <a:t> </a:t>
            </a:r>
            <a:r>
              <a:rPr sz="2300" spc="330" dirty="0">
                <a:solidFill>
                  <a:srgbClr val="080A0A"/>
                </a:solidFill>
                <a:latin typeface="Arial"/>
                <a:cs typeface="Arial"/>
              </a:rPr>
              <a:t>of</a:t>
            </a:r>
            <a:r>
              <a:rPr sz="2300" spc="350" dirty="0">
                <a:solidFill>
                  <a:srgbClr val="080A0A"/>
                </a:solidFill>
                <a:latin typeface="Arial"/>
                <a:cs typeface="Arial"/>
              </a:rPr>
              <a:t> </a:t>
            </a:r>
            <a:r>
              <a:rPr sz="2300" spc="445" dirty="0">
                <a:solidFill>
                  <a:srgbClr val="080A0A"/>
                </a:solidFill>
                <a:latin typeface="Arial"/>
                <a:cs typeface="Arial"/>
              </a:rPr>
              <a:t>SanTin</a:t>
            </a:r>
            <a:endParaRPr sz="23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43648" y="1244678"/>
            <a:ext cx="1099185" cy="3702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250" dirty="0">
                <a:solidFill>
                  <a:srgbClr val="66563B"/>
                </a:solidFill>
                <a:latin typeface="Times New Roman"/>
                <a:cs typeface="Times New Roman"/>
              </a:rPr>
              <a:t>1940</a:t>
            </a:r>
            <a:r>
              <a:rPr sz="2250" spc="204" dirty="0">
                <a:solidFill>
                  <a:srgbClr val="66563B"/>
                </a:solidFill>
                <a:latin typeface="Times New Roman"/>
                <a:cs typeface="Times New Roman"/>
              </a:rPr>
              <a:t> </a:t>
            </a:r>
            <a:r>
              <a:rPr sz="2250" dirty="0">
                <a:solidFill>
                  <a:srgbClr val="66563B"/>
                </a:solidFill>
                <a:latin typeface="Times New Roman"/>
                <a:cs typeface="Times New Roman"/>
              </a:rPr>
              <a:t>1-</a:t>
            </a:r>
            <a:r>
              <a:rPr sz="2250" spc="-25" dirty="0">
                <a:solidFill>
                  <a:srgbClr val="66563B"/>
                </a:solidFill>
                <a:latin typeface="Times New Roman"/>
                <a:cs typeface="Times New Roman"/>
              </a:rPr>
              <a:t>\:</a:t>
            </a:r>
            <a:endParaRPr sz="225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495739" y="5373416"/>
            <a:ext cx="1010919" cy="3016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00" spc="135" dirty="0">
                <a:solidFill>
                  <a:srgbClr val="66563B"/>
                </a:solidFill>
                <a:latin typeface="Arial"/>
                <a:cs typeface="Arial"/>
              </a:rPr>
              <a:t>2025.q:.</a:t>
            </a:r>
            <a:endParaRPr sz="18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368986" y="772457"/>
            <a:ext cx="4018915" cy="3244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950" spc="-10" dirty="0">
                <a:solidFill>
                  <a:srgbClr val="383838"/>
                </a:solidFill>
                <a:latin typeface="Arial"/>
                <a:cs typeface="Arial"/>
              </a:rPr>
              <a:t>Sa</a:t>
            </a:r>
            <a:r>
              <a:rPr sz="1950" spc="-10" dirty="0">
                <a:solidFill>
                  <a:srgbClr val="44544F"/>
                </a:solidFill>
                <a:latin typeface="Arial"/>
                <a:cs typeface="Arial"/>
              </a:rPr>
              <a:t>n</a:t>
            </a:r>
            <a:r>
              <a:rPr sz="1950" spc="-135" dirty="0">
                <a:solidFill>
                  <a:srgbClr val="44544F"/>
                </a:solidFill>
                <a:latin typeface="Arial"/>
                <a:cs typeface="Arial"/>
              </a:rPr>
              <a:t> </a:t>
            </a:r>
            <a:r>
              <a:rPr sz="1950" spc="75" dirty="0">
                <a:solidFill>
                  <a:srgbClr val="383838"/>
                </a:solidFill>
                <a:latin typeface="Arial"/>
                <a:cs typeface="Arial"/>
              </a:rPr>
              <a:t>Tin</a:t>
            </a:r>
            <a:r>
              <a:rPr sz="1950" spc="-125" dirty="0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sz="1950" spc="80" dirty="0">
                <a:solidFill>
                  <a:srgbClr val="262626"/>
                </a:solidFill>
                <a:latin typeface="Arial"/>
                <a:cs typeface="Arial"/>
              </a:rPr>
              <a:t>Outline</a:t>
            </a:r>
            <a:r>
              <a:rPr sz="1950" spc="-75" dirty="0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sz="1950" spc="60" dirty="0">
                <a:solidFill>
                  <a:srgbClr val="383838"/>
                </a:solidFill>
                <a:latin typeface="Arial"/>
                <a:cs typeface="Arial"/>
              </a:rPr>
              <a:t>Deve</a:t>
            </a:r>
            <a:r>
              <a:rPr sz="1950" spc="60" dirty="0">
                <a:solidFill>
                  <a:srgbClr val="44544F"/>
                </a:solidFill>
                <a:latin typeface="Arial"/>
                <a:cs typeface="Arial"/>
              </a:rPr>
              <a:t>l</a:t>
            </a:r>
            <a:r>
              <a:rPr sz="1950" spc="60" dirty="0">
                <a:solidFill>
                  <a:srgbClr val="383838"/>
                </a:solidFill>
                <a:latin typeface="Arial"/>
                <a:cs typeface="Arial"/>
              </a:rPr>
              <a:t>opment</a:t>
            </a:r>
            <a:r>
              <a:rPr sz="1950" spc="200" dirty="0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sz="1950" spc="-20" dirty="0">
                <a:solidFill>
                  <a:srgbClr val="262626"/>
                </a:solidFill>
                <a:latin typeface="Arial"/>
                <a:cs typeface="Arial"/>
              </a:rPr>
              <a:t>Plan</a:t>
            </a:r>
            <a:endParaRPr sz="195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661247" y="1276585"/>
            <a:ext cx="2048510" cy="4775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13360">
              <a:lnSpc>
                <a:spcPts val="2135"/>
              </a:lnSpc>
              <a:spcBef>
                <a:spcPts val="105"/>
              </a:spcBef>
              <a:tabLst>
                <a:tab pos="1485265" algn="l"/>
              </a:tabLst>
            </a:pPr>
            <a:r>
              <a:rPr sz="1650" spc="-150" dirty="0">
                <a:solidFill>
                  <a:srgbClr val="44544F"/>
                </a:solidFill>
                <a:latin typeface="Arial"/>
                <a:cs typeface="Arial"/>
              </a:rPr>
              <a:t>f1J</a:t>
            </a:r>
            <a:r>
              <a:rPr sz="1750" spc="-150" dirty="0">
                <a:solidFill>
                  <a:srgbClr val="596662"/>
                </a:solidFill>
                <a:latin typeface="Arial"/>
                <a:cs typeface="Arial"/>
              </a:rPr>
              <a:t>IT</a:t>
            </a:r>
            <a:r>
              <a:rPr sz="1750" spc="-150" dirty="0">
                <a:solidFill>
                  <a:srgbClr val="44544F"/>
                </a:solidFill>
                <a:latin typeface="Arial"/>
                <a:cs typeface="Arial"/>
              </a:rPr>
              <a:t>Ml</a:t>
            </a:r>
            <a:r>
              <a:rPr sz="1750" spc="-150" dirty="0">
                <a:solidFill>
                  <a:srgbClr val="44544F"/>
                </a:solidFill>
                <a:latin typeface="Times New Roman"/>
                <a:cs typeface="Times New Roman"/>
              </a:rPr>
              <a:t>ii</a:t>
            </a:r>
            <a:r>
              <a:rPr sz="1750" spc="70" dirty="0">
                <a:solidFill>
                  <a:srgbClr val="44544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6662"/>
                </a:solidFill>
                <a:latin typeface="Times New Roman"/>
                <a:cs typeface="Times New Roman"/>
              </a:rPr>
              <a:t>ill</a:t>
            </a:r>
            <a:r>
              <a:rPr sz="1800" spc="70" dirty="0">
                <a:solidFill>
                  <a:srgbClr val="596662"/>
                </a:solidFill>
                <a:latin typeface="Times New Roman"/>
                <a:cs typeface="Times New Roman"/>
              </a:rPr>
              <a:t> </a:t>
            </a:r>
            <a:r>
              <a:rPr sz="1750" spc="-50" dirty="0">
                <a:solidFill>
                  <a:srgbClr val="44544F"/>
                </a:solidFill>
                <a:latin typeface="Arial"/>
                <a:cs typeface="Arial"/>
              </a:rPr>
              <a:t>i</a:t>
            </a:r>
            <a:r>
              <a:rPr sz="1750" dirty="0">
                <a:solidFill>
                  <a:srgbClr val="44544F"/>
                </a:solidFill>
                <a:latin typeface="Arial"/>
                <a:cs typeface="Arial"/>
              </a:rPr>
              <a:t>	</a:t>
            </a:r>
            <a:r>
              <a:rPr sz="1450" spc="-295" dirty="0">
                <a:solidFill>
                  <a:srgbClr val="44544F"/>
                </a:solidFill>
                <a:latin typeface="Arial"/>
                <a:cs typeface="Arial"/>
              </a:rPr>
              <a:t>:;I;:</a:t>
            </a:r>
            <a:r>
              <a:rPr sz="1800" b="1" spc="-295" dirty="0">
                <a:solidFill>
                  <a:srgbClr val="596662"/>
                </a:solidFill>
                <a:latin typeface="Times New Roman"/>
                <a:cs typeface="Times New Roman"/>
              </a:rPr>
              <a:t>111111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ts val="1415"/>
              </a:lnSpc>
            </a:pPr>
            <a:r>
              <a:rPr sz="1200" dirty="0">
                <a:solidFill>
                  <a:srgbClr val="44544F"/>
                </a:solidFill>
                <a:latin typeface="Arial"/>
                <a:cs typeface="Arial"/>
              </a:rPr>
              <a:t>Revised</a:t>
            </a:r>
            <a:r>
              <a:rPr sz="1200" spc="-5" dirty="0">
                <a:solidFill>
                  <a:srgbClr val="44544F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83838"/>
                </a:solidFill>
                <a:latin typeface="Arial"/>
                <a:cs typeface="Arial"/>
              </a:rPr>
              <a:t>R</a:t>
            </a:r>
            <a:r>
              <a:rPr sz="1200" spc="-10" dirty="0">
                <a:solidFill>
                  <a:srgbClr val="596662"/>
                </a:solidFill>
                <a:latin typeface="Arial"/>
                <a:cs typeface="Arial"/>
              </a:rPr>
              <a:t>ecommended</a:t>
            </a:r>
            <a:endParaRPr sz="12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665984" y="1736043"/>
            <a:ext cx="1936750" cy="209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70" dirty="0">
                <a:solidFill>
                  <a:srgbClr val="44544F"/>
                </a:solidFill>
                <a:latin typeface="Arial"/>
                <a:cs typeface="Arial"/>
              </a:rPr>
              <a:t>Outline</a:t>
            </a:r>
            <a:r>
              <a:rPr sz="1200" spc="-190" dirty="0">
                <a:solidFill>
                  <a:srgbClr val="44544F"/>
                </a:solidFill>
                <a:latin typeface="Arial"/>
                <a:cs typeface="Arial"/>
              </a:rPr>
              <a:t> </a:t>
            </a:r>
            <a:r>
              <a:rPr sz="1200" spc="50" dirty="0">
                <a:solidFill>
                  <a:srgbClr val="44544F"/>
                </a:solidFill>
                <a:latin typeface="Arial"/>
                <a:cs typeface="Arial"/>
              </a:rPr>
              <a:t>Development</a:t>
            </a:r>
            <a:r>
              <a:rPr sz="1200" spc="-100" dirty="0">
                <a:solidFill>
                  <a:srgbClr val="44544F"/>
                </a:solidFill>
                <a:latin typeface="Arial"/>
                <a:cs typeface="Arial"/>
              </a:rPr>
              <a:t> </a:t>
            </a:r>
            <a:r>
              <a:rPr sz="1200" spc="35" dirty="0">
                <a:solidFill>
                  <a:srgbClr val="44544F"/>
                </a:solidFill>
                <a:latin typeface="Arial"/>
                <a:cs typeface="Arial"/>
              </a:rPr>
              <a:t>Plan</a:t>
            </a:r>
            <a:endParaRPr sz="12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416826" y="6675215"/>
            <a:ext cx="469900" cy="7607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550" spc="-370" dirty="0">
                <a:solidFill>
                  <a:srgbClr val="909085"/>
                </a:solidFill>
                <a:latin typeface="Arial"/>
                <a:cs typeface="Arial"/>
              </a:rPr>
              <a:t>.</a:t>
            </a:r>
            <a:r>
              <a:rPr sz="4800" spc="-370" dirty="0">
                <a:solidFill>
                  <a:srgbClr val="A3A39E"/>
                </a:solidFill>
                <a:latin typeface="Times New Roman"/>
                <a:cs typeface="Times New Roman"/>
              </a:rPr>
              <a:t>...</a:t>
            </a:r>
            <a:endParaRPr sz="48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553679" y="6675215"/>
            <a:ext cx="871855" cy="7607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550" dirty="0">
                <a:solidFill>
                  <a:srgbClr val="A3A39E"/>
                </a:solidFill>
                <a:latin typeface="Arial"/>
                <a:cs typeface="Arial"/>
              </a:rPr>
              <a:t>,</a:t>
            </a:r>
            <a:r>
              <a:rPr sz="4550" spc="-114" dirty="0">
                <a:solidFill>
                  <a:srgbClr val="A3A39E"/>
                </a:solidFill>
                <a:latin typeface="Arial"/>
                <a:cs typeface="Arial"/>
              </a:rPr>
              <a:t> </a:t>
            </a:r>
            <a:r>
              <a:rPr sz="2000" spc="-570" dirty="0">
                <a:solidFill>
                  <a:srgbClr val="909085"/>
                </a:solidFill>
                <a:latin typeface="Times New Roman"/>
                <a:cs typeface="Times New Roman"/>
              </a:rPr>
              <a:t>.</a:t>
            </a:r>
            <a:r>
              <a:rPr sz="4800" spc="-805" dirty="0">
                <a:solidFill>
                  <a:srgbClr val="727775"/>
                </a:solidFill>
                <a:latin typeface="Times New Roman"/>
                <a:cs typeface="Times New Roman"/>
              </a:rPr>
              <a:t>.</a:t>
            </a:r>
            <a:r>
              <a:rPr sz="4450" spc="-1185" dirty="0">
                <a:solidFill>
                  <a:srgbClr val="727775"/>
                </a:solidFill>
                <a:latin typeface="Arial"/>
                <a:cs typeface="Arial"/>
              </a:rPr>
              <a:t>.</a:t>
            </a:r>
            <a:r>
              <a:rPr sz="2000" spc="-80" dirty="0">
                <a:solidFill>
                  <a:srgbClr val="909085"/>
                </a:solidFill>
                <a:latin typeface="Times New Roman"/>
                <a:cs typeface="Times New Roman"/>
              </a:rPr>
              <a:t>,</a:t>
            </a:r>
            <a:r>
              <a:rPr sz="2000" spc="-90" dirty="0">
                <a:solidFill>
                  <a:srgbClr val="909085"/>
                </a:solidFill>
                <a:latin typeface="Times New Roman"/>
                <a:cs typeface="Times New Roman"/>
              </a:rPr>
              <a:t> </a:t>
            </a:r>
            <a:r>
              <a:rPr sz="4450" spc="-285" dirty="0">
                <a:solidFill>
                  <a:srgbClr val="727775"/>
                </a:solidFill>
                <a:latin typeface="Arial"/>
                <a:cs typeface="Arial"/>
              </a:rPr>
              <a:t>.</a:t>
            </a:r>
            <a:r>
              <a:rPr sz="4450" spc="-285" dirty="0">
                <a:solidFill>
                  <a:srgbClr val="909085"/>
                </a:solidFill>
                <a:latin typeface="Arial"/>
                <a:cs typeface="Arial"/>
              </a:rPr>
              <a:t>..</a:t>
            </a:r>
            <a:endParaRPr sz="445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406490" y="6636926"/>
            <a:ext cx="887730" cy="11283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7200" spc="-160" dirty="0">
                <a:solidFill>
                  <a:srgbClr val="A3A39E"/>
                </a:solidFill>
                <a:latin typeface="Times New Roman"/>
                <a:cs typeface="Times New Roman"/>
              </a:rPr>
              <a:t>--</a:t>
            </a:r>
            <a:r>
              <a:rPr sz="7200" spc="-2090" dirty="0">
                <a:solidFill>
                  <a:srgbClr val="909085"/>
                </a:solidFill>
                <a:latin typeface="Times New Roman"/>
                <a:cs typeface="Times New Roman"/>
              </a:rPr>
              <a:t>­</a:t>
            </a:r>
            <a:endParaRPr sz="72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452720" y="7313349"/>
            <a:ext cx="710565" cy="132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97230" algn="l"/>
              </a:tabLst>
            </a:pPr>
            <a:r>
              <a:rPr sz="700" spc="65" dirty="0">
                <a:solidFill>
                  <a:srgbClr val="A3A39E"/>
                </a:solidFill>
                <a:latin typeface="Arial"/>
                <a:cs typeface="Arial"/>
              </a:rPr>
              <a:t>"""II</a:t>
            </a:r>
            <a:r>
              <a:rPr sz="700" spc="65" dirty="0">
                <a:solidFill>
                  <a:srgbClr val="909085"/>
                </a:solidFill>
                <a:latin typeface="Arial"/>
                <a:cs typeface="Arial"/>
              </a:rPr>
              <a:t>W_</a:t>
            </a:r>
            <a:r>
              <a:rPr sz="700" spc="65" dirty="0">
                <a:solidFill>
                  <a:srgbClr val="A3A39E"/>
                </a:solidFill>
                <a:latin typeface="Arial"/>
                <a:cs typeface="Arial"/>
              </a:rPr>
              <a:t>'"</a:t>
            </a:r>
            <a:r>
              <a:rPr sz="700" spc="340" dirty="0">
                <a:solidFill>
                  <a:srgbClr val="A3A39E"/>
                </a:solidFill>
                <a:latin typeface="Arial"/>
                <a:cs typeface="Arial"/>
              </a:rPr>
              <a:t> </a:t>
            </a:r>
            <a:r>
              <a:rPr sz="700" u="sng" dirty="0">
                <a:solidFill>
                  <a:srgbClr val="A3A39E"/>
                </a:solidFill>
                <a:uFill>
                  <a:solidFill>
                    <a:srgbClr val="A2A29D"/>
                  </a:solidFill>
                </a:uFill>
                <a:latin typeface="Arial"/>
                <a:cs typeface="Arial"/>
              </a:rPr>
              <a:t>	</a:t>
            </a:r>
            <a:endParaRPr sz="700">
              <a:latin typeface="Arial"/>
              <a:cs typeface="Arial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5900751" y="8321539"/>
            <a:ext cx="861060" cy="0"/>
          </a:xfrm>
          <a:custGeom>
            <a:avLst/>
            <a:gdLst/>
            <a:ahLst/>
            <a:cxnLst/>
            <a:rect l="l" t="t" r="r" b="b"/>
            <a:pathLst>
              <a:path w="861059">
                <a:moveTo>
                  <a:pt x="0" y="0"/>
                </a:moveTo>
                <a:lnTo>
                  <a:pt x="860817" y="0"/>
                </a:lnTo>
              </a:path>
            </a:pathLst>
          </a:custGeom>
          <a:ln w="12762">
            <a:solidFill>
              <a:srgbClr val="9090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6341239" y="7823858"/>
            <a:ext cx="671830" cy="7150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6300" spc="-1822" baseline="9259" dirty="0">
                <a:solidFill>
                  <a:srgbClr val="909085"/>
                </a:solidFill>
                <a:latin typeface="Arial"/>
                <a:cs typeface="Arial"/>
              </a:rPr>
              <a:t>"</a:t>
            </a:r>
            <a:r>
              <a:rPr sz="6750" spc="-1822" baseline="3703" dirty="0">
                <a:solidFill>
                  <a:srgbClr val="A3A39E"/>
                </a:solidFill>
                <a:latin typeface="Times New Roman"/>
                <a:cs typeface="Times New Roman"/>
              </a:rPr>
              <a:t>-</a:t>
            </a:r>
            <a:r>
              <a:rPr sz="4300" spc="-565" dirty="0">
                <a:solidFill>
                  <a:srgbClr val="909085"/>
                </a:solidFill>
                <a:latin typeface="Arial"/>
                <a:cs typeface="Arial"/>
              </a:rPr>
              <a:t>-</a:t>
            </a:r>
            <a:r>
              <a:rPr sz="6750" spc="-1889" baseline="3703" dirty="0">
                <a:solidFill>
                  <a:srgbClr val="A3A39E"/>
                </a:solidFill>
                <a:latin typeface="Times New Roman"/>
                <a:cs typeface="Times New Roman"/>
              </a:rPr>
              <a:t>-</a:t>
            </a:r>
            <a:r>
              <a:rPr sz="4300" spc="-740" dirty="0">
                <a:solidFill>
                  <a:srgbClr val="909085"/>
                </a:solidFill>
                <a:latin typeface="Arial"/>
                <a:cs typeface="Arial"/>
              </a:rPr>
              <a:t>-</a:t>
            </a:r>
            <a:r>
              <a:rPr sz="6300" spc="165" baseline="9259" dirty="0">
                <a:solidFill>
                  <a:srgbClr val="909085"/>
                </a:solidFill>
                <a:latin typeface="Arial"/>
                <a:cs typeface="Arial"/>
              </a:rPr>
              <a:t>'</a:t>
            </a:r>
            <a:r>
              <a:rPr sz="4300" spc="110" dirty="0">
                <a:solidFill>
                  <a:srgbClr val="A3A39E"/>
                </a:solidFill>
                <a:latin typeface="Arial"/>
                <a:cs typeface="Arial"/>
              </a:rPr>
              <a:t>f</a:t>
            </a:r>
            <a:endParaRPr sz="43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955710" y="3184918"/>
            <a:ext cx="841375" cy="778510"/>
          </a:xfrm>
          <a:prstGeom prst="rect">
            <a:avLst/>
          </a:prstGeom>
        </p:spPr>
        <p:txBody>
          <a:bodyPr vert="horz" wrap="square" lIns="0" tIns="128905" rIns="0" bIns="0" rtlCol="0">
            <a:spAutoFit/>
          </a:bodyPr>
          <a:lstStyle/>
          <a:p>
            <a:pPr marL="57785">
              <a:lnSpc>
                <a:spcPct val="100000"/>
              </a:lnSpc>
              <a:spcBef>
                <a:spcPts val="1015"/>
              </a:spcBef>
            </a:pPr>
            <a:r>
              <a:rPr sz="2100" spc="-520" dirty="0">
                <a:solidFill>
                  <a:srgbClr val="909085"/>
                </a:solidFill>
                <a:latin typeface="Arial"/>
                <a:cs typeface="Arial"/>
              </a:rPr>
              <a:t>,</a:t>
            </a:r>
            <a:r>
              <a:rPr sz="3825" spc="-944" baseline="-26143" dirty="0">
                <a:solidFill>
                  <a:srgbClr val="909085"/>
                </a:solidFill>
                <a:latin typeface="Arial"/>
                <a:cs typeface="Arial"/>
              </a:rPr>
              <a:t>,</a:t>
            </a:r>
            <a:r>
              <a:rPr sz="1050" spc="-202" baseline="23809" dirty="0">
                <a:solidFill>
                  <a:srgbClr val="909085"/>
                </a:solidFill>
                <a:latin typeface="Arial"/>
                <a:cs typeface="Arial"/>
              </a:rPr>
              <a:t>•</a:t>
            </a:r>
            <a:r>
              <a:rPr sz="3825" spc="-1125" baseline="-26143" dirty="0">
                <a:solidFill>
                  <a:srgbClr val="909085"/>
                </a:solidFill>
                <a:latin typeface="Arial"/>
                <a:cs typeface="Arial"/>
              </a:rPr>
              <a:t>,</a:t>
            </a:r>
            <a:r>
              <a:rPr sz="2100" spc="-1075" dirty="0">
                <a:solidFill>
                  <a:srgbClr val="909085"/>
                </a:solidFill>
                <a:latin typeface="Arial"/>
                <a:cs typeface="Arial"/>
              </a:rPr>
              <a:t>_</a:t>
            </a:r>
            <a:r>
              <a:rPr sz="1050" spc="-472" baseline="23809" dirty="0">
                <a:solidFill>
                  <a:srgbClr val="909085"/>
                </a:solidFill>
                <a:latin typeface="Arial"/>
                <a:cs typeface="Arial"/>
              </a:rPr>
              <a:t>1</a:t>
            </a:r>
            <a:r>
              <a:rPr sz="3825" spc="-359" baseline="-26143" dirty="0">
                <a:solidFill>
                  <a:srgbClr val="727775"/>
                </a:solidFill>
                <a:latin typeface="Arial"/>
                <a:cs typeface="Arial"/>
              </a:rPr>
              <a:t>.</a:t>
            </a:r>
            <a:r>
              <a:rPr sz="1050" spc="-517" baseline="23809" dirty="0">
                <a:solidFill>
                  <a:srgbClr val="909085"/>
                </a:solidFill>
                <a:latin typeface="Arial"/>
                <a:cs typeface="Arial"/>
              </a:rPr>
              <a:t>1</a:t>
            </a:r>
            <a:r>
              <a:rPr sz="3825" spc="-1027" baseline="-26143" dirty="0">
                <a:solidFill>
                  <a:srgbClr val="727775"/>
                </a:solidFill>
                <a:latin typeface="Arial"/>
                <a:cs typeface="Arial"/>
              </a:rPr>
              <a:t>.</a:t>
            </a:r>
            <a:r>
              <a:rPr sz="2100" spc="-130" dirty="0">
                <a:solidFill>
                  <a:srgbClr val="909085"/>
                </a:solidFill>
                <a:latin typeface="Arial"/>
                <a:cs typeface="Arial"/>
              </a:rPr>
              <a:t>,</a:t>
            </a:r>
            <a:r>
              <a:rPr sz="1050" spc="-315" baseline="23809" dirty="0">
                <a:solidFill>
                  <a:srgbClr val="909085"/>
                </a:solidFill>
                <a:latin typeface="Arial"/>
                <a:cs typeface="Arial"/>
              </a:rPr>
              <a:t>:</a:t>
            </a:r>
            <a:r>
              <a:rPr sz="2100" spc="-445" dirty="0">
                <a:solidFill>
                  <a:srgbClr val="909085"/>
                </a:solidFill>
                <a:latin typeface="Arial"/>
                <a:cs typeface="Arial"/>
              </a:rPr>
              <a:t>,</a:t>
            </a:r>
            <a:r>
              <a:rPr sz="3825" spc="-1072" baseline="-26143" dirty="0">
                <a:solidFill>
                  <a:srgbClr val="909085"/>
                </a:solidFill>
                <a:latin typeface="Arial"/>
                <a:cs typeface="Arial"/>
              </a:rPr>
              <a:t>.</a:t>
            </a:r>
            <a:r>
              <a:rPr sz="1050" spc="-457" baseline="23809" dirty="0">
                <a:solidFill>
                  <a:srgbClr val="727775"/>
                </a:solidFill>
                <a:latin typeface="Arial"/>
                <a:cs typeface="Arial"/>
              </a:rPr>
              <a:t>a</a:t>
            </a:r>
            <a:r>
              <a:rPr sz="2100" spc="-140" dirty="0">
                <a:solidFill>
                  <a:srgbClr val="909085"/>
                </a:solidFill>
                <a:latin typeface="Arial"/>
                <a:cs typeface="Arial"/>
              </a:rPr>
              <a:t>,</a:t>
            </a:r>
            <a:r>
              <a:rPr sz="1050" spc="-772" baseline="23809" dirty="0">
                <a:solidFill>
                  <a:srgbClr val="A3A39E"/>
                </a:solidFill>
                <a:latin typeface="Arial"/>
                <a:cs typeface="Arial"/>
              </a:rPr>
              <a:t>N</a:t>
            </a:r>
            <a:r>
              <a:rPr sz="2100" spc="-55" dirty="0">
                <a:solidFill>
                  <a:srgbClr val="909085"/>
                </a:solidFill>
                <a:latin typeface="Arial"/>
                <a:cs typeface="Arial"/>
              </a:rPr>
              <a:t>.</a:t>
            </a:r>
            <a:r>
              <a:rPr sz="2100" spc="-295" dirty="0">
                <a:solidFill>
                  <a:srgbClr val="909085"/>
                </a:solidFill>
                <a:latin typeface="Arial"/>
                <a:cs typeface="Arial"/>
              </a:rPr>
              <a:t>.</a:t>
            </a:r>
            <a:r>
              <a:rPr sz="1050" spc="-592" baseline="23809" dirty="0">
                <a:solidFill>
                  <a:srgbClr val="909085"/>
                </a:solidFill>
                <a:latin typeface="Arial"/>
                <a:cs typeface="Arial"/>
              </a:rPr>
              <a:t>a</a:t>
            </a:r>
            <a:r>
              <a:rPr sz="3825" spc="-1057" baseline="-26143" dirty="0">
                <a:solidFill>
                  <a:srgbClr val="A3A39E"/>
                </a:solidFill>
                <a:latin typeface="Arial"/>
                <a:cs typeface="Arial"/>
              </a:rPr>
              <a:t>I</a:t>
            </a:r>
            <a:r>
              <a:rPr sz="2100" spc="-100" dirty="0">
                <a:solidFill>
                  <a:srgbClr val="909085"/>
                </a:solidFill>
                <a:latin typeface="Arial"/>
                <a:cs typeface="Arial"/>
              </a:rPr>
              <a:t>.</a:t>
            </a:r>
            <a:r>
              <a:rPr sz="1050" spc="-322" baseline="23809" dirty="0">
                <a:solidFill>
                  <a:srgbClr val="A3A39E"/>
                </a:solidFill>
                <a:latin typeface="Arial"/>
                <a:cs typeface="Arial"/>
              </a:rPr>
              <a:t>.</a:t>
            </a:r>
            <a:r>
              <a:rPr sz="2100" spc="-300" dirty="0">
                <a:solidFill>
                  <a:srgbClr val="909085"/>
                </a:solidFill>
                <a:latin typeface="Arial"/>
                <a:cs typeface="Arial"/>
              </a:rPr>
              <a:t>.</a:t>
            </a:r>
            <a:r>
              <a:rPr sz="1050" spc="-472" baseline="23809" dirty="0">
                <a:solidFill>
                  <a:srgbClr val="A3A39E"/>
                </a:solidFill>
                <a:latin typeface="Arial"/>
                <a:cs typeface="Arial"/>
              </a:rPr>
              <a:t>1</a:t>
            </a:r>
            <a:r>
              <a:rPr sz="2100" spc="-120" dirty="0">
                <a:solidFill>
                  <a:srgbClr val="909085"/>
                </a:solidFill>
                <a:latin typeface="Arial"/>
                <a:cs typeface="Arial"/>
              </a:rPr>
              <a:t>.</a:t>
            </a:r>
            <a:r>
              <a:rPr sz="1050" spc="-569" baseline="23809" dirty="0">
                <a:solidFill>
                  <a:srgbClr val="A3A39E"/>
                </a:solidFill>
                <a:latin typeface="Arial"/>
                <a:cs typeface="Arial"/>
              </a:rPr>
              <a:t>1</a:t>
            </a:r>
            <a:r>
              <a:rPr sz="2100" spc="-1210" dirty="0">
                <a:solidFill>
                  <a:srgbClr val="A3A39E"/>
                </a:solidFill>
                <a:latin typeface="Arial"/>
                <a:cs typeface="Arial"/>
              </a:rPr>
              <a:t>_</a:t>
            </a:r>
            <a:r>
              <a:rPr sz="3825" spc="-75" baseline="-26143" dirty="0">
                <a:solidFill>
                  <a:srgbClr val="A3A39E"/>
                </a:solidFill>
                <a:latin typeface="Arial"/>
                <a:cs typeface="Arial"/>
              </a:rPr>
              <a:t>I!</a:t>
            </a:r>
            <a:endParaRPr sz="3825" baseline="-26143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450"/>
              </a:spcBef>
            </a:pPr>
            <a:r>
              <a:rPr sz="1250" spc="-25" dirty="0">
                <a:solidFill>
                  <a:srgbClr val="A3A39E"/>
                </a:solidFill>
                <a:latin typeface="Times New Roman"/>
                <a:cs typeface="Times New Roman"/>
              </a:rPr>
              <a:t>b•</a:t>
            </a:r>
            <a:r>
              <a:rPr sz="1250" spc="-25" dirty="0">
                <a:solidFill>
                  <a:srgbClr val="909085"/>
                </a:solidFill>
                <a:latin typeface="Times New Roman"/>
                <a:cs typeface="Times New Roman"/>
              </a:rPr>
              <a:t>•</a:t>
            </a:r>
            <a:r>
              <a:rPr sz="1250" spc="-25" dirty="0">
                <a:solidFill>
                  <a:srgbClr val="A3A39E"/>
                </a:solidFill>
                <a:latin typeface="Times New Roman"/>
                <a:cs typeface="Times New Roman"/>
              </a:rPr>
              <a:t>-</a:t>
            </a:r>
            <a:r>
              <a:rPr sz="1250" spc="-20" dirty="0">
                <a:solidFill>
                  <a:srgbClr val="A3A39E"/>
                </a:solidFill>
                <a:latin typeface="Times New Roman"/>
                <a:cs typeface="Times New Roman"/>
              </a:rPr>
              <a:t>,</a:t>
            </a:r>
            <a:r>
              <a:rPr sz="1250" spc="-95" dirty="0">
                <a:solidFill>
                  <a:srgbClr val="A3A39E"/>
                </a:solidFill>
                <a:latin typeface="Times New Roman"/>
                <a:cs typeface="Times New Roman"/>
              </a:rPr>
              <a:t> </a:t>
            </a:r>
            <a:r>
              <a:rPr sz="1250" spc="-20" dirty="0">
                <a:solidFill>
                  <a:srgbClr val="A3A39E"/>
                </a:solidFill>
                <a:latin typeface="Times New Roman"/>
                <a:cs typeface="Times New Roman"/>
              </a:rPr>
              <a:t>...</a:t>
            </a:r>
            <a:r>
              <a:rPr sz="1250" spc="-45" dirty="0">
                <a:solidFill>
                  <a:srgbClr val="A3A39E"/>
                </a:solidFill>
                <a:latin typeface="Times New Roman"/>
                <a:cs typeface="Times New Roman"/>
              </a:rPr>
              <a:t> </a:t>
            </a:r>
            <a:r>
              <a:rPr sz="1250" spc="-50" dirty="0">
                <a:solidFill>
                  <a:srgbClr val="A3A39E"/>
                </a:solidFill>
                <a:latin typeface="Times New Roman"/>
                <a:cs typeface="Times New Roman"/>
              </a:rPr>
              <a:t>-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7361986" y="8699372"/>
            <a:ext cx="102235" cy="174625"/>
          </a:xfrm>
          <a:custGeom>
            <a:avLst/>
            <a:gdLst/>
            <a:ahLst/>
            <a:cxnLst/>
            <a:rect l="l" t="t" r="r" b="b"/>
            <a:pathLst>
              <a:path w="102234" h="174625">
                <a:moveTo>
                  <a:pt x="101882" y="174116"/>
                </a:moveTo>
                <a:lnTo>
                  <a:pt x="0" y="174116"/>
                </a:lnTo>
                <a:lnTo>
                  <a:pt x="0" y="0"/>
                </a:lnTo>
                <a:lnTo>
                  <a:pt x="101882" y="0"/>
                </a:lnTo>
                <a:lnTo>
                  <a:pt x="101882" y="174116"/>
                </a:lnTo>
                <a:close/>
              </a:path>
            </a:pathLst>
          </a:custGeom>
          <a:solidFill>
            <a:srgbClr val="E2E1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6421685" y="8691722"/>
            <a:ext cx="953135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spc="580" dirty="0">
                <a:solidFill>
                  <a:srgbClr val="A3A39E"/>
                </a:solidFill>
                <a:latin typeface="Arial"/>
                <a:cs typeface="Arial"/>
              </a:rPr>
              <a:t>-</a:t>
            </a:r>
            <a:r>
              <a:rPr sz="1000" spc="500" dirty="0">
                <a:solidFill>
                  <a:srgbClr val="A3A39E"/>
                </a:solidFill>
                <a:latin typeface="Arial"/>
                <a:cs typeface="Arial"/>
              </a:rPr>
              <a:t> </a:t>
            </a:r>
            <a:r>
              <a:rPr sz="1000" spc="595" dirty="0">
                <a:solidFill>
                  <a:srgbClr val="727775"/>
                </a:solidFill>
                <a:latin typeface="Arial"/>
                <a:cs typeface="Arial"/>
              </a:rPr>
              <a:t>·</a:t>
            </a:r>
            <a:r>
              <a:rPr sz="1000" u="heavy" spc="595" dirty="0">
                <a:solidFill>
                  <a:srgbClr val="909085"/>
                </a:solidFill>
                <a:uFill>
                  <a:solidFill>
                    <a:srgbClr val="A2A29D"/>
                  </a:solidFill>
                </a:uFill>
                <a:latin typeface="Arial"/>
                <a:cs typeface="Arial"/>
              </a:rPr>
              <a:t>••</a:t>
            </a:r>
            <a:r>
              <a:rPr sz="1000" u="heavy" spc="595" dirty="0">
                <a:solidFill>
                  <a:srgbClr val="B8BCA5"/>
                </a:solidFill>
                <a:uFill>
                  <a:solidFill>
                    <a:srgbClr val="A2A29D"/>
                  </a:solidFill>
                </a:uFill>
                <a:latin typeface="Arial"/>
                <a:cs typeface="Arial"/>
              </a:rPr>
              <a:t>-</a:t>
            </a:r>
            <a:r>
              <a:rPr sz="1000" u="heavy" spc="580" dirty="0">
                <a:solidFill>
                  <a:srgbClr val="A3A39E"/>
                </a:solidFill>
                <a:uFill>
                  <a:solidFill>
                    <a:srgbClr val="A2A29D"/>
                  </a:solidFill>
                </a:uFill>
                <a:latin typeface="Arial"/>
                <a:cs typeface="Arial"/>
              </a:rPr>
              <a:t>-</a:t>
            </a:r>
            <a:r>
              <a:rPr sz="1000" spc="530" dirty="0">
                <a:solidFill>
                  <a:srgbClr val="A3A39E"/>
                </a:solidFill>
                <a:latin typeface="Arial"/>
                <a:cs typeface="Arial"/>
              </a:rPr>
              <a:t>-</a:t>
            </a:r>
            <a:endParaRPr sz="10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446531" y="8398181"/>
            <a:ext cx="346710" cy="3930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400" spc="-210" dirty="0">
                <a:solidFill>
                  <a:srgbClr val="A3A39E"/>
                </a:solidFill>
                <a:latin typeface="Times New Roman"/>
                <a:cs typeface="Times New Roman"/>
              </a:rPr>
              <a:t>_.,,.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716481" y="8895926"/>
            <a:ext cx="1261745" cy="163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00" dirty="0">
                <a:solidFill>
                  <a:srgbClr val="A3A39E"/>
                </a:solidFill>
                <a:latin typeface="Courier New"/>
                <a:cs typeface="Courier New"/>
              </a:rPr>
              <a:t>•</a:t>
            </a:r>
            <a:r>
              <a:rPr sz="900" dirty="0">
                <a:solidFill>
                  <a:srgbClr val="909085"/>
                </a:solidFill>
                <a:latin typeface="Courier New"/>
                <a:cs typeface="Courier New"/>
              </a:rPr>
              <a:t>:llll•</a:t>
            </a:r>
            <a:r>
              <a:rPr sz="900" dirty="0">
                <a:solidFill>
                  <a:srgbClr val="A3A39E"/>
                </a:solidFill>
                <a:latin typeface="Courier New"/>
                <a:cs typeface="Courier New"/>
              </a:rPr>
              <a:t>ftl</a:t>
            </a:r>
            <a:r>
              <a:rPr sz="900" spc="405" dirty="0">
                <a:solidFill>
                  <a:srgbClr val="A3A39E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909085"/>
                </a:solidFill>
                <a:latin typeface="Courier New"/>
                <a:cs typeface="Courier New"/>
              </a:rPr>
              <a:t>N-</a:t>
            </a:r>
            <a:r>
              <a:rPr sz="900" spc="-20" dirty="0">
                <a:solidFill>
                  <a:srgbClr val="A3A39E"/>
                </a:solidFill>
                <a:latin typeface="Courier New"/>
                <a:cs typeface="Courier New"/>
              </a:rPr>
              <a:t>1!_,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753362" y="8806588"/>
            <a:ext cx="1359535" cy="3168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1223645" algn="l"/>
              </a:tabLst>
            </a:pPr>
            <a:r>
              <a:rPr sz="1900" spc="-10" dirty="0">
                <a:solidFill>
                  <a:srgbClr val="A3A39E"/>
                </a:solidFill>
                <a:latin typeface="Arial"/>
                <a:cs typeface="Arial"/>
              </a:rPr>
              <a:t>_,</a:t>
            </a:r>
            <a:r>
              <a:rPr sz="1900" spc="-10" dirty="0">
                <a:solidFill>
                  <a:srgbClr val="909085"/>
                </a:solidFill>
                <a:latin typeface="Arial"/>
                <a:cs typeface="Arial"/>
              </a:rPr>
              <a:t>w,</a:t>
            </a:r>
            <a:r>
              <a:rPr sz="1900" spc="-10" dirty="0">
                <a:solidFill>
                  <a:srgbClr val="727775"/>
                </a:solidFill>
                <a:latin typeface="Arial"/>
                <a:cs typeface="Arial"/>
              </a:rPr>
              <a:t>_</a:t>
            </a:r>
            <a:r>
              <a:rPr sz="1900" spc="-10" dirty="0">
                <a:solidFill>
                  <a:srgbClr val="909085"/>
                </a:solidFill>
                <a:latin typeface="Arial"/>
                <a:cs typeface="Arial"/>
              </a:rPr>
              <a:t>..,.._</a:t>
            </a:r>
            <a:r>
              <a:rPr sz="1900" dirty="0">
                <a:solidFill>
                  <a:srgbClr val="909085"/>
                </a:solidFill>
                <a:latin typeface="Arial"/>
                <a:cs typeface="Arial"/>
              </a:rPr>
              <a:t>	</a:t>
            </a:r>
            <a:r>
              <a:rPr sz="1900" spc="-80" dirty="0">
                <a:solidFill>
                  <a:srgbClr val="A3A39E"/>
                </a:solidFill>
                <a:latin typeface="Arial"/>
                <a:cs typeface="Arial"/>
              </a:rPr>
              <a:t>,-</a:t>
            </a:r>
            <a:endParaRPr sz="19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6673472" y="8730011"/>
            <a:ext cx="1226820" cy="6845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300" spc="-415" dirty="0">
                <a:solidFill>
                  <a:srgbClr val="909085"/>
                </a:solidFill>
                <a:latin typeface="Arial"/>
                <a:cs typeface="Arial"/>
              </a:rPr>
              <a:t>·</a:t>
            </a:r>
            <a:r>
              <a:rPr sz="4300" spc="-415" dirty="0">
                <a:solidFill>
                  <a:srgbClr val="A3A39E"/>
                </a:solidFill>
                <a:latin typeface="Arial"/>
                <a:cs typeface="Arial"/>
              </a:rPr>
              <a:t>-</a:t>
            </a:r>
            <a:r>
              <a:rPr sz="4300" spc="-420" dirty="0">
                <a:solidFill>
                  <a:srgbClr val="A3A39E"/>
                </a:solidFill>
                <a:latin typeface="Arial"/>
                <a:cs typeface="Arial"/>
              </a:rPr>
              <a:t>--</a:t>
            </a:r>
            <a:r>
              <a:rPr sz="4300" spc="-405" dirty="0">
                <a:solidFill>
                  <a:srgbClr val="A3A39E"/>
                </a:solidFill>
                <a:latin typeface="Arial"/>
                <a:cs typeface="Arial"/>
              </a:rPr>
              <a:t>-</a:t>
            </a:r>
            <a:r>
              <a:rPr sz="4300" spc="-415" dirty="0">
                <a:solidFill>
                  <a:srgbClr val="A3A39E"/>
                </a:solidFill>
                <a:latin typeface="Arial"/>
                <a:cs typeface="Arial"/>
              </a:rPr>
              <a:t>-</a:t>
            </a:r>
            <a:r>
              <a:rPr sz="4300" spc="-415" dirty="0">
                <a:solidFill>
                  <a:srgbClr val="909085"/>
                </a:solidFill>
                <a:latin typeface="Arial"/>
                <a:cs typeface="Arial"/>
              </a:rPr>
              <a:t>-</a:t>
            </a:r>
            <a:r>
              <a:rPr sz="4300" spc="-1400" dirty="0">
                <a:solidFill>
                  <a:srgbClr val="909085"/>
                </a:solidFill>
                <a:latin typeface="Arial"/>
                <a:cs typeface="Arial"/>
              </a:rPr>
              <a:t>-</a:t>
            </a:r>
            <a:r>
              <a:rPr sz="2550" spc="-190" dirty="0">
                <a:solidFill>
                  <a:srgbClr val="A3A39E"/>
                </a:solidFill>
                <a:latin typeface="Times New Roman"/>
                <a:cs typeface="Times New Roman"/>
              </a:rPr>
              <a:t>,</a:t>
            </a:r>
            <a:r>
              <a:rPr sz="2550" spc="-75" dirty="0">
                <a:solidFill>
                  <a:srgbClr val="A3A39E"/>
                </a:solidFill>
                <a:latin typeface="Times New Roman"/>
                <a:cs typeface="Times New Roman"/>
              </a:rPr>
              <a:t> </a:t>
            </a:r>
            <a:r>
              <a:rPr sz="4300" spc="-1290" dirty="0">
                <a:solidFill>
                  <a:srgbClr val="909085"/>
                </a:solidFill>
                <a:latin typeface="Arial"/>
                <a:cs typeface="Arial"/>
              </a:rPr>
              <a:t>·</a:t>
            </a:r>
            <a:endParaRPr sz="43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7747672" y="9202232"/>
            <a:ext cx="131445" cy="3105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8265">
              <a:lnSpc>
                <a:spcPts val="1025"/>
              </a:lnSpc>
              <a:spcBef>
                <a:spcPts val="105"/>
              </a:spcBef>
            </a:pPr>
            <a:r>
              <a:rPr sz="1000" i="1" spc="-100" dirty="0">
                <a:solidFill>
                  <a:srgbClr val="A3A39E"/>
                </a:solidFill>
                <a:latin typeface="Times New Roman"/>
                <a:cs typeface="Times New Roman"/>
              </a:rPr>
              <a:t>I</a:t>
            </a: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ts val="1205"/>
              </a:lnSpc>
            </a:pPr>
            <a:r>
              <a:rPr sz="1150" i="1" spc="-114" dirty="0">
                <a:solidFill>
                  <a:srgbClr val="A3A39E"/>
                </a:solidFill>
                <a:latin typeface="Times New Roman"/>
                <a:cs typeface="Times New Roman"/>
              </a:rPr>
              <a:t>I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7696730" y="9438341"/>
            <a:ext cx="60325" cy="2019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50" i="1" spc="-114" dirty="0">
                <a:solidFill>
                  <a:srgbClr val="A3A39E"/>
                </a:solidFill>
                <a:latin typeface="Times New Roman"/>
                <a:cs typeface="Times New Roman"/>
              </a:rPr>
              <a:t>I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0472381" y="1066001"/>
            <a:ext cx="2251075" cy="111061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60960">
              <a:lnSpc>
                <a:spcPts val="2430"/>
              </a:lnSpc>
              <a:spcBef>
                <a:spcPts val="110"/>
              </a:spcBef>
            </a:pPr>
            <a:r>
              <a:rPr sz="2250" spc="-25" dirty="0">
                <a:solidFill>
                  <a:srgbClr val="727775"/>
                </a:solidFill>
                <a:latin typeface="Times New Roman"/>
                <a:cs typeface="Times New Roman"/>
              </a:rPr>
              <a:t>ff</a:t>
            </a:r>
            <a:endParaRPr sz="2250">
              <a:latin typeface="Times New Roman"/>
              <a:cs typeface="Times New Roman"/>
            </a:endParaRPr>
          </a:p>
          <a:p>
            <a:pPr marL="31115">
              <a:lnSpc>
                <a:spcPts val="1714"/>
              </a:lnSpc>
            </a:pPr>
            <a:r>
              <a:rPr sz="1800" spc="-25" dirty="0">
                <a:solidFill>
                  <a:srgbClr val="727775"/>
                </a:solidFill>
                <a:latin typeface="Times New Roman"/>
                <a:cs typeface="Times New Roman"/>
              </a:rPr>
              <a:t>;if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ts val="2435"/>
              </a:lnSpc>
            </a:pPr>
            <a:r>
              <a:rPr sz="2300" spc="-25" dirty="0">
                <a:solidFill>
                  <a:srgbClr val="727775"/>
                </a:solidFill>
                <a:latin typeface="Times New Roman"/>
                <a:cs typeface="Times New Roman"/>
              </a:rPr>
              <a:t>ii</a:t>
            </a:r>
            <a:endParaRPr sz="2300">
              <a:latin typeface="Times New Roman"/>
              <a:cs typeface="Times New Roman"/>
            </a:endParaRPr>
          </a:p>
          <a:p>
            <a:pPr marL="46990">
              <a:lnSpc>
                <a:spcPts val="1950"/>
              </a:lnSpc>
            </a:pPr>
            <a:r>
              <a:rPr sz="1750" i="1" spc="-270" dirty="0">
                <a:solidFill>
                  <a:srgbClr val="727775"/>
                </a:solidFill>
                <a:latin typeface="Times New Roman"/>
                <a:cs typeface="Times New Roman"/>
              </a:rPr>
              <a:t>fciJ</a:t>
            </a:r>
            <a:r>
              <a:rPr sz="1750" i="1" spc="-180" dirty="0">
                <a:solidFill>
                  <a:srgbClr val="727775"/>
                </a:solidFill>
                <a:latin typeface="Times New Roman"/>
                <a:cs typeface="Times New Roman"/>
              </a:rPr>
              <a:t> </a:t>
            </a:r>
            <a:r>
              <a:rPr sz="1550" i="1" dirty="0">
                <a:solidFill>
                  <a:srgbClr val="727775"/>
                </a:solidFill>
                <a:latin typeface="Arial"/>
                <a:cs typeface="Arial"/>
              </a:rPr>
              <a:t>Car</a:t>
            </a:r>
            <a:r>
              <a:rPr sz="1550" i="1" dirty="0">
                <a:solidFill>
                  <a:srgbClr val="9A727C"/>
                </a:solidFill>
                <a:latin typeface="Arial"/>
                <a:cs typeface="Arial"/>
              </a:rPr>
              <a:t>bO</a:t>
            </a:r>
            <a:r>
              <a:rPr sz="1550" i="1" dirty="0">
                <a:solidFill>
                  <a:srgbClr val="727775"/>
                </a:solidFill>
                <a:latin typeface="Arial"/>
                <a:cs typeface="Arial"/>
              </a:rPr>
              <a:t>n</a:t>
            </a:r>
            <a:r>
              <a:rPr sz="1550" i="1" spc="240" dirty="0">
                <a:solidFill>
                  <a:srgbClr val="727775"/>
                </a:solidFill>
                <a:latin typeface="Arial"/>
                <a:cs typeface="Arial"/>
              </a:rPr>
              <a:t> </a:t>
            </a:r>
            <a:r>
              <a:rPr sz="1550" i="1" spc="50" dirty="0">
                <a:solidFill>
                  <a:srgbClr val="727775"/>
                </a:solidFill>
                <a:latin typeface="Arial"/>
                <a:cs typeface="Arial"/>
              </a:rPr>
              <a:t>N</a:t>
            </a:r>
            <a:r>
              <a:rPr sz="1550" i="1" spc="50" dirty="0">
                <a:solidFill>
                  <a:srgbClr val="909085"/>
                </a:solidFill>
                <a:latin typeface="Arial"/>
                <a:cs typeface="Arial"/>
              </a:rPr>
              <a:t>e</a:t>
            </a:r>
            <a:r>
              <a:rPr sz="1550" i="1" spc="50" dirty="0">
                <a:solidFill>
                  <a:srgbClr val="727775"/>
                </a:solidFill>
                <a:latin typeface="Arial"/>
                <a:cs typeface="Arial"/>
              </a:rPr>
              <a:t>utral</a:t>
            </a:r>
            <a:r>
              <a:rPr sz="1550" i="1" spc="50" dirty="0">
                <a:solidFill>
                  <a:srgbClr val="909085"/>
                </a:solidFill>
                <a:latin typeface="Arial"/>
                <a:cs typeface="Arial"/>
              </a:rPr>
              <a:t>@</a:t>
            </a:r>
            <a:r>
              <a:rPr sz="1550" i="1" spc="50" dirty="0">
                <a:solidFill>
                  <a:srgbClr val="727775"/>
                </a:solidFill>
                <a:latin typeface="Arial"/>
                <a:cs typeface="Arial"/>
              </a:rPr>
              <a:t>HK</a:t>
            </a:r>
            <a:endParaRPr sz="155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2039299" y="4614035"/>
            <a:ext cx="74930" cy="247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50" spc="25" dirty="0">
                <a:solidFill>
                  <a:srgbClr val="A3A39E"/>
                </a:solidFill>
                <a:latin typeface="Times New Roman"/>
                <a:cs typeface="Times New Roman"/>
              </a:rPr>
              <a:t>,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1733839" y="4843764"/>
            <a:ext cx="9715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i="1" spc="35" dirty="0">
                <a:solidFill>
                  <a:srgbClr val="B3BCC4"/>
                </a:solidFill>
                <a:latin typeface="Times New Roman"/>
                <a:cs typeface="Times New Roman"/>
              </a:rPr>
              <a:t>1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2500347" y="4824620"/>
            <a:ext cx="770255" cy="2863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50" spc="-10" dirty="0">
                <a:solidFill>
                  <a:srgbClr val="909085"/>
                </a:solidFill>
                <a:latin typeface="Arial"/>
                <a:cs typeface="Arial"/>
              </a:rPr>
              <a:t>a•it;</a:t>
            </a:r>
            <a:r>
              <a:rPr sz="1250" spc="-10" dirty="0">
                <a:solidFill>
                  <a:srgbClr val="727775"/>
                </a:solidFill>
                <a:latin typeface="Arial"/>
                <a:cs typeface="Arial"/>
              </a:rPr>
              <a:t>aa</a:t>
            </a:r>
            <a:r>
              <a:rPr sz="1700" spc="-10" dirty="0">
                <a:solidFill>
                  <a:srgbClr val="727775"/>
                </a:solidFill>
                <a:latin typeface="Arial"/>
                <a:cs typeface="Arial"/>
              </a:rPr>
              <a:t>■■</a:t>
            </a:r>
            <a:endParaRPr sz="170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2362157" y="5016060"/>
            <a:ext cx="1045844" cy="251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ctr">
              <a:lnSpc>
                <a:spcPts val="855"/>
              </a:lnSpc>
              <a:spcBef>
                <a:spcPts val="100"/>
              </a:spcBef>
            </a:pPr>
            <a:r>
              <a:rPr sz="800" spc="85" dirty="0">
                <a:solidFill>
                  <a:srgbClr val="727775"/>
                </a:solidFill>
                <a:latin typeface="Arial"/>
                <a:cs typeface="Arial"/>
              </a:rPr>
              <a:t>.0-</a:t>
            </a:r>
            <a:r>
              <a:rPr sz="800" spc="80" dirty="0">
                <a:solidFill>
                  <a:srgbClr val="727775"/>
                </a:solidFill>
                <a:latin typeface="Arial"/>
                <a:cs typeface="Arial"/>
              </a:rPr>
              <a:t>tu"C</a:t>
            </a:r>
            <a:r>
              <a:rPr sz="800" spc="80" dirty="0">
                <a:solidFill>
                  <a:srgbClr val="596662"/>
                </a:solidFill>
                <a:latin typeface="Arial"/>
                <a:cs typeface="Arial"/>
              </a:rPr>
              <a:t>N</a:t>
            </a:r>
            <a:r>
              <a:rPr sz="800" spc="80" dirty="0">
                <a:solidFill>
                  <a:srgbClr val="727775"/>
                </a:solidFill>
                <a:latin typeface="Arial"/>
                <a:cs typeface="Arial"/>
              </a:rPr>
              <a:t>..</a:t>
            </a:r>
            <a:r>
              <a:rPr sz="800" spc="260" dirty="0">
                <a:solidFill>
                  <a:srgbClr val="727775"/>
                </a:solidFill>
                <a:latin typeface="Arial"/>
                <a:cs typeface="Arial"/>
              </a:rPr>
              <a:t> </a:t>
            </a:r>
            <a:r>
              <a:rPr sz="800" spc="75" dirty="0">
                <a:solidFill>
                  <a:srgbClr val="727775"/>
                </a:solidFill>
                <a:latin typeface="Arial"/>
                <a:cs typeface="Arial"/>
              </a:rPr>
              <a:t>h</a:t>
            </a:r>
            <a:endParaRPr sz="800">
              <a:latin typeface="Arial"/>
              <a:cs typeface="Arial"/>
            </a:endParaRPr>
          </a:p>
          <a:p>
            <a:pPr algn="ctr">
              <a:lnSpc>
                <a:spcPts val="915"/>
              </a:lnSpc>
            </a:pPr>
            <a:r>
              <a:rPr sz="700" i="1" spc="100" dirty="0">
                <a:solidFill>
                  <a:srgbClr val="727775"/>
                </a:solidFill>
                <a:latin typeface="Arial"/>
                <a:cs typeface="Arial"/>
              </a:rPr>
              <a:t>H-</a:t>
            </a:r>
            <a:r>
              <a:rPr sz="700" i="1" spc="295" dirty="0">
                <a:solidFill>
                  <a:srgbClr val="727775"/>
                </a:solidFill>
                <a:latin typeface="Arial"/>
                <a:cs typeface="Arial"/>
              </a:rPr>
              <a:t>  </a:t>
            </a:r>
            <a:r>
              <a:rPr sz="850" dirty="0">
                <a:solidFill>
                  <a:srgbClr val="727775"/>
                </a:solidFill>
                <a:latin typeface="Times New Roman"/>
                <a:cs typeface="Times New Roman"/>
              </a:rPr>
              <a:t>°'"""lo,ment</a:t>
            </a:r>
            <a:r>
              <a:rPr sz="850" spc="-75" dirty="0">
                <a:solidFill>
                  <a:srgbClr val="727775"/>
                </a:solidFill>
                <a:latin typeface="Times New Roman"/>
                <a:cs typeface="Times New Roman"/>
              </a:rPr>
              <a:t> </a:t>
            </a:r>
            <a:r>
              <a:rPr sz="800" spc="30" dirty="0">
                <a:solidFill>
                  <a:srgbClr val="727775"/>
                </a:solidFill>
                <a:latin typeface="Times New Roman"/>
                <a:cs typeface="Times New Roman"/>
              </a:rPr>
              <a:t>Ate1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11425519" y="5469137"/>
            <a:ext cx="1447800" cy="90614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500" spc="-310" dirty="0">
                <a:solidFill>
                  <a:srgbClr val="A3A39E"/>
                </a:solidFill>
                <a:latin typeface="Arial"/>
                <a:cs typeface="Arial"/>
              </a:rPr>
              <a:t>"</a:t>
            </a:r>
            <a:r>
              <a:rPr sz="8625" spc="-2737" baseline="-20289" dirty="0">
                <a:solidFill>
                  <a:srgbClr val="909085"/>
                </a:solidFill>
                <a:latin typeface="Times New Roman"/>
                <a:cs typeface="Times New Roman"/>
              </a:rPr>
              <a:t>-</a:t>
            </a:r>
            <a:r>
              <a:rPr sz="2625" spc="-277" baseline="-22222" dirty="0">
                <a:solidFill>
                  <a:srgbClr val="909085"/>
                </a:solidFill>
                <a:latin typeface="Arial"/>
                <a:cs typeface="Arial"/>
              </a:rPr>
              <a:t>-</a:t>
            </a:r>
            <a:r>
              <a:rPr sz="1500" spc="-190" dirty="0">
                <a:solidFill>
                  <a:srgbClr val="727775"/>
                </a:solidFill>
                <a:latin typeface="Arial"/>
                <a:cs typeface="Arial"/>
              </a:rPr>
              <a:t>*</a:t>
            </a:r>
            <a:r>
              <a:rPr sz="2625" spc="-284" baseline="-22222" dirty="0">
                <a:solidFill>
                  <a:srgbClr val="909085"/>
                </a:solidFill>
                <a:latin typeface="Arial"/>
                <a:cs typeface="Arial"/>
              </a:rPr>
              <a:t>-</a:t>
            </a:r>
            <a:r>
              <a:rPr sz="1500" spc="-185" dirty="0">
                <a:solidFill>
                  <a:srgbClr val="909085"/>
                </a:solidFill>
                <a:latin typeface="Arial"/>
                <a:cs typeface="Arial"/>
              </a:rPr>
              <a:t>..</a:t>
            </a:r>
            <a:r>
              <a:rPr sz="2625" spc="-277" baseline="-22222" dirty="0">
                <a:solidFill>
                  <a:srgbClr val="909085"/>
                </a:solidFill>
                <a:latin typeface="Arial"/>
                <a:cs typeface="Arial"/>
              </a:rPr>
              <a:t>-</a:t>
            </a:r>
            <a:r>
              <a:rPr sz="1500" spc="25" dirty="0">
                <a:solidFill>
                  <a:srgbClr val="909085"/>
                </a:solidFill>
                <a:latin typeface="Arial"/>
                <a:cs typeface="Arial"/>
              </a:rPr>
              <a:t>.</a:t>
            </a:r>
            <a:r>
              <a:rPr sz="1500" spc="-165" dirty="0">
                <a:solidFill>
                  <a:srgbClr val="909085"/>
                </a:solidFill>
                <a:latin typeface="Arial"/>
                <a:cs typeface="Arial"/>
              </a:rPr>
              <a:t>.</a:t>
            </a:r>
            <a:r>
              <a:rPr sz="2625" spc="-292" baseline="-22222" dirty="0">
                <a:solidFill>
                  <a:srgbClr val="909085"/>
                </a:solidFill>
                <a:latin typeface="Arial"/>
                <a:cs typeface="Arial"/>
              </a:rPr>
              <a:t>'</a:t>
            </a:r>
            <a:r>
              <a:rPr sz="8625" spc="-2820" baseline="-20289" dirty="0">
                <a:solidFill>
                  <a:srgbClr val="909085"/>
                </a:solidFill>
                <a:latin typeface="Times New Roman"/>
                <a:cs typeface="Times New Roman"/>
              </a:rPr>
              <a:t>-</a:t>
            </a:r>
            <a:r>
              <a:rPr sz="1500" spc="-95" dirty="0">
                <a:solidFill>
                  <a:srgbClr val="909085"/>
                </a:solidFill>
                <a:latin typeface="Arial"/>
                <a:cs typeface="Arial"/>
              </a:rPr>
              <a:t>.</a:t>
            </a:r>
            <a:r>
              <a:rPr sz="2625" spc="-787" baseline="-22222" dirty="0">
                <a:solidFill>
                  <a:srgbClr val="909085"/>
                </a:solidFill>
                <a:latin typeface="Arial"/>
                <a:cs typeface="Arial"/>
              </a:rPr>
              <a:t>•</a:t>
            </a:r>
            <a:r>
              <a:rPr sz="1500" spc="20" dirty="0">
                <a:solidFill>
                  <a:srgbClr val="909085"/>
                </a:solidFill>
                <a:latin typeface="Arial"/>
                <a:cs typeface="Arial"/>
              </a:rPr>
              <a:t>.</a:t>
            </a:r>
            <a:r>
              <a:rPr sz="1500" spc="-10" dirty="0">
                <a:solidFill>
                  <a:srgbClr val="727775"/>
                </a:solidFill>
                <a:latin typeface="Arial"/>
                <a:cs typeface="Arial"/>
              </a:rPr>
              <a:t>.</a:t>
            </a:r>
            <a:r>
              <a:rPr sz="2625" spc="-825" baseline="-22222" dirty="0">
                <a:solidFill>
                  <a:srgbClr val="909085"/>
                </a:solidFill>
                <a:latin typeface="Arial"/>
                <a:cs typeface="Arial"/>
              </a:rPr>
              <a:t>-</a:t>
            </a:r>
            <a:r>
              <a:rPr sz="1500" spc="-135" dirty="0">
                <a:solidFill>
                  <a:srgbClr val="727775"/>
                </a:solidFill>
                <a:latin typeface="Arial"/>
                <a:cs typeface="Arial"/>
              </a:rPr>
              <a:t>.</a:t>
            </a:r>
            <a:r>
              <a:rPr sz="1500" spc="-135" dirty="0">
                <a:solidFill>
                  <a:srgbClr val="909085"/>
                </a:solidFill>
                <a:latin typeface="Arial"/>
                <a:cs typeface="Arial"/>
              </a:rPr>
              <a:t>..</a:t>
            </a:r>
            <a:r>
              <a:rPr sz="2625" spc="-202" baseline="-22222" dirty="0">
                <a:solidFill>
                  <a:srgbClr val="909085"/>
                </a:solidFill>
                <a:latin typeface="Arial"/>
                <a:cs typeface="Arial"/>
              </a:rPr>
              <a:t>-</a:t>
            </a:r>
            <a:r>
              <a:rPr sz="1500" spc="-135" dirty="0">
                <a:solidFill>
                  <a:srgbClr val="727775"/>
                </a:solidFill>
                <a:latin typeface="Arial"/>
                <a:cs typeface="Arial"/>
              </a:rPr>
              <a:t>..</a:t>
            </a:r>
            <a:r>
              <a:rPr sz="2625" spc="-202" baseline="-22222" dirty="0">
                <a:solidFill>
                  <a:srgbClr val="909085"/>
                </a:solidFill>
                <a:latin typeface="Arial"/>
                <a:cs typeface="Arial"/>
              </a:rPr>
              <a:t>-</a:t>
            </a:r>
            <a:r>
              <a:rPr sz="1500" spc="-285" dirty="0">
                <a:solidFill>
                  <a:srgbClr val="909085"/>
                </a:solidFill>
                <a:latin typeface="Arial"/>
                <a:cs typeface="Arial"/>
              </a:rPr>
              <a:t>.</a:t>
            </a:r>
            <a:r>
              <a:rPr sz="2625" spc="-427" baseline="-22222" dirty="0">
                <a:solidFill>
                  <a:srgbClr val="909085"/>
                </a:solidFill>
                <a:latin typeface="Arial"/>
                <a:cs typeface="Arial"/>
              </a:rPr>
              <a:t>-</a:t>
            </a:r>
            <a:r>
              <a:rPr sz="1500" dirty="0">
                <a:solidFill>
                  <a:srgbClr val="909085"/>
                </a:solidFill>
                <a:latin typeface="Arial"/>
                <a:cs typeface="Arial"/>
              </a:rPr>
              <a:t>.</a:t>
            </a:r>
            <a:r>
              <a:rPr sz="1500" spc="190" dirty="0">
                <a:solidFill>
                  <a:srgbClr val="909085"/>
                </a:solidFill>
                <a:latin typeface="Arial"/>
                <a:cs typeface="Arial"/>
              </a:rPr>
              <a:t> </a:t>
            </a:r>
            <a:r>
              <a:rPr sz="2625" spc="509" baseline="-22222" dirty="0">
                <a:solidFill>
                  <a:srgbClr val="909085"/>
                </a:solidFill>
                <a:latin typeface="Arial"/>
                <a:cs typeface="Arial"/>
              </a:rPr>
              <a:t>-</a:t>
            </a:r>
            <a:r>
              <a:rPr sz="2625" spc="367" baseline="-22222" dirty="0">
                <a:solidFill>
                  <a:srgbClr val="909085"/>
                </a:solidFill>
                <a:latin typeface="Arial"/>
                <a:cs typeface="Arial"/>
              </a:rPr>
              <a:t>'-</a:t>
            </a:r>
            <a:endParaRPr sz="2625" baseline="-22222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1439453" y="5973265"/>
            <a:ext cx="560705" cy="6845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2100" spc="-1165" dirty="0">
                <a:solidFill>
                  <a:srgbClr val="727775"/>
                </a:solidFill>
                <a:latin typeface="Courier New"/>
                <a:cs typeface="Courier New"/>
              </a:rPr>
              <a:t>•</a:t>
            </a:r>
            <a:r>
              <a:rPr sz="6450" spc="-900" baseline="-15503" dirty="0">
                <a:solidFill>
                  <a:srgbClr val="909085"/>
                </a:solidFill>
                <a:latin typeface="Arial"/>
                <a:cs typeface="Arial"/>
              </a:rPr>
              <a:t>-</a:t>
            </a:r>
            <a:r>
              <a:rPr sz="2100" spc="-819" dirty="0">
                <a:solidFill>
                  <a:srgbClr val="909085"/>
                </a:solidFill>
                <a:latin typeface="Courier New"/>
                <a:cs typeface="Courier New"/>
              </a:rPr>
              <a:t>•</a:t>
            </a:r>
            <a:r>
              <a:rPr sz="6450" spc="-1462" baseline="-15503" dirty="0">
                <a:solidFill>
                  <a:srgbClr val="909085"/>
                </a:solidFill>
                <a:latin typeface="Arial"/>
                <a:cs typeface="Arial"/>
              </a:rPr>
              <a:t>·</a:t>
            </a:r>
            <a:r>
              <a:rPr sz="2100" spc="-425" dirty="0">
                <a:solidFill>
                  <a:srgbClr val="A3A39E"/>
                </a:solidFill>
                <a:latin typeface="Courier New"/>
                <a:cs typeface="Courier New"/>
              </a:rPr>
              <a:t>•</a:t>
            </a:r>
            <a:r>
              <a:rPr sz="6450" spc="-1964" baseline="-15503" dirty="0">
                <a:solidFill>
                  <a:srgbClr val="909085"/>
                </a:solidFill>
                <a:latin typeface="Arial"/>
                <a:cs typeface="Arial"/>
              </a:rPr>
              <a:t>-</a:t>
            </a:r>
            <a:r>
              <a:rPr sz="2100" spc="-370" dirty="0">
                <a:solidFill>
                  <a:srgbClr val="909085"/>
                </a:solidFill>
                <a:latin typeface="Courier New"/>
                <a:cs typeface="Courier New"/>
              </a:rPr>
              <a:t>•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13712176" y="6241281"/>
            <a:ext cx="240665" cy="8070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100" spc="-110" dirty="0">
                <a:solidFill>
                  <a:srgbClr val="A3A39E"/>
                </a:solidFill>
                <a:latin typeface="Arial"/>
                <a:cs typeface="Arial"/>
              </a:rPr>
              <a:t>''</a:t>
            </a:r>
            <a:endParaRPr sz="510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13039089" y="9061842"/>
            <a:ext cx="177800" cy="5924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700" spc="-35" dirty="0">
                <a:solidFill>
                  <a:srgbClr val="909085"/>
                </a:solidFill>
                <a:latin typeface="Arial"/>
                <a:cs typeface="Arial"/>
              </a:rPr>
              <a:t>-</a:t>
            </a:r>
            <a:endParaRPr sz="370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13618438" y="7278891"/>
            <a:ext cx="4203700" cy="21964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2069" indent="1038860">
              <a:lnSpc>
                <a:spcPct val="112999"/>
              </a:lnSpc>
              <a:spcBef>
                <a:spcPts val="95"/>
              </a:spcBef>
            </a:pPr>
            <a:r>
              <a:rPr sz="2150" spc="80" dirty="0">
                <a:solidFill>
                  <a:srgbClr val="080A0A"/>
                </a:solidFill>
                <a:latin typeface="Arial"/>
                <a:cs typeface="Arial"/>
              </a:rPr>
              <a:t>Co-</a:t>
            </a:r>
            <a:r>
              <a:rPr sz="2150" spc="70" dirty="0">
                <a:solidFill>
                  <a:srgbClr val="080A0A"/>
                </a:solidFill>
                <a:latin typeface="Arial"/>
                <a:cs typeface="Arial"/>
              </a:rPr>
              <a:t>e</a:t>
            </a:r>
            <a:r>
              <a:rPr sz="2150" spc="70" dirty="0">
                <a:solidFill>
                  <a:srgbClr val="262626"/>
                </a:solidFill>
                <a:latin typeface="Arial"/>
                <a:cs typeface="Arial"/>
              </a:rPr>
              <a:t>x</a:t>
            </a:r>
            <a:r>
              <a:rPr sz="2150" spc="70" dirty="0">
                <a:solidFill>
                  <a:srgbClr val="080A0A"/>
                </a:solidFill>
                <a:latin typeface="Arial"/>
                <a:cs typeface="Arial"/>
              </a:rPr>
              <a:t>istence</a:t>
            </a:r>
            <a:r>
              <a:rPr sz="2150" spc="-90" dirty="0">
                <a:solidFill>
                  <a:srgbClr val="080A0A"/>
                </a:solidFill>
                <a:latin typeface="Arial"/>
                <a:cs typeface="Arial"/>
              </a:rPr>
              <a:t> </a:t>
            </a:r>
            <a:r>
              <a:rPr sz="2150" spc="35" dirty="0">
                <a:solidFill>
                  <a:srgbClr val="080A0A"/>
                </a:solidFill>
                <a:latin typeface="Arial"/>
                <a:cs typeface="Arial"/>
              </a:rPr>
              <a:t>of </a:t>
            </a:r>
            <a:r>
              <a:rPr sz="2150" spc="95" dirty="0">
                <a:solidFill>
                  <a:srgbClr val="080A0A"/>
                </a:solidFill>
                <a:latin typeface="Arial"/>
                <a:cs typeface="Arial"/>
              </a:rPr>
              <a:t>Development</a:t>
            </a:r>
            <a:r>
              <a:rPr sz="2150" spc="15" dirty="0">
                <a:solidFill>
                  <a:srgbClr val="080A0A"/>
                </a:solidFill>
                <a:latin typeface="Arial"/>
                <a:cs typeface="Arial"/>
              </a:rPr>
              <a:t> </a:t>
            </a:r>
            <a:r>
              <a:rPr sz="2150" spc="100" dirty="0">
                <a:solidFill>
                  <a:srgbClr val="080A0A"/>
                </a:solidFill>
                <a:latin typeface="Arial"/>
                <a:cs typeface="Arial"/>
              </a:rPr>
              <a:t>and</a:t>
            </a:r>
            <a:r>
              <a:rPr sz="2150" spc="-114" dirty="0">
                <a:solidFill>
                  <a:srgbClr val="080A0A"/>
                </a:solidFill>
                <a:latin typeface="Arial"/>
                <a:cs typeface="Arial"/>
              </a:rPr>
              <a:t> </a:t>
            </a:r>
            <a:r>
              <a:rPr sz="2150" spc="65" dirty="0">
                <a:solidFill>
                  <a:srgbClr val="080A0A"/>
                </a:solidFill>
                <a:latin typeface="Arial"/>
                <a:cs typeface="Arial"/>
              </a:rPr>
              <a:t>Conservation</a:t>
            </a:r>
            <a:endParaRPr sz="2150">
              <a:latin typeface="Arial"/>
              <a:cs typeface="Arial"/>
            </a:endParaRPr>
          </a:p>
          <a:p>
            <a:pPr marR="14604" algn="r">
              <a:lnSpc>
                <a:spcPct val="100000"/>
              </a:lnSpc>
              <a:spcBef>
                <a:spcPts val="500"/>
              </a:spcBef>
            </a:pPr>
            <a:r>
              <a:rPr sz="5100" spc="40" dirty="0">
                <a:solidFill>
                  <a:srgbClr val="A3A39E"/>
                </a:solidFill>
                <a:latin typeface="Arial"/>
                <a:cs typeface="Arial"/>
              </a:rPr>
              <a:t>''</a:t>
            </a:r>
            <a:endParaRPr sz="5100">
              <a:latin typeface="Arial"/>
              <a:cs typeface="Arial"/>
            </a:endParaRPr>
          </a:p>
          <a:p>
            <a:pPr marL="1317625" marR="5080" indent="-4445">
              <a:lnSpc>
                <a:spcPct val="113300"/>
              </a:lnSpc>
              <a:spcBef>
                <a:spcPts val="25"/>
              </a:spcBef>
              <a:tabLst>
                <a:tab pos="1703705" algn="l"/>
              </a:tabLst>
            </a:pPr>
            <a:r>
              <a:rPr sz="1700" spc="-25" dirty="0">
                <a:solidFill>
                  <a:srgbClr val="727775"/>
                </a:solidFill>
                <a:latin typeface="Arial"/>
                <a:cs typeface="Arial"/>
              </a:rPr>
              <a:t>-</a:t>
            </a:r>
            <a:r>
              <a:rPr sz="1700" spc="-50" dirty="0">
                <a:solidFill>
                  <a:srgbClr val="727775"/>
                </a:solidFill>
                <a:latin typeface="Arial"/>
                <a:cs typeface="Arial"/>
              </a:rPr>
              <a:t>-</a:t>
            </a:r>
            <a:r>
              <a:rPr sz="1700" dirty="0">
                <a:solidFill>
                  <a:srgbClr val="727775"/>
                </a:solidFill>
                <a:latin typeface="Arial"/>
                <a:cs typeface="Arial"/>
              </a:rPr>
              <a:t>	</a:t>
            </a:r>
            <a:r>
              <a:rPr sz="1700" i="1" spc="90" dirty="0">
                <a:solidFill>
                  <a:srgbClr val="727775"/>
                </a:solidFill>
                <a:latin typeface="Arial"/>
                <a:cs typeface="Arial"/>
              </a:rPr>
              <a:t>Ms</a:t>
            </a:r>
            <a:r>
              <a:rPr sz="1700" i="1" spc="-40" dirty="0">
                <a:solidFill>
                  <a:srgbClr val="727775"/>
                </a:solidFill>
                <a:latin typeface="Arial"/>
                <a:cs typeface="Arial"/>
              </a:rPr>
              <a:t> </a:t>
            </a:r>
            <a:r>
              <a:rPr sz="1700" i="1" spc="110" dirty="0">
                <a:solidFill>
                  <a:srgbClr val="727775"/>
                </a:solidFill>
                <a:latin typeface="Arial"/>
                <a:cs typeface="Arial"/>
              </a:rPr>
              <a:t>Bernadette</a:t>
            </a:r>
            <a:r>
              <a:rPr sz="1700" i="1" spc="35" dirty="0">
                <a:solidFill>
                  <a:srgbClr val="727775"/>
                </a:solidFill>
                <a:latin typeface="Arial"/>
                <a:cs typeface="Arial"/>
              </a:rPr>
              <a:t> </a:t>
            </a:r>
            <a:r>
              <a:rPr sz="1700" i="1" dirty="0">
                <a:solidFill>
                  <a:srgbClr val="727775"/>
                </a:solidFill>
                <a:latin typeface="Arial"/>
                <a:cs typeface="Arial"/>
              </a:rPr>
              <a:t>Linn</a:t>
            </a:r>
            <a:r>
              <a:rPr sz="1700" i="1" dirty="0">
                <a:solidFill>
                  <a:srgbClr val="909085"/>
                </a:solidFill>
                <a:latin typeface="Arial"/>
                <a:cs typeface="Arial"/>
              </a:rPr>
              <a:t>,</a:t>
            </a:r>
            <a:r>
              <a:rPr sz="1700" i="1" spc="110" dirty="0">
                <a:solidFill>
                  <a:srgbClr val="909085"/>
                </a:solidFill>
                <a:latin typeface="Arial"/>
                <a:cs typeface="Arial"/>
              </a:rPr>
              <a:t> </a:t>
            </a:r>
            <a:r>
              <a:rPr sz="1700" i="1" spc="60" dirty="0">
                <a:solidFill>
                  <a:srgbClr val="727775"/>
                </a:solidFill>
                <a:latin typeface="Arial"/>
                <a:cs typeface="Arial"/>
              </a:rPr>
              <a:t>JP </a:t>
            </a:r>
            <a:r>
              <a:rPr sz="1700" i="1" spc="90" dirty="0">
                <a:solidFill>
                  <a:srgbClr val="727775"/>
                </a:solidFill>
                <a:latin typeface="Arial"/>
                <a:cs typeface="Arial"/>
              </a:rPr>
              <a:t>Secretary</a:t>
            </a:r>
            <a:r>
              <a:rPr sz="1700" i="1" spc="40" dirty="0">
                <a:solidFill>
                  <a:srgbClr val="727775"/>
                </a:solidFill>
                <a:latin typeface="Arial"/>
                <a:cs typeface="Arial"/>
              </a:rPr>
              <a:t> </a:t>
            </a:r>
            <a:r>
              <a:rPr sz="1700" i="1" spc="75" dirty="0">
                <a:solidFill>
                  <a:srgbClr val="727775"/>
                </a:solidFill>
                <a:latin typeface="Arial"/>
                <a:cs typeface="Arial"/>
              </a:rPr>
              <a:t>for</a:t>
            </a:r>
            <a:r>
              <a:rPr sz="1700" i="1" spc="220" dirty="0">
                <a:solidFill>
                  <a:srgbClr val="727775"/>
                </a:solidFill>
                <a:latin typeface="Arial"/>
                <a:cs typeface="Arial"/>
              </a:rPr>
              <a:t> </a:t>
            </a:r>
            <a:r>
              <a:rPr sz="1700" i="1" spc="75" dirty="0">
                <a:solidFill>
                  <a:srgbClr val="727775"/>
                </a:solidFill>
                <a:latin typeface="Arial"/>
                <a:cs typeface="Arial"/>
              </a:rPr>
              <a:t>Development</a:t>
            </a:r>
            <a:endParaRPr sz="1700"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-40055" y="9687214"/>
            <a:ext cx="14049375" cy="209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125" dirty="0">
                <a:solidFill>
                  <a:srgbClr val="596662"/>
                </a:solidFill>
                <a:latin typeface="Courier New"/>
                <a:cs typeface="Courier New"/>
              </a:rPr>
              <a:t>•••</a:t>
            </a:r>
            <a:r>
              <a:rPr sz="1200" spc="-125" dirty="0">
                <a:solidFill>
                  <a:srgbClr val="727775"/>
                </a:solidFill>
                <a:latin typeface="Courier New"/>
                <a:cs typeface="Courier New"/>
              </a:rPr>
              <a:t>••</a:t>
            </a:r>
            <a:r>
              <a:rPr sz="1200" spc="-125" dirty="0">
                <a:solidFill>
                  <a:srgbClr val="596662"/>
                </a:solidFill>
                <a:latin typeface="Courier New"/>
                <a:cs typeface="Courier New"/>
              </a:rPr>
              <a:t>•••</a:t>
            </a:r>
            <a:r>
              <a:rPr sz="1200" spc="-125" dirty="0">
                <a:solidFill>
                  <a:srgbClr val="727775"/>
                </a:solidFill>
                <a:latin typeface="Courier New"/>
                <a:cs typeface="Courier New"/>
              </a:rPr>
              <a:t>•</a:t>
            </a:r>
            <a:r>
              <a:rPr sz="1200" spc="-125" dirty="0">
                <a:solidFill>
                  <a:srgbClr val="596662"/>
                </a:solidFill>
                <a:latin typeface="Courier New"/>
                <a:cs typeface="Courier New"/>
              </a:rPr>
              <a:t>•••</a:t>
            </a:r>
            <a:r>
              <a:rPr sz="1200" spc="-125" dirty="0">
                <a:solidFill>
                  <a:srgbClr val="727775"/>
                </a:solidFill>
                <a:latin typeface="Courier New"/>
                <a:cs typeface="Courier New"/>
              </a:rPr>
              <a:t>•</a:t>
            </a:r>
            <a:r>
              <a:rPr sz="1200" spc="-125" dirty="0">
                <a:solidFill>
                  <a:srgbClr val="596662"/>
                </a:solidFill>
                <a:latin typeface="Courier New"/>
                <a:cs typeface="Courier New"/>
              </a:rPr>
              <a:t>•••••••••••••••••••••••••••••••••••••••••••••••••••••••••••</a:t>
            </a:r>
            <a:r>
              <a:rPr sz="1200" spc="-125" dirty="0">
                <a:solidFill>
                  <a:srgbClr val="727775"/>
                </a:solidFill>
                <a:latin typeface="Courier New"/>
                <a:cs typeface="Courier New"/>
              </a:rPr>
              <a:t>•</a:t>
            </a:r>
            <a:r>
              <a:rPr sz="1200" spc="-125" dirty="0">
                <a:solidFill>
                  <a:srgbClr val="596662"/>
                </a:solidFill>
                <a:latin typeface="Courier New"/>
                <a:cs typeface="Courier New"/>
              </a:rPr>
              <a:t>••</a:t>
            </a:r>
            <a:r>
              <a:rPr sz="1200" spc="-125" dirty="0">
                <a:solidFill>
                  <a:srgbClr val="727775"/>
                </a:solidFill>
                <a:latin typeface="Courier New"/>
                <a:cs typeface="Courier New"/>
              </a:rPr>
              <a:t>••</a:t>
            </a:r>
            <a:r>
              <a:rPr sz="1200" spc="-125" dirty="0">
                <a:solidFill>
                  <a:srgbClr val="596662"/>
                </a:solidFill>
                <a:latin typeface="Courier New"/>
                <a:cs typeface="Courier New"/>
              </a:rPr>
              <a:t>••</a:t>
            </a:r>
            <a:r>
              <a:rPr sz="1200" spc="-125" dirty="0">
                <a:solidFill>
                  <a:srgbClr val="727775"/>
                </a:solidFill>
                <a:latin typeface="Courier New"/>
                <a:cs typeface="Courier New"/>
              </a:rPr>
              <a:t>••</a:t>
            </a:r>
            <a:r>
              <a:rPr sz="1200" spc="-125" dirty="0">
                <a:solidFill>
                  <a:srgbClr val="596662"/>
                </a:solidFill>
                <a:latin typeface="Courier New"/>
                <a:cs typeface="Courier New"/>
              </a:rPr>
              <a:t>••</a:t>
            </a:r>
            <a:r>
              <a:rPr sz="1200" spc="-125" dirty="0">
                <a:solidFill>
                  <a:srgbClr val="727775"/>
                </a:solidFill>
                <a:latin typeface="Courier New"/>
                <a:cs typeface="Courier New"/>
              </a:rPr>
              <a:t>••</a:t>
            </a:r>
            <a:r>
              <a:rPr sz="1200" spc="-125" dirty="0">
                <a:solidFill>
                  <a:srgbClr val="596662"/>
                </a:solidFill>
                <a:latin typeface="Courier New"/>
                <a:cs typeface="Courier New"/>
              </a:rPr>
              <a:t>••</a:t>
            </a:r>
            <a:r>
              <a:rPr sz="1200" spc="-125" dirty="0">
                <a:solidFill>
                  <a:srgbClr val="727775"/>
                </a:solidFill>
                <a:latin typeface="Courier New"/>
                <a:cs typeface="Courier New"/>
              </a:rPr>
              <a:t>•••••</a:t>
            </a:r>
            <a:r>
              <a:rPr sz="1200" spc="-125" dirty="0">
                <a:solidFill>
                  <a:srgbClr val="909085"/>
                </a:solidFill>
                <a:latin typeface="Courier New"/>
                <a:cs typeface="Courier New"/>
              </a:rPr>
              <a:t>•</a:t>
            </a:r>
            <a:r>
              <a:rPr sz="1200" spc="-125" dirty="0">
                <a:solidFill>
                  <a:srgbClr val="727775"/>
                </a:solidFill>
                <a:latin typeface="Courier New"/>
                <a:cs typeface="Courier New"/>
              </a:rPr>
              <a:t>•••••••••••</a:t>
            </a:r>
            <a:r>
              <a:rPr sz="1200" spc="-125" dirty="0">
                <a:solidFill>
                  <a:srgbClr val="596662"/>
                </a:solidFill>
                <a:latin typeface="Courier New"/>
                <a:cs typeface="Courier New"/>
              </a:rPr>
              <a:t>•••</a:t>
            </a:r>
            <a:r>
              <a:rPr sz="1200" spc="-125" dirty="0">
                <a:solidFill>
                  <a:srgbClr val="727775"/>
                </a:solidFill>
                <a:latin typeface="Courier New"/>
                <a:cs typeface="Courier New"/>
              </a:rPr>
              <a:t>••••••</a:t>
            </a:r>
            <a:r>
              <a:rPr sz="1200" spc="-125" dirty="0">
                <a:solidFill>
                  <a:srgbClr val="596662"/>
                </a:solidFill>
                <a:latin typeface="Courier New"/>
                <a:cs typeface="Courier New"/>
              </a:rPr>
              <a:t>••</a:t>
            </a:r>
            <a:r>
              <a:rPr sz="1200" spc="-125" dirty="0">
                <a:solidFill>
                  <a:srgbClr val="727775"/>
                </a:solidFill>
                <a:latin typeface="Courier New"/>
                <a:cs typeface="Courier New"/>
              </a:rPr>
              <a:t>•</a:t>
            </a:r>
            <a:r>
              <a:rPr sz="1200" spc="-125" dirty="0">
                <a:solidFill>
                  <a:srgbClr val="44544F"/>
                </a:solidFill>
                <a:latin typeface="Courier New"/>
                <a:cs typeface="Courier New"/>
              </a:rPr>
              <a:t>•••</a:t>
            </a:r>
            <a:r>
              <a:rPr sz="1200" spc="-125" dirty="0">
                <a:solidFill>
                  <a:srgbClr val="727775"/>
                </a:solidFill>
                <a:latin typeface="Courier New"/>
                <a:cs typeface="Courier New"/>
              </a:rPr>
              <a:t>••</a:t>
            </a:r>
            <a:r>
              <a:rPr sz="1200" spc="-125" dirty="0">
                <a:solidFill>
                  <a:srgbClr val="596662"/>
                </a:solidFill>
                <a:latin typeface="Courier New"/>
                <a:cs typeface="Courier New"/>
              </a:rPr>
              <a:t>••</a:t>
            </a:r>
            <a:r>
              <a:rPr sz="1200" spc="-125" dirty="0">
                <a:solidFill>
                  <a:srgbClr val="727775"/>
                </a:solidFill>
                <a:latin typeface="Courier New"/>
                <a:cs typeface="Courier New"/>
              </a:rPr>
              <a:t>•</a:t>
            </a:r>
            <a:r>
              <a:rPr sz="1200" spc="-125" dirty="0">
                <a:solidFill>
                  <a:srgbClr val="44544F"/>
                </a:solidFill>
                <a:latin typeface="Courier New"/>
                <a:cs typeface="Courier New"/>
              </a:rPr>
              <a:t>•••••••••••••••••••••••••••••••••••••••••••</a:t>
            </a:r>
            <a:r>
              <a:rPr sz="1200" spc="-125" dirty="0">
                <a:solidFill>
                  <a:srgbClr val="727775"/>
                </a:solidFill>
                <a:latin typeface="Courier New"/>
                <a:cs typeface="Courier New"/>
              </a:rPr>
              <a:t>•</a:t>
            </a:r>
            <a:r>
              <a:rPr sz="1200" spc="-125" dirty="0">
                <a:solidFill>
                  <a:srgbClr val="44544F"/>
                </a:solidFill>
                <a:latin typeface="Courier New"/>
                <a:cs typeface="Courier New"/>
              </a:rPr>
              <a:t>•••</a:t>
            </a:r>
            <a:r>
              <a:rPr sz="1200" spc="-125" dirty="0">
                <a:solidFill>
                  <a:srgbClr val="727775"/>
                </a:solidFill>
                <a:latin typeface="Courier New"/>
                <a:cs typeface="Courier New"/>
              </a:rPr>
              <a:t>••</a:t>
            </a:r>
            <a:r>
              <a:rPr sz="1200" spc="-125" dirty="0">
                <a:solidFill>
                  <a:srgbClr val="596662"/>
                </a:solidFill>
                <a:latin typeface="Courier New"/>
                <a:cs typeface="Courier New"/>
              </a:rPr>
              <a:t>••</a:t>
            </a:r>
            <a:r>
              <a:rPr sz="1200" spc="-125" dirty="0">
                <a:solidFill>
                  <a:srgbClr val="727775"/>
                </a:solidFill>
                <a:latin typeface="Courier New"/>
                <a:cs typeface="Courier New"/>
              </a:rPr>
              <a:t>••</a:t>
            </a:r>
            <a:r>
              <a:rPr sz="1200" spc="-125" dirty="0">
                <a:solidFill>
                  <a:srgbClr val="596662"/>
                </a:solidFill>
                <a:latin typeface="Courier New"/>
                <a:cs typeface="Courier New"/>
              </a:rPr>
              <a:t>•</a:t>
            </a:r>
            <a:r>
              <a:rPr sz="1200" spc="-125" dirty="0">
                <a:solidFill>
                  <a:srgbClr val="727775"/>
                </a:solidFill>
                <a:latin typeface="Courier New"/>
                <a:cs typeface="Courier New"/>
              </a:rPr>
              <a:t>•</a:t>
            </a:r>
            <a:r>
              <a:rPr sz="1200" spc="-125" dirty="0">
                <a:solidFill>
                  <a:srgbClr val="44544F"/>
                </a:solidFill>
                <a:latin typeface="Courier New"/>
                <a:cs typeface="Courier New"/>
              </a:rPr>
              <a:t>•</a:t>
            </a:r>
            <a:r>
              <a:rPr sz="1200" spc="-125" dirty="0">
                <a:solidFill>
                  <a:srgbClr val="727775"/>
                </a:solidFill>
                <a:latin typeface="Courier New"/>
                <a:cs typeface="Courier New"/>
              </a:rPr>
              <a:t>•••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14380959" y="9591494"/>
            <a:ext cx="2642870" cy="3244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950" b="1" spc="380" dirty="0">
                <a:solidFill>
                  <a:srgbClr val="44544F"/>
                </a:solidFill>
                <a:latin typeface="Times New Roman"/>
                <a:cs typeface="Times New Roman"/>
              </a:rPr>
              <a:t>CARBONOPOLIS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17667490" y="9706359"/>
            <a:ext cx="626745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spc="145" dirty="0">
                <a:solidFill>
                  <a:srgbClr val="44544F"/>
                </a:solidFill>
                <a:latin typeface="Arial"/>
                <a:cs typeface="Arial"/>
              </a:rPr>
              <a:t>•</a:t>
            </a:r>
            <a:r>
              <a:rPr sz="1200" spc="145" dirty="0">
                <a:solidFill>
                  <a:srgbClr val="44544F"/>
                </a:solidFill>
                <a:latin typeface="Times New Roman"/>
                <a:cs typeface="Times New Roman"/>
              </a:rPr>
              <a:t>•••••••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836034" y="332080"/>
            <a:ext cx="509411" cy="63813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550341" y="1250996"/>
            <a:ext cx="1744732" cy="7657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75410" y="1761505"/>
            <a:ext cx="1706526" cy="160810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939039" y="3190929"/>
            <a:ext cx="1477291" cy="51050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4900275" y="2297539"/>
            <a:ext cx="2597997" cy="140389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502763" y="4594828"/>
            <a:ext cx="1375409" cy="183783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744172" y="4722455"/>
            <a:ext cx="5628993" cy="122522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0519338" y="4518252"/>
            <a:ext cx="967881" cy="1097593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0468398" y="5768999"/>
            <a:ext cx="840528" cy="995491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273528" y="7479202"/>
            <a:ext cx="2012174" cy="1633627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3744172" y="7530252"/>
            <a:ext cx="5628993" cy="1225220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0875926" y="7377100"/>
            <a:ext cx="6775168" cy="2501492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573087" y="395894"/>
            <a:ext cx="0" cy="447040"/>
          </a:xfrm>
          <a:custGeom>
            <a:avLst/>
            <a:gdLst/>
            <a:ahLst/>
            <a:cxnLst/>
            <a:rect l="l" t="t" r="r" b="b"/>
            <a:pathLst>
              <a:path h="447040">
                <a:moveTo>
                  <a:pt x="0" y="446694"/>
                </a:moveTo>
                <a:lnTo>
                  <a:pt x="0" y="0"/>
                </a:lnTo>
              </a:path>
            </a:pathLst>
          </a:custGeom>
          <a:ln w="382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426351" y="4862844"/>
            <a:ext cx="0" cy="1200150"/>
          </a:xfrm>
          <a:custGeom>
            <a:avLst/>
            <a:gdLst/>
            <a:ahLst/>
            <a:cxnLst/>
            <a:rect l="l" t="t" r="r" b="b"/>
            <a:pathLst>
              <a:path h="1200150">
                <a:moveTo>
                  <a:pt x="0" y="1199694"/>
                </a:moveTo>
                <a:lnTo>
                  <a:pt x="0" y="0"/>
                </a:lnTo>
              </a:path>
            </a:pathLst>
          </a:custGeom>
          <a:ln w="254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018261" y="4888369"/>
            <a:ext cx="0" cy="1212850"/>
          </a:xfrm>
          <a:custGeom>
            <a:avLst/>
            <a:gdLst/>
            <a:ahLst/>
            <a:cxnLst/>
            <a:rect l="l" t="t" r="r" b="b"/>
            <a:pathLst>
              <a:path h="1212850">
                <a:moveTo>
                  <a:pt x="0" y="1212457"/>
                </a:moveTo>
                <a:lnTo>
                  <a:pt x="0" y="0"/>
                </a:lnTo>
              </a:path>
            </a:pathLst>
          </a:custGeom>
          <a:ln w="127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0786783" y="8155623"/>
            <a:ext cx="0" cy="434340"/>
          </a:xfrm>
          <a:custGeom>
            <a:avLst/>
            <a:gdLst/>
            <a:ahLst/>
            <a:cxnLst/>
            <a:rect l="l" t="t" r="r" b="b"/>
            <a:pathLst>
              <a:path h="434340">
                <a:moveTo>
                  <a:pt x="0" y="433932"/>
                </a:moveTo>
                <a:lnTo>
                  <a:pt x="0" y="0"/>
                </a:lnTo>
              </a:path>
            </a:pathLst>
          </a:custGeom>
          <a:ln w="254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6963394" y="281030"/>
            <a:ext cx="484505" cy="0"/>
          </a:xfrm>
          <a:custGeom>
            <a:avLst/>
            <a:gdLst/>
            <a:ahLst/>
            <a:cxnLst/>
            <a:rect l="l" t="t" r="r" b="b"/>
            <a:pathLst>
              <a:path w="484505">
                <a:moveTo>
                  <a:pt x="0" y="0"/>
                </a:moveTo>
                <a:lnTo>
                  <a:pt x="483940" y="0"/>
                </a:lnTo>
              </a:path>
            </a:pathLst>
          </a:custGeom>
          <a:ln w="127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5804483" y="1199945"/>
            <a:ext cx="1656080" cy="408940"/>
          </a:xfrm>
          <a:custGeom>
            <a:avLst/>
            <a:gdLst/>
            <a:ahLst/>
            <a:cxnLst/>
            <a:rect l="l" t="t" r="r" b="b"/>
            <a:pathLst>
              <a:path w="1656080" h="408940">
                <a:moveTo>
                  <a:pt x="0" y="0"/>
                </a:moveTo>
                <a:lnTo>
                  <a:pt x="1655586" y="0"/>
                </a:lnTo>
              </a:path>
              <a:path w="1656080" h="408940">
                <a:moveTo>
                  <a:pt x="0" y="408406"/>
                </a:moveTo>
                <a:lnTo>
                  <a:pt x="0" y="51050"/>
                </a:lnTo>
              </a:path>
            </a:pathLst>
          </a:custGeom>
          <a:ln w="254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0723106" y="1838081"/>
            <a:ext cx="484505" cy="0"/>
          </a:xfrm>
          <a:custGeom>
            <a:avLst/>
            <a:gdLst/>
            <a:ahLst/>
            <a:cxnLst/>
            <a:rect l="l" t="t" r="r" b="b"/>
            <a:pathLst>
              <a:path w="484504">
                <a:moveTo>
                  <a:pt x="0" y="0"/>
                </a:moveTo>
                <a:lnTo>
                  <a:pt x="483940" y="0"/>
                </a:lnTo>
              </a:path>
            </a:pathLst>
          </a:custGeom>
          <a:ln w="127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9284020" y="1838081"/>
            <a:ext cx="0" cy="842644"/>
          </a:xfrm>
          <a:custGeom>
            <a:avLst/>
            <a:gdLst/>
            <a:ahLst/>
            <a:cxnLst/>
            <a:rect l="l" t="t" r="r" b="b"/>
            <a:pathLst>
              <a:path h="842644">
                <a:moveTo>
                  <a:pt x="0" y="842339"/>
                </a:moveTo>
                <a:lnTo>
                  <a:pt x="0" y="0"/>
                </a:lnTo>
              </a:path>
            </a:pathLst>
          </a:custGeom>
          <a:ln w="382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0468401" y="1838081"/>
            <a:ext cx="0" cy="842644"/>
          </a:xfrm>
          <a:custGeom>
            <a:avLst/>
            <a:gdLst/>
            <a:ahLst/>
            <a:cxnLst/>
            <a:rect l="l" t="t" r="r" b="b"/>
            <a:pathLst>
              <a:path h="842644">
                <a:moveTo>
                  <a:pt x="0" y="842339"/>
                </a:moveTo>
                <a:lnTo>
                  <a:pt x="0" y="0"/>
                </a:lnTo>
              </a:path>
            </a:pathLst>
          </a:custGeom>
          <a:ln w="254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992791" y="2195437"/>
            <a:ext cx="0" cy="229870"/>
          </a:xfrm>
          <a:custGeom>
            <a:avLst/>
            <a:gdLst/>
            <a:ahLst/>
            <a:cxnLst/>
            <a:rect l="l" t="t" r="r" b="b"/>
            <a:pathLst>
              <a:path h="229869">
                <a:moveTo>
                  <a:pt x="0" y="229728"/>
                </a:moveTo>
                <a:lnTo>
                  <a:pt x="0" y="0"/>
                </a:lnTo>
              </a:path>
            </a:pathLst>
          </a:custGeom>
          <a:ln w="127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5804483" y="2195437"/>
            <a:ext cx="0" cy="485140"/>
          </a:xfrm>
          <a:custGeom>
            <a:avLst/>
            <a:gdLst/>
            <a:ahLst/>
            <a:cxnLst/>
            <a:rect l="l" t="t" r="r" b="b"/>
            <a:pathLst>
              <a:path h="485139">
                <a:moveTo>
                  <a:pt x="0" y="484983"/>
                </a:moveTo>
                <a:lnTo>
                  <a:pt x="0" y="0"/>
                </a:lnTo>
              </a:path>
            </a:pathLst>
          </a:custGeom>
          <a:ln w="127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215938" y="2412403"/>
            <a:ext cx="789940" cy="0"/>
          </a:xfrm>
          <a:custGeom>
            <a:avLst/>
            <a:gdLst/>
            <a:ahLst/>
            <a:cxnLst/>
            <a:rect l="l" t="t" r="r" b="b"/>
            <a:pathLst>
              <a:path w="789939">
                <a:moveTo>
                  <a:pt x="0" y="0"/>
                </a:moveTo>
                <a:lnTo>
                  <a:pt x="789587" y="0"/>
                </a:lnTo>
              </a:path>
            </a:pathLst>
          </a:custGeom>
          <a:ln w="127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668321" y="2412403"/>
            <a:ext cx="0" cy="268605"/>
          </a:xfrm>
          <a:custGeom>
            <a:avLst/>
            <a:gdLst/>
            <a:ahLst/>
            <a:cxnLst/>
            <a:rect l="l" t="t" r="r" b="b"/>
            <a:pathLst>
              <a:path h="268605">
                <a:moveTo>
                  <a:pt x="0" y="268016"/>
                </a:moveTo>
                <a:lnTo>
                  <a:pt x="0" y="0"/>
                </a:lnTo>
              </a:path>
            </a:pathLst>
          </a:custGeom>
          <a:ln w="509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992791" y="2412403"/>
            <a:ext cx="0" cy="434340"/>
          </a:xfrm>
          <a:custGeom>
            <a:avLst/>
            <a:gdLst/>
            <a:ahLst/>
            <a:cxnLst/>
            <a:rect l="l" t="t" r="r" b="b"/>
            <a:pathLst>
              <a:path h="434339">
                <a:moveTo>
                  <a:pt x="0" y="433932"/>
                </a:moveTo>
                <a:lnTo>
                  <a:pt x="0" y="0"/>
                </a:lnTo>
              </a:path>
            </a:pathLst>
          </a:custGeom>
          <a:ln w="382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375410" y="2565555"/>
            <a:ext cx="0" cy="612775"/>
          </a:xfrm>
          <a:custGeom>
            <a:avLst/>
            <a:gdLst/>
            <a:ahLst/>
            <a:cxnLst/>
            <a:rect l="l" t="t" r="r" b="b"/>
            <a:pathLst>
              <a:path h="612775">
                <a:moveTo>
                  <a:pt x="0" y="612610"/>
                </a:moveTo>
                <a:lnTo>
                  <a:pt x="0" y="0"/>
                </a:lnTo>
              </a:path>
            </a:pathLst>
          </a:custGeom>
          <a:ln w="127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668321" y="2680420"/>
            <a:ext cx="0" cy="166370"/>
          </a:xfrm>
          <a:custGeom>
            <a:avLst/>
            <a:gdLst/>
            <a:ahLst/>
            <a:cxnLst/>
            <a:rect l="l" t="t" r="r" b="b"/>
            <a:pathLst>
              <a:path h="166369">
                <a:moveTo>
                  <a:pt x="0" y="165915"/>
                </a:moveTo>
                <a:lnTo>
                  <a:pt x="0" y="0"/>
                </a:lnTo>
              </a:path>
            </a:pathLst>
          </a:custGeom>
          <a:ln w="254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2215938" y="2412403"/>
            <a:ext cx="0" cy="549275"/>
          </a:xfrm>
          <a:custGeom>
            <a:avLst/>
            <a:gdLst/>
            <a:ahLst/>
            <a:cxnLst/>
            <a:rect l="l" t="t" r="r" b="b"/>
            <a:pathLst>
              <a:path h="549275">
                <a:moveTo>
                  <a:pt x="0" y="548796"/>
                </a:moveTo>
                <a:lnTo>
                  <a:pt x="0" y="0"/>
                </a:lnTo>
              </a:path>
            </a:pathLst>
          </a:custGeom>
          <a:ln w="89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9284020" y="2680420"/>
            <a:ext cx="0" cy="166370"/>
          </a:xfrm>
          <a:custGeom>
            <a:avLst/>
            <a:gdLst/>
            <a:ahLst/>
            <a:cxnLst/>
            <a:rect l="l" t="t" r="r" b="b"/>
            <a:pathLst>
              <a:path h="166369">
                <a:moveTo>
                  <a:pt x="0" y="165915"/>
                </a:moveTo>
                <a:lnTo>
                  <a:pt x="0" y="0"/>
                </a:lnTo>
              </a:path>
            </a:pathLst>
          </a:custGeom>
          <a:ln w="127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3919661" y="2846335"/>
            <a:ext cx="0" cy="561975"/>
          </a:xfrm>
          <a:custGeom>
            <a:avLst/>
            <a:gdLst/>
            <a:ahLst/>
            <a:cxnLst/>
            <a:rect l="l" t="t" r="r" b="b"/>
            <a:pathLst>
              <a:path h="561975">
                <a:moveTo>
                  <a:pt x="0" y="561559"/>
                </a:moveTo>
                <a:lnTo>
                  <a:pt x="0" y="0"/>
                </a:lnTo>
              </a:path>
            </a:pathLst>
          </a:custGeom>
          <a:ln w="89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2786222" y="3331318"/>
            <a:ext cx="828040" cy="0"/>
          </a:xfrm>
          <a:custGeom>
            <a:avLst/>
            <a:gdLst/>
            <a:ahLst/>
            <a:cxnLst/>
            <a:rect l="l" t="t" r="r" b="b"/>
            <a:pathLst>
              <a:path w="828040">
                <a:moveTo>
                  <a:pt x="0" y="0"/>
                </a:moveTo>
                <a:lnTo>
                  <a:pt x="827793" y="0"/>
                </a:lnTo>
              </a:path>
            </a:pathLst>
          </a:custGeom>
          <a:ln w="25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3601279" y="3178166"/>
            <a:ext cx="0" cy="166370"/>
          </a:xfrm>
          <a:custGeom>
            <a:avLst/>
            <a:gdLst/>
            <a:ahLst/>
            <a:cxnLst/>
            <a:rect l="l" t="t" r="r" b="b"/>
            <a:pathLst>
              <a:path h="166370">
                <a:moveTo>
                  <a:pt x="0" y="165915"/>
                </a:moveTo>
                <a:lnTo>
                  <a:pt x="0" y="0"/>
                </a:lnTo>
              </a:path>
            </a:pathLst>
          </a:custGeom>
          <a:ln w="254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7409129" y="2961199"/>
            <a:ext cx="0" cy="370205"/>
          </a:xfrm>
          <a:custGeom>
            <a:avLst/>
            <a:gdLst/>
            <a:ahLst/>
            <a:cxnLst/>
            <a:rect l="l" t="t" r="r" b="b"/>
            <a:pathLst>
              <a:path h="370204">
                <a:moveTo>
                  <a:pt x="0" y="370118"/>
                </a:moveTo>
                <a:lnTo>
                  <a:pt x="0" y="0"/>
                </a:lnTo>
              </a:path>
            </a:pathLst>
          </a:custGeom>
          <a:ln w="636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3601279" y="3318555"/>
            <a:ext cx="0" cy="89535"/>
          </a:xfrm>
          <a:custGeom>
            <a:avLst/>
            <a:gdLst/>
            <a:ahLst/>
            <a:cxnLst/>
            <a:rect l="l" t="t" r="r" b="b"/>
            <a:pathLst>
              <a:path h="89535">
                <a:moveTo>
                  <a:pt x="0" y="89338"/>
                </a:moveTo>
                <a:lnTo>
                  <a:pt x="0" y="0"/>
                </a:lnTo>
              </a:path>
            </a:pathLst>
          </a:custGeom>
          <a:ln w="382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3919661" y="3407894"/>
            <a:ext cx="0" cy="127635"/>
          </a:xfrm>
          <a:custGeom>
            <a:avLst/>
            <a:gdLst/>
            <a:ahLst/>
            <a:cxnLst/>
            <a:rect l="l" t="t" r="r" b="b"/>
            <a:pathLst>
              <a:path h="127635">
                <a:moveTo>
                  <a:pt x="0" y="127627"/>
                </a:moveTo>
                <a:lnTo>
                  <a:pt x="0" y="0"/>
                </a:lnTo>
              </a:path>
            </a:pathLst>
          </a:custGeom>
          <a:ln w="382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1005090" y="351288"/>
            <a:ext cx="3237865" cy="4006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350" spc="315" dirty="0">
                <a:latin typeface="Arial"/>
                <a:cs typeface="Arial"/>
              </a:rPr>
              <a:t>Stakeholders</a:t>
            </a:r>
            <a:r>
              <a:rPr sz="2350" spc="320" dirty="0">
                <a:latin typeface="Arial"/>
                <a:cs typeface="Arial"/>
              </a:rPr>
              <a:t> </a:t>
            </a:r>
            <a:r>
              <a:rPr sz="2450" dirty="0">
                <a:latin typeface="Times New Roman"/>
                <a:cs typeface="Times New Roman"/>
              </a:rPr>
              <a:t>&amp;</a:t>
            </a:r>
            <a:r>
              <a:rPr sz="2450" spc="90" dirty="0">
                <a:latin typeface="Times New Roman"/>
                <a:cs typeface="Times New Roman"/>
              </a:rPr>
              <a:t> </a:t>
            </a:r>
            <a:r>
              <a:rPr sz="2350" spc="-25" dirty="0">
                <a:latin typeface="Arial"/>
                <a:cs typeface="Arial"/>
              </a:rPr>
              <a:t>Key</a:t>
            </a:r>
            <a:endParaRPr sz="235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442417" y="364051"/>
            <a:ext cx="1896745" cy="3854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350" spc="275" dirty="0">
                <a:latin typeface="Arial"/>
                <a:cs typeface="Arial"/>
              </a:rPr>
              <a:t>Challenges</a:t>
            </a:r>
            <a:endParaRPr sz="235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1109986" y="1193627"/>
            <a:ext cx="102870" cy="247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50" spc="120" dirty="0">
                <a:solidFill>
                  <a:srgbClr val="97ACA1"/>
                </a:solidFill>
                <a:latin typeface="Times New Roman"/>
                <a:cs typeface="Times New Roman"/>
              </a:rPr>
              <a:t>!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1345537" y="1161720"/>
            <a:ext cx="126364" cy="3168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900" spc="160" dirty="0">
                <a:solidFill>
                  <a:srgbClr val="97ACA1"/>
                </a:solidFill>
                <a:latin typeface="Times New Roman"/>
                <a:cs typeface="Times New Roman"/>
              </a:rPr>
              <a:t>!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1863610" y="1168101"/>
            <a:ext cx="118110" cy="82994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250" i="1" spc="-445" dirty="0">
                <a:solidFill>
                  <a:srgbClr val="97ACA1"/>
                </a:solidFill>
                <a:latin typeface="Arial"/>
                <a:cs typeface="Arial"/>
              </a:rPr>
              <a:t>l</a:t>
            </a:r>
            <a:endParaRPr sz="525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3250774" y="1206390"/>
            <a:ext cx="1686560" cy="86677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 marR="1307465" indent="48895">
              <a:lnSpc>
                <a:spcPct val="71800"/>
              </a:lnSpc>
              <a:spcBef>
                <a:spcPts val="700"/>
              </a:spcBef>
            </a:pPr>
            <a:r>
              <a:rPr sz="1750" spc="-25" dirty="0">
                <a:solidFill>
                  <a:srgbClr val="7C7E7E"/>
                </a:solidFill>
                <a:latin typeface="Times New Roman"/>
                <a:cs typeface="Times New Roman"/>
              </a:rPr>
              <a:t>ff' ii </a:t>
            </a:r>
            <a:r>
              <a:rPr sz="1750" spc="890" dirty="0">
                <a:solidFill>
                  <a:srgbClr val="7C7E7E"/>
                </a:solidFill>
                <a:latin typeface="Times New Roman"/>
                <a:cs typeface="Times New Roman"/>
              </a:rPr>
              <a:t>ii</a:t>
            </a:r>
            <a:endParaRPr sz="1750">
              <a:latin typeface="Times New Roman"/>
              <a:cs typeface="Times New Roman"/>
            </a:endParaRPr>
          </a:p>
          <a:p>
            <a:pPr marL="19050">
              <a:lnSpc>
                <a:spcPts val="1495"/>
              </a:lnSpc>
            </a:pPr>
            <a:r>
              <a:rPr sz="1700" spc="-80" dirty="0">
                <a:solidFill>
                  <a:srgbClr val="7C7E7E"/>
                </a:solidFill>
                <a:latin typeface="Times New Roman"/>
                <a:cs typeface="Times New Roman"/>
              </a:rPr>
              <a:t>/aJ</a:t>
            </a:r>
            <a:r>
              <a:rPr sz="1100" i="1" spc="-80" dirty="0">
                <a:solidFill>
                  <a:srgbClr val="7C7E7E"/>
                </a:solidFill>
                <a:latin typeface="Arial"/>
                <a:cs typeface="Arial"/>
              </a:rPr>
              <a:t>CarJ&gt;On</a:t>
            </a:r>
            <a:r>
              <a:rPr sz="1100" i="1" spc="80" dirty="0">
                <a:solidFill>
                  <a:srgbClr val="7C7E7E"/>
                </a:solidFill>
                <a:latin typeface="Arial"/>
                <a:cs typeface="Arial"/>
              </a:rPr>
              <a:t> </a:t>
            </a:r>
            <a:r>
              <a:rPr sz="1100" i="1" spc="-10" dirty="0">
                <a:solidFill>
                  <a:srgbClr val="7C7E7E"/>
                </a:solidFill>
                <a:latin typeface="Arial"/>
                <a:cs typeface="Arial"/>
              </a:rPr>
              <a:t>Nt&gt;utral@HK</a:t>
            </a:r>
            <a:endParaRPr sz="11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5918637" y="1238297"/>
            <a:ext cx="1510665" cy="11296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40970">
              <a:lnSpc>
                <a:spcPts val="2285"/>
              </a:lnSpc>
              <a:spcBef>
                <a:spcPts val="110"/>
              </a:spcBef>
            </a:pPr>
            <a:r>
              <a:rPr sz="2300" spc="-190" dirty="0">
                <a:solidFill>
                  <a:srgbClr val="7C7E7E"/>
                </a:solidFill>
                <a:latin typeface="Times New Roman"/>
                <a:cs typeface="Times New Roman"/>
              </a:rPr>
              <a:t>-</a:t>
            </a:r>
            <a:r>
              <a:rPr sz="2300" spc="-10" dirty="0">
                <a:solidFill>
                  <a:srgbClr val="7C7E7E"/>
                </a:solidFill>
                <a:latin typeface="Times New Roman"/>
                <a:cs typeface="Times New Roman"/>
              </a:rPr>
              <a:t>ffi'ji</a:t>
            </a:r>
            <a:endParaRPr sz="2300">
              <a:latin typeface="Times New Roman"/>
              <a:cs typeface="Times New Roman"/>
            </a:endParaRPr>
          </a:p>
          <a:p>
            <a:pPr marL="148590">
              <a:lnSpc>
                <a:spcPts val="3050"/>
              </a:lnSpc>
            </a:pPr>
            <a:r>
              <a:rPr sz="3400" spc="70" dirty="0">
                <a:solidFill>
                  <a:srgbClr val="44544F"/>
                </a:solidFill>
                <a:latin typeface="Times New Roman"/>
                <a:cs typeface="Times New Roman"/>
              </a:rPr>
              <a:t>tltifil1J</a:t>
            </a:r>
            <a:endParaRPr sz="3400">
              <a:latin typeface="Times New Roman"/>
              <a:cs typeface="Times New Roman"/>
            </a:endParaRPr>
          </a:p>
          <a:p>
            <a:pPr marL="12700">
              <a:lnSpc>
                <a:spcPts val="3340"/>
              </a:lnSpc>
            </a:pPr>
            <a:r>
              <a:rPr sz="3250" b="1" spc="200" dirty="0">
                <a:solidFill>
                  <a:srgbClr val="44544F"/>
                </a:solidFill>
                <a:latin typeface="Arial"/>
                <a:cs typeface="Arial"/>
              </a:rPr>
              <a:t>EIIJ</a:t>
            </a:r>
            <a:r>
              <a:rPr sz="3250" b="1" spc="200" dirty="0">
                <a:solidFill>
                  <a:srgbClr val="B8283A"/>
                </a:solidFill>
                <a:latin typeface="Arial"/>
                <a:cs typeface="Arial"/>
              </a:rPr>
              <a:t>S</a:t>
            </a:r>
            <a:endParaRPr sz="325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1112361" y="1321254"/>
            <a:ext cx="81915" cy="2940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50" spc="-140" dirty="0">
                <a:solidFill>
                  <a:srgbClr val="97ACA1"/>
                </a:solidFill>
                <a:latin typeface="Times New Roman"/>
                <a:cs typeface="Times New Roman"/>
              </a:rPr>
              <a:t>I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1333553" y="1314873"/>
            <a:ext cx="114300" cy="5308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300" spc="-220" dirty="0">
                <a:solidFill>
                  <a:srgbClr val="97ACA1"/>
                </a:solidFill>
                <a:latin typeface="Arial"/>
                <a:cs typeface="Arial"/>
              </a:rPr>
              <a:t>I</a:t>
            </a:r>
            <a:endParaRPr sz="330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0451852" y="1710518"/>
            <a:ext cx="18923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185" dirty="0">
                <a:solidFill>
                  <a:srgbClr val="97ACA1"/>
                </a:solidFill>
                <a:latin typeface="Arial"/>
                <a:cs typeface="Arial"/>
              </a:rPr>
              <a:t>I</a:t>
            </a:r>
            <a:r>
              <a:rPr sz="1400" spc="185" dirty="0">
                <a:solidFill>
                  <a:srgbClr val="C4C6C4"/>
                </a:solidFill>
                <a:latin typeface="Arial"/>
                <a:cs typeface="Arial"/>
              </a:rPr>
              <a:t>-</a:t>
            </a:r>
            <a:endParaRPr sz="140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11354013" y="1665848"/>
            <a:ext cx="98425" cy="3092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50" spc="-45" dirty="0">
                <a:solidFill>
                  <a:srgbClr val="97ACA1"/>
                </a:solidFill>
                <a:latin typeface="Times New Roman"/>
                <a:cs typeface="Times New Roman"/>
              </a:rPr>
              <a:t>I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1841779" y="1736043"/>
            <a:ext cx="137795" cy="5467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400" spc="-65" dirty="0">
                <a:solidFill>
                  <a:srgbClr val="97ACA1"/>
                </a:solidFill>
                <a:latin typeface="Arial"/>
                <a:cs typeface="Arial"/>
              </a:rPr>
              <a:t>I</a:t>
            </a:r>
            <a:endParaRPr sz="340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12379845" y="1697754"/>
            <a:ext cx="128270" cy="4241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600" spc="-60" dirty="0">
                <a:solidFill>
                  <a:srgbClr val="97ACA1"/>
                </a:solidFill>
                <a:latin typeface="Times New Roman"/>
                <a:cs typeface="Times New Roman"/>
              </a:rPr>
              <a:t>!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8677089" y="1914721"/>
            <a:ext cx="86360" cy="209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55" dirty="0">
                <a:solidFill>
                  <a:srgbClr val="A7CFA1"/>
                </a:solidFill>
                <a:latin typeface="Times New Roman"/>
                <a:cs typeface="Times New Roman"/>
              </a:rPr>
              <a:t>•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12351261" y="1914722"/>
            <a:ext cx="162560" cy="5467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3400" spc="-844" dirty="0">
                <a:solidFill>
                  <a:srgbClr val="97ACA1"/>
                </a:solidFill>
                <a:latin typeface="Arial"/>
                <a:cs typeface="Arial"/>
              </a:rPr>
              <a:t>I</a:t>
            </a:r>
            <a:r>
              <a:rPr sz="2625" spc="-135" baseline="-28571" dirty="0">
                <a:solidFill>
                  <a:srgbClr val="97ACA1"/>
                </a:solidFill>
                <a:latin typeface="Times New Roman"/>
                <a:cs typeface="Times New Roman"/>
              </a:rPr>
              <a:t>•</a:t>
            </a:r>
            <a:endParaRPr sz="2625" baseline="-28571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2138495" y="1959391"/>
            <a:ext cx="165735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spc="125" dirty="0">
                <a:solidFill>
                  <a:srgbClr val="3A1C13"/>
                </a:solidFill>
                <a:latin typeface="Times New Roman"/>
                <a:cs typeface="Times New Roman"/>
              </a:rPr>
              <a:t>w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10512524" y="2074255"/>
            <a:ext cx="217170" cy="492759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050" spc="-290" dirty="0">
                <a:solidFill>
                  <a:srgbClr val="C4C6C4"/>
                </a:solidFill>
                <a:latin typeface="Arial"/>
                <a:cs typeface="Arial"/>
              </a:rPr>
              <a:t>·-</a:t>
            </a:r>
            <a:endParaRPr sz="3050">
              <a:latin typeface="Arial"/>
              <a:cs typeface="Aria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12424572" y="2374178"/>
            <a:ext cx="83820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spc="-75" dirty="0">
                <a:solidFill>
                  <a:srgbClr val="97ACA1"/>
                </a:solidFill>
                <a:latin typeface="Times New Roman"/>
                <a:cs typeface="Times New Roman"/>
              </a:rPr>
              <a:t>I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10537478" y="2201881"/>
            <a:ext cx="166370" cy="6153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850" spc="-180" dirty="0">
                <a:solidFill>
                  <a:srgbClr val="C4C6C4"/>
                </a:solidFill>
                <a:latin typeface="Times New Roman"/>
                <a:cs typeface="Times New Roman"/>
              </a:rPr>
              <a:t>-</a:t>
            </a:r>
            <a:endParaRPr sz="3850">
              <a:latin typeface="Times New Roman"/>
              <a:cs typeface="Times New Roman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12304014" y="2533711"/>
            <a:ext cx="274320" cy="5467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7620" algn="ctr">
              <a:lnSpc>
                <a:spcPts val="905"/>
              </a:lnSpc>
              <a:spcBef>
                <a:spcPts val="105"/>
              </a:spcBef>
            </a:pPr>
            <a:r>
              <a:rPr sz="1250" spc="-300" dirty="0">
                <a:solidFill>
                  <a:srgbClr val="97ACA1"/>
                </a:solidFill>
                <a:latin typeface="Times New Roman"/>
                <a:cs typeface="Times New Roman"/>
              </a:rPr>
              <a:t>I</a:t>
            </a:r>
            <a:endParaRPr sz="1250">
              <a:latin typeface="Times New Roman"/>
              <a:cs typeface="Times New Roman"/>
            </a:endParaRPr>
          </a:p>
          <a:p>
            <a:pPr algn="ctr">
              <a:lnSpc>
                <a:spcPts val="3185"/>
              </a:lnSpc>
            </a:pPr>
            <a:r>
              <a:rPr sz="3150" spc="-415" dirty="0">
                <a:solidFill>
                  <a:srgbClr val="779995"/>
                </a:solidFill>
                <a:latin typeface="Arial"/>
                <a:cs typeface="Arial"/>
              </a:rPr>
              <a:t>....</a:t>
            </a:r>
            <a:endParaRPr sz="3150">
              <a:latin typeface="Arial"/>
              <a:cs typeface="Arial"/>
            </a:endParaRPr>
          </a:p>
        </p:txBody>
      </p:sp>
      <p:grpSp>
        <p:nvGrpSpPr>
          <p:cNvPr id="58" name="object 58"/>
          <p:cNvGrpSpPr/>
          <p:nvPr/>
        </p:nvGrpSpPr>
        <p:grpSpPr>
          <a:xfrm>
            <a:off x="12891951" y="2801666"/>
            <a:ext cx="135255" cy="13335"/>
            <a:chOff x="12891951" y="2801666"/>
            <a:chExt cx="135255" cy="13335"/>
          </a:xfrm>
        </p:grpSpPr>
        <p:sp>
          <p:nvSpPr>
            <p:cNvPr id="59" name="object 59"/>
            <p:cNvSpPr/>
            <p:nvPr/>
          </p:nvSpPr>
          <p:spPr>
            <a:xfrm>
              <a:off x="12891951" y="2808047"/>
              <a:ext cx="64135" cy="0"/>
            </a:xfrm>
            <a:custGeom>
              <a:avLst/>
              <a:gdLst/>
              <a:ahLst/>
              <a:cxnLst/>
              <a:rect l="l" t="t" r="r" b="b"/>
              <a:pathLst>
                <a:path w="64134">
                  <a:moveTo>
                    <a:pt x="0" y="0"/>
                  </a:moveTo>
                  <a:lnTo>
                    <a:pt x="63676" y="0"/>
                  </a:lnTo>
                </a:path>
              </a:pathLst>
            </a:custGeom>
            <a:ln w="12762">
              <a:solidFill>
                <a:srgbClr val="A14F5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12988968" y="2808047"/>
              <a:ext cx="38735" cy="0"/>
            </a:xfrm>
            <a:custGeom>
              <a:avLst/>
              <a:gdLst/>
              <a:ahLst/>
              <a:cxnLst/>
              <a:rect l="l" t="t" r="r" b="b"/>
              <a:pathLst>
                <a:path w="38734">
                  <a:moveTo>
                    <a:pt x="0" y="0"/>
                  </a:moveTo>
                  <a:lnTo>
                    <a:pt x="38205" y="0"/>
                  </a:lnTo>
                </a:path>
              </a:pathLst>
            </a:custGeom>
            <a:ln w="12762">
              <a:solidFill>
                <a:srgbClr val="97AC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1" name="object 61"/>
          <p:cNvSpPr txBox="1"/>
          <p:nvPr/>
        </p:nvSpPr>
        <p:spPr>
          <a:xfrm>
            <a:off x="12879247" y="2310365"/>
            <a:ext cx="272415" cy="6076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800" spc="-195" dirty="0">
                <a:solidFill>
                  <a:srgbClr val="A14F5D"/>
                </a:solidFill>
                <a:latin typeface="Times New Roman"/>
                <a:cs typeface="Times New Roman"/>
              </a:rPr>
              <a:t>.</a:t>
            </a:r>
            <a:r>
              <a:rPr sz="2000" spc="-195" dirty="0">
                <a:solidFill>
                  <a:srgbClr val="97ACA1"/>
                </a:solidFill>
                <a:latin typeface="Times New Roman"/>
                <a:cs typeface="Times New Roman"/>
              </a:rPr>
              <a:t>,</a:t>
            </a:r>
            <a:r>
              <a:rPr sz="2650" spc="-195" dirty="0">
                <a:solidFill>
                  <a:srgbClr val="908E8E"/>
                </a:solidFill>
                <a:latin typeface="Times New Roman"/>
                <a:cs typeface="Times New Roman"/>
              </a:rPr>
              <a:t>..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15035276" y="2559237"/>
            <a:ext cx="107314" cy="41655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550" spc="-250" dirty="0">
                <a:solidFill>
                  <a:srgbClr val="EFD485"/>
                </a:solidFill>
                <a:latin typeface="Times New Roman"/>
                <a:cs typeface="Times New Roman"/>
              </a:rPr>
              <a:t>•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10731958" y="2546474"/>
            <a:ext cx="269875" cy="5232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250" spc="-355" dirty="0">
                <a:solidFill>
                  <a:srgbClr val="779995"/>
                </a:solidFill>
                <a:latin typeface="Times New Roman"/>
                <a:cs typeface="Times New Roman"/>
              </a:rPr>
              <a:t>....</a:t>
            </a:r>
            <a:endParaRPr sz="3250">
              <a:latin typeface="Times New Roman"/>
              <a:cs typeface="Times New Roman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10811859" y="2884686"/>
            <a:ext cx="635000" cy="3473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1450" spc="315" dirty="0">
                <a:solidFill>
                  <a:srgbClr val="345D60"/>
                </a:solidFill>
                <a:latin typeface="Arial"/>
                <a:cs typeface="Arial"/>
              </a:rPr>
              <a:t>◄</a:t>
            </a:r>
            <a:r>
              <a:rPr sz="1450" spc="315" dirty="0">
                <a:solidFill>
                  <a:srgbClr val="97ACA1"/>
                </a:solidFill>
                <a:latin typeface="Arial"/>
                <a:cs typeface="Arial"/>
              </a:rPr>
              <a:t>-</a:t>
            </a:r>
            <a:r>
              <a:rPr sz="1450" spc="155" dirty="0">
                <a:solidFill>
                  <a:srgbClr val="A5BFBA"/>
                </a:solidFill>
                <a:latin typeface="Arial"/>
                <a:cs typeface="Arial"/>
              </a:rPr>
              <a:t>-</a:t>
            </a:r>
            <a:r>
              <a:rPr sz="1450" spc="-1410" dirty="0">
                <a:solidFill>
                  <a:srgbClr val="345D60"/>
                </a:solidFill>
                <a:latin typeface="Arial"/>
                <a:cs typeface="Arial"/>
              </a:rPr>
              <a:t>►</a:t>
            </a:r>
            <a:r>
              <a:rPr sz="3150" spc="-315" baseline="13227" dirty="0">
                <a:solidFill>
                  <a:srgbClr val="779995"/>
                </a:solidFill>
                <a:latin typeface="Arial"/>
                <a:cs typeface="Arial"/>
              </a:rPr>
              <a:t>""</a:t>
            </a:r>
            <a:endParaRPr sz="3150" baseline="13227">
              <a:latin typeface="Arial"/>
              <a:cs typeface="Aria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11724831" y="2680484"/>
            <a:ext cx="441959" cy="46355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92710">
              <a:lnSpc>
                <a:spcPts val="2170"/>
              </a:lnSpc>
              <a:spcBef>
                <a:spcPts val="110"/>
              </a:spcBef>
            </a:pPr>
            <a:r>
              <a:rPr sz="1900" spc="-20" dirty="0">
                <a:solidFill>
                  <a:srgbClr val="779995"/>
                </a:solidFill>
                <a:latin typeface="Times New Roman"/>
                <a:cs typeface="Times New Roman"/>
              </a:rPr>
              <a:t>,.,,</a:t>
            </a: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ts val="1270"/>
              </a:lnSpc>
            </a:pPr>
            <a:r>
              <a:rPr sz="1150" spc="-10" dirty="0">
                <a:solidFill>
                  <a:srgbClr val="608C6B"/>
                </a:solidFill>
                <a:latin typeface="Times New Roman"/>
                <a:cs typeface="Times New Roman"/>
              </a:rPr>
              <a:t>Target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3721608" y="2755783"/>
            <a:ext cx="4254500" cy="68961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z="1950" i="1" spc="60" dirty="0">
                <a:solidFill>
                  <a:srgbClr val="161616"/>
                </a:solidFill>
                <a:latin typeface="Arial"/>
                <a:cs typeface="Arial"/>
              </a:rPr>
              <a:t>Concern:</a:t>
            </a:r>
            <a:endParaRPr sz="1950">
              <a:latin typeface="Arial"/>
              <a:cs typeface="Arial"/>
            </a:endParaRPr>
          </a:p>
          <a:p>
            <a:pPr marL="24130">
              <a:lnSpc>
                <a:spcPct val="100000"/>
              </a:lnSpc>
              <a:spcBef>
                <a:spcPts val="270"/>
              </a:spcBef>
            </a:pPr>
            <a:r>
              <a:rPr sz="1950" i="1" spc="70" dirty="0">
                <a:latin typeface="Arial"/>
                <a:cs typeface="Arial"/>
              </a:rPr>
              <a:t>Policy</a:t>
            </a:r>
            <a:r>
              <a:rPr sz="1950" i="1" spc="-105" dirty="0">
                <a:latin typeface="Arial"/>
                <a:cs typeface="Arial"/>
              </a:rPr>
              <a:t> </a:t>
            </a:r>
            <a:r>
              <a:rPr sz="1950" i="1" spc="110" dirty="0">
                <a:latin typeface="Arial"/>
                <a:cs typeface="Arial"/>
              </a:rPr>
              <a:t>Implementation</a:t>
            </a:r>
            <a:r>
              <a:rPr sz="1950" i="1" spc="110" dirty="0">
                <a:solidFill>
                  <a:srgbClr val="282A2A"/>
                </a:solidFill>
                <a:latin typeface="Arial"/>
                <a:cs typeface="Arial"/>
              </a:rPr>
              <a:t>,</a:t>
            </a:r>
            <a:r>
              <a:rPr sz="1950" i="1" spc="-10" dirty="0">
                <a:solidFill>
                  <a:srgbClr val="282A2A"/>
                </a:solidFill>
                <a:latin typeface="Arial"/>
                <a:cs typeface="Arial"/>
              </a:rPr>
              <a:t> </a:t>
            </a:r>
            <a:r>
              <a:rPr sz="1950" i="1" spc="80" dirty="0">
                <a:latin typeface="Arial"/>
                <a:cs typeface="Arial"/>
              </a:rPr>
              <a:t>Public</a:t>
            </a:r>
            <a:r>
              <a:rPr sz="1950" i="1" spc="-105" dirty="0">
                <a:latin typeface="Arial"/>
                <a:cs typeface="Arial"/>
              </a:rPr>
              <a:t> </a:t>
            </a:r>
            <a:r>
              <a:rPr sz="1950" i="1" spc="-10" dirty="0">
                <a:latin typeface="Arial"/>
                <a:cs typeface="Arial"/>
              </a:rPr>
              <a:t>Tru</a:t>
            </a:r>
            <a:r>
              <a:rPr sz="1950" i="1" spc="-10" dirty="0">
                <a:solidFill>
                  <a:srgbClr val="282A2A"/>
                </a:solidFill>
                <a:latin typeface="Arial"/>
                <a:cs typeface="Arial"/>
              </a:rPr>
              <a:t>s</a:t>
            </a:r>
            <a:r>
              <a:rPr sz="1950" i="1" spc="-10" dirty="0">
                <a:latin typeface="Arial"/>
                <a:cs typeface="Arial"/>
              </a:rPr>
              <a:t>t</a:t>
            </a:r>
            <a:endParaRPr sz="1950">
              <a:latin typeface="Arial"/>
              <a:cs typeface="Arial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13912304" y="2897449"/>
            <a:ext cx="383540" cy="332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000" spc="-295" dirty="0">
                <a:solidFill>
                  <a:srgbClr val="C4C6C4"/>
                </a:solidFill>
                <a:latin typeface="Courier New"/>
                <a:cs typeface="Courier New"/>
              </a:rPr>
              <a:t>•••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10416320" y="3178230"/>
            <a:ext cx="179070" cy="6997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0960">
              <a:lnSpc>
                <a:spcPts val="670"/>
              </a:lnSpc>
              <a:spcBef>
                <a:spcPts val="105"/>
              </a:spcBef>
            </a:pPr>
            <a:r>
              <a:rPr sz="1100" spc="15" dirty="0">
                <a:solidFill>
                  <a:srgbClr val="97ACA1"/>
                </a:solidFill>
                <a:latin typeface="Times New Roman"/>
                <a:cs typeface="Times New Roman"/>
              </a:rPr>
              <a:t>I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4630"/>
              </a:lnSpc>
            </a:pPr>
            <a:r>
              <a:rPr sz="4400" spc="-844" dirty="0">
                <a:solidFill>
                  <a:srgbClr val="97ACA1"/>
                </a:solidFill>
                <a:latin typeface="Arial"/>
                <a:cs typeface="Arial"/>
              </a:rPr>
              <a:t>I</a:t>
            </a:r>
            <a:endParaRPr sz="4400">
              <a:latin typeface="Arial"/>
              <a:cs typeface="Arial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10690823" y="3235662"/>
            <a:ext cx="379730" cy="2171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50" spc="125" dirty="0">
                <a:solidFill>
                  <a:srgbClr val="AA3B4B"/>
                </a:solidFill>
                <a:latin typeface="Times New Roman"/>
                <a:cs typeface="Times New Roman"/>
              </a:rPr>
              <a:t>6.30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10673663" y="2527331"/>
            <a:ext cx="945515" cy="11283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10575" spc="345" baseline="-13396" dirty="0">
                <a:solidFill>
                  <a:srgbClr val="A5BFBA"/>
                </a:solidFill>
                <a:latin typeface="Times New Roman"/>
                <a:cs typeface="Times New Roman"/>
              </a:rPr>
              <a:t>-</a:t>
            </a:r>
            <a:r>
              <a:rPr sz="10575" spc="-419" baseline="-13396" dirty="0">
                <a:solidFill>
                  <a:srgbClr val="A5BFBA"/>
                </a:solidFill>
                <a:latin typeface="Times New Roman"/>
                <a:cs typeface="Times New Roman"/>
              </a:rPr>
              <a:t> </a:t>
            </a:r>
            <a:r>
              <a:rPr sz="1300" b="1" spc="-1010" dirty="0">
                <a:solidFill>
                  <a:srgbClr val="AA3B4B"/>
                </a:solidFill>
                <a:latin typeface="Times New Roman"/>
                <a:cs typeface="Times New Roman"/>
              </a:rPr>
              <a:t>4</a:t>
            </a:r>
            <a:r>
              <a:rPr sz="10800" spc="-2467" baseline="-20833" dirty="0">
                <a:solidFill>
                  <a:srgbClr val="A5BFBA"/>
                </a:solidFill>
                <a:latin typeface="Arial"/>
                <a:cs typeface="Arial"/>
              </a:rPr>
              <a:t>-</a:t>
            </a:r>
            <a:r>
              <a:rPr sz="1300" b="1" spc="-75" dirty="0">
                <a:solidFill>
                  <a:srgbClr val="7E3846"/>
                </a:solidFill>
                <a:latin typeface="Times New Roman"/>
                <a:cs typeface="Times New Roman"/>
              </a:rPr>
              <a:t>.</a:t>
            </a:r>
            <a:r>
              <a:rPr sz="1300" b="1" spc="-509" dirty="0">
                <a:solidFill>
                  <a:srgbClr val="AA3B4B"/>
                </a:solidFill>
                <a:latin typeface="Times New Roman"/>
                <a:cs typeface="Times New Roman"/>
              </a:rPr>
              <a:t>5</a:t>
            </a:r>
            <a:r>
              <a:rPr sz="10800" spc="-2325" baseline="-20833" dirty="0">
                <a:solidFill>
                  <a:srgbClr val="A5BFBA"/>
                </a:solidFill>
                <a:latin typeface="Arial"/>
                <a:cs typeface="Arial"/>
              </a:rPr>
              <a:t>·</a:t>
            </a:r>
            <a:r>
              <a:rPr sz="1300" b="1" spc="-75" dirty="0">
                <a:solidFill>
                  <a:srgbClr val="AA3B4B"/>
                </a:solidFill>
                <a:latin typeface="Times New Roman"/>
                <a:cs typeface="Times New Roman"/>
              </a:rPr>
              <a:t>8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11771227" y="3369670"/>
            <a:ext cx="306070" cy="224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00" b="1" spc="-60" dirty="0">
                <a:solidFill>
                  <a:srgbClr val="AA3B4B"/>
                </a:solidFill>
                <a:latin typeface="Courier New"/>
                <a:cs typeface="Courier New"/>
              </a:rPr>
              <a:t>2-</a:t>
            </a:r>
            <a:r>
              <a:rPr sz="1300" b="1" spc="-50" dirty="0">
                <a:solidFill>
                  <a:srgbClr val="AA3B4B"/>
                </a:solidFill>
                <a:latin typeface="Courier New"/>
                <a:cs typeface="Courier New"/>
              </a:rPr>
              <a:t>3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12289546" y="3688674"/>
            <a:ext cx="331470" cy="0"/>
          </a:xfrm>
          <a:custGeom>
            <a:avLst/>
            <a:gdLst/>
            <a:ahLst/>
            <a:cxnLst/>
            <a:rect l="l" t="t" r="r" b="b"/>
            <a:pathLst>
              <a:path w="331470">
                <a:moveTo>
                  <a:pt x="0" y="0"/>
                </a:moveTo>
                <a:lnTo>
                  <a:pt x="331117" y="0"/>
                </a:lnTo>
              </a:path>
            </a:pathLst>
          </a:custGeom>
          <a:ln w="12762">
            <a:solidFill>
              <a:srgbClr val="97ACA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 txBox="1"/>
          <p:nvPr/>
        </p:nvSpPr>
        <p:spPr>
          <a:xfrm>
            <a:off x="1348535" y="3305857"/>
            <a:ext cx="1732280" cy="3473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00" spc="170" dirty="0">
                <a:latin typeface="Arial"/>
                <a:cs typeface="Arial"/>
              </a:rPr>
              <a:t>Government</a:t>
            </a:r>
            <a:endParaRPr sz="2100">
              <a:latin typeface="Arial"/>
              <a:cs typeface="Arial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11775926" y="3510060"/>
            <a:ext cx="304165" cy="163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00" spc="-50" dirty="0">
                <a:solidFill>
                  <a:srgbClr val="97ACA1"/>
                </a:solidFill>
                <a:latin typeface="Times New Roman"/>
                <a:cs typeface="Times New Roman"/>
              </a:rPr>
              <a:t>CIJoffl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6237169" y="2087017"/>
            <a:ext cx="311150" cy="247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50" dirty="0">
                <a:solidFill>
                  <a:srgbClr val="72CCAA"/>
                </a:solidFill>
                <a:latin typeface="Arial"/>
                <a:cs typeface="Arial"/>
              </a:rPr>
              <a:t>',.</a:t>
            </a:r>
            <a:r>
              <a:rPr sz="550" spc="350" dirty="0">
                <a:solidFill>
                  <a:srgbClr val="72CCAA"/>
                </a:solidFill>
                <a:latin typeface="Arial"/>
                <a:cs typeface="Arial"/>
              </a:rPr>
              <a:t> </a:t>
            </a:r>
            <a:r>
              <a:rPr sz="400" dirty="0">
                <a:solidFill>
                  <a:srgbClr val="72CCAA"/>
                </a:solidFill>
                <a:latin typeface="Arial"/>
                <a:cs typeface="Arial"/>
              </a:rPr>
              <a:t>•,</a:t>
            </a:r>
            <a:r>
              <a:rPr sz="400" spc="245" dirty="0">
                <a:solidFill>
                  <a:srgbClr val="72CCAA"/>
                </a:solidFill>
                <a:latin typeface="Arial"/>
                <a:cs typeface="Arial"/>
              </a:rPr>
              <a:t>  </a:t>
            </a:r>
            <a:r>
              <a:rPr sz="1450" spc="-50" dirty="0">
                <a:solidFill>
                  <a:srgbClr val="72CCAA"/>
                </a:solidFill>
                <a:latin typeface="Arial"/>
                <a:cs typeface="Arial"/>
              </a:rPr>
              <a:t>.</a:t>
            </a:r>
            <a:endParaRPr sz="1450">
              <a:latin typeface="Arial"/>
              <a:cs typeface="Arial"/>
            </a:endParaRPr>
          </a:p>
        </p:txBody>
      </p:sp>
      <p:sp>
        <p:nvSpPr>
          <p:cNvPr id="76" name="object 76"/>
          <p:cNvSpPr/>
          <p:nvPr/>
        </p:nvSpPr>
        <p:spPr>
          <a:xfrm>
            <a:off x="3933896" y="2253570"/>
            <a:ext cx="2115820" cy="379730"/>
          </a:xfrm>
          <a:custGeom>
            <a:avLst/>
            <a:gdLst/>
            <a:ahLst/>
            <a:cxnLst/>
            <a:rect l="l" t="t" r="r" b="b"/>
            <a:pathLst>
              <a:path w="2115820" h="379730">
                <a:moveTo>
                  <a:pt x="2115775" y="379703"/>
                </a:moveTo>
                <a:lnTo>
                  <a:pt x="0" y="379703"/>
                </a:lnTo>
                <a:lnTo>
                  <a:pt x="0" y="0"/>
                </a:lnTo>
                <a:lnTo>
                  <a:pt x="2115775" y="0"/>
                </a:lnTo>
                <a:lnTo>
                  <a:pt x="2115775" y="379703"/>
                </a:lnTo>
                <a:close/>
              </a:path>
            </a:pathLst>
          </a:custGeom>
          <a:solidFill>
            <a:srgbClr val="54B8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6136603" y="2253570"/>
            <a:ext cx="506730" cy="379730"/>
          </a:xfrm>
          <a:custGeom>
            <a:avLst/>
            <a:gdLst/>
            <a:ahLst/>
            <a:cxnLst/>
            <a:rect l="l" t="t" r="r" b="b"/>
            <a:pathLst>
              <a:path w="506729" h="379730">
                <a:moveTo>
                  <a:pt x="506583" y="379703"/>
                </a:moveTo>
                <a:lnTo>
                  <a:pt x="0" y="379703"/>
                </a:lnTo>
                <a:lnTo>
                  <a:pt x="0" y="0"/>
                </a:lnTo>
                <a:lnTo>
                  <a:pt x="506583" y="0"/>
                </a:lnTo>
                <a:lnTo>
                  <a:pt x="506583" y="379703"/>
                </a:lnTo>
                <a:close/>
              </a:path>
            </a:pathLst>
          </a:custGeom>
          <a:solidFill>
            <a:srgbClr val="70C4A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6719034" y="2253570"/>
            <a:ext cx="916940" cy="379730"/>
          </a:xfrm>
          <a:custGeom>
            <a:avLst/>
            <a:gdLst/>
            <a:ahLst/>
            <a:cxnLst/>
            <a:rect l="l" t="t" r="r" b="b"/>
            <a:pathLst>
              <a:path w="916940" h="379730">
                <a:moveTo>
                  <a:pt x="916858" y="379703"/>
                </a:moveTo>
                <a:lnTo>
                  <a:pt x="0" y="379703"/>
                </a:lnTo>
                <a:lnTo>
                  <a:pt x="0" y="0"/>
                </a:lnTo>
                <a:lnTo>
                  <a:pt x="916858" y="0"/>
                </a:lnTo>
                <a:lnTo>
                  <a:pt x="916858" y="379703"/>
                </a:lnTo>
                <a:close/>
              </a:path>
            </a:pathLst>
          </a:custGeom>
          <a:solidFill>
            <a:srgbClr val="70C4A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 txBox="1"/>
          <p:nvPr/>
        </p:nvSpPr>
        <p:spPr>
          <a:xfrm>
            <a:off x="3921196" y="2240169"/>
            <a:ext cx="3732529" cy="3702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892810" algn="l"/>
              </a:tabLst>
            </a:pPr>
            <a:r>
              <a:rPr sz="2250" i="1" dirty="0">
                <a:solidFill>
                  <a:srgbClr val="E6F9F6"/>
                </a:solidFill>
                <a:latin typeface="Arial"/>
                <a:cs typeface="Arial"/>
              </a:rPr>
              <a:t>of</a:t>
            </a:r>
            <a:r>
              <a:rPr sz="2250" i="1" spc="275" dirty="0">
                <a:solidFill>
                  <a:srgbClr val="E6F9F6"/>
                </a:solidFill>
                <a:latin typeface="Arial"/>
                <a:cs typeface="Arial"/>
              </a:rPr>
              <a:t> </a:t>
            </a:r>
            <a:r>
              <a:rPr sz="2250" i="1" spc="-25" dirty="0">
                <a:solidFill>
                  <a:srgbClr val="E6F9F6"/>
                </a:solidFill>
                <a:latin typeface="Arial"/>
                <a:cs typeface="Arial"/>
              </a:rPr>
              <a:t>the</a:t>
            </a:r>
            <a:r>
              <a:rPr sz="2250" i="1" dirty="0">
                <a:solidFill>
                  <a:srgbClr val="E6F9F6"/>
                </a:solidFill>
                <a:latin typeface="Arial"/>
                <a:cs typeface="Arial"/>
              </a:rPr>
              <a:t>	</a:t>
            </a:r>
            <a:r>
              <a:rPr sz="2250" i="1" spc="125" dirty="0">
                <a:solidFill>
                  <a:srgbClr val="E6F9F6"/>
                </a:solidFill>
                <a:latin typeface="Arial"/>
                <a:cs typeface="Arial"/>
              </a:rPr>
              <a:t>Northern</a:t>
            </a:r>
            <a:r>
              <a:rPr sz="2250" i="1" spc="-30" dirty="0">
                <a:solidFill>
                  <a:srgbClr val="E6F9F6"/>
                </a:solidFill>
                <a:latin typeface="Arial"/>
                <a:cs typeface="Arial"/>
              </a:rPr>
              <a:t> </a:t>
            </a:r>
            <a:r>
              <a:rPr sz="2250" i="1" spc="-10" dirty="0">
                <a:solidFill>
                  <a:srgbClr val="E6F9F6"/>
                </a:solidFill>
                <a:latin typeface="Arial"/>
                <a:cs typeface="Arial"/>
              </a:rPr>
              <a:t>Met</a:t>
            </a:r>
            <a:r>
              <a:rPr sz="2250" i="1" spc="-10" dirty="0">
                <a:solidFill>
                  <a:srgbClr val="8ED6B5"/>
                </a:solidFill>
                <a:latin typeface="Arial"/>
                <a:cs typeface="Arial"/>
              </a:rPr>
              <a:t>{</a:t>
            </a:r>
            <a:r>
              <a:rPr sz="2250" i="1" spc="-10" dirty="0">
                <a:solidFill>
                  <a:srgbClr val="E6F9F6"/>
                </a:solidFill>
                <a:latin typeface="Arial"/>
                <a:cs typeface="Arial"/>
              </a:rPr>
              <a:t>of?.olis</a:t>
            </a:r>
            <a:endParaRPr sz="2250">
              <a:latin typeface="Arial"/>
              <a:cs typeface="Arial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1251715" y="3995043"/>
            <a:ext cx="7195184" cy="255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349375" algn="l"/>
              </a:tabLst>
            </a:pPr>
            <a:r>
              <a:rPr sz="1350" dirty="0">
                <a:solidFill>
                  <a:srgbClr val="C4C6C4"/>
                </a:solidFill>
                <a:latin typeface="Arial"/>
                <a:cs typeface="Arial"/>
              </a:rPr>
              <a:t>•</a:t>
            </a:r>
            <a:r>
              <a:rPr sz="1350" spc="-155" dirty="0">
                <a:solidFill>
                  <a:srgbClr val="C4C6C4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C4C6C4"/>
                </a:solidFill>
                <a:latin typeface="Arial"/>
                <a:cs typeface="Arial"/>
              </a:rPr>
              <a:t>•</a:t>
            </a:r>
            <a:r>
              <a:rPr sz="1350" spc="-45" dirty="0">
                <a:solidFill>
                  <a:srgbClr val="C4C6C4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C4C6C4"/>
                </a:solidFill>
                <a:latin typeface="Arial"/>
                <a:cs typeface="Arial"/>
              </a:rPr>
              <a:t>•</a:t>
            </a:r>
            <a:r>
              <a:rPr sz="1300" spc="-20" dirty="0">
                <a:solidFill>
                  <a:srgbClr val="C4C6C4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C4C6C4"/>
                </a:solidFill>
                <a:latin typeface="Arial"/>
                <a:cs typeface="Arial"/>
              </a:rPr>
              <a:t>•</a:t>
            </a:r>
            <a:r>
              <a:rPr sz="1350" spc="-150" dirty="0">
                <a:solidFill>
                  <a:srgbClr val="C4C6C4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C4C6C4"/>
                </a:solidFill>
                <a:latin typeface="Arial"/>
                <a:cs typeface="Arial"/>
              </a:rPr>
              <a:t>•</a:t>
            </a:r>
            <a:r>
              <a:rPr sz="1350" spc="-155" dirty="0">
                <a:solidFill>
                  <a:srgbClr val="C4C6C4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C4C6C4"/>
                </a:solidFill>
                <a:latin typeface="Arial"/>
                <a:cs typeface="Arial"/>
              </a:rPr>
              <a:t>•</a:t>
            </a:r>
            <a:r>
              <a:rPr sz="1350" spc="-50" dirty="0">
                <a:solidFill>
                  <a:srgbClr val="C4C6C4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C4C6C4"/>
                </a:solidFill>
                <a:latin typeface="Arial"/>
                <a:cs typeface="Arial"/>
              </a:rPr>
              <a:t>•</a:t>
            </a:r>
            <a:r>
              <a:rPr sz="1350" spc="-50" dirty="0">
                <a:solidFill>
                  <a:srgbClr val="C4C6C4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C4C6C4"/>
                </a:solidFill>
                <a:latin typeface="Arial"/>
                <a:cs typeface="Arial"/>
              </a:rPr>
              <a:t>•</a:t>
            </a:r>
            <a:r>
              <a:rPr sz="1350" spc="-145" dirty="0">
                <a:solidFill>
                  <a:srgbClr val="C4C6C4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C4C6C4"/>
                </a:solidFill>
                <a:latin typeface="Arial"/>
                <a:cs typeface="Arial"/>
              </a:rPr>
              <a:t>•</a:t>
            </a:r>
            <a:r>
              <a:rPr sz="1300" spc="-125" dirty="0">
                <a:solidFill>
                  <a:srgbClr val="C4C6C4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C4C6C4"/>
                </a:solidFill>
                <a:latin typeface="Arial"/>
                <a:cs typeface="Arial"/>
              </a:rPr>
              <a:t>•</a:t>
            </a:r>
            <a:r>
              <a:rPr sz="1350" spc="-55" dirty="0">
                <a:solidFill>
                  <a:srgbClr val="C4C6C4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C4C6C4"/>
                </a:solidFill>
                <a:latin typeface="Arial"/>
                <a:cs typeface="Arial"/>
              </a:rPr>
              <a:t>•</a:t>
            </a:r>
            <a:r>
              <a:rPr sz="1500" spc="80" dirty="0">
                <a:solidFill>
                  <a:srgbClr val="C4C6C4"/>
                </a:solidFill>
                <a:latin typeface="Arial"/>
                <a:cs typeface="Arial"/>
              </a:rPr>
              <a:t>  </a:t>
            </a:r>
            <a:r>
              <a:rPr sz="1350" spc="-50" dirty="0">
                <a:solidFill>
                  <a:srgbClr val="C4C6C4"/>
                </a:solidFill>
                <a:latin typeface="Arial"/>
                <a:cs typeface="Arial"/>
              </a:rPr>
              <a:t>•</a:t>
            </a:r>
            <a:r>
              <a:rPr sz="1350" dirty="0">
                <a:solidFill>
                  <a:srgbClr val="C4C6C4"/>
                </a:solidFill>
                <a:latin typeface="Arial"/>
                <a:cs typeface="Arial"/>
              </a:rPr>
              <a:t>	•</a:t>
            </a:r>
            <a:r>
              <a:rPr sz="1350" spc="-150" dirty="0">
                <a:solidFill>
                  <a:srgbClr val="C4C6C4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C4C6C4"/>
                </a:solidFill>
                <a:latin typeface="Arial"/>
                <a:cs typeface="Arial"/>
              </a:rPr>
              <a:t>•</a:t>
            </a:r>
            <a:r>
              <a:rPr sz="1300" spc="-15" dirty="0">
                <a:solidFill>
                  <a:srgbClr val="C4C6C4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C4C6C4"/>
                </a:solidFill>
                <a:latin typeface="Arial"/>
                <a:cs typeface="Arial"/>
              </a:rPr>
              <a:t>•</a:t>
            </a:r>
            <a:r>
              <a:rPr sz="1300" spc="-120" dirty="0">
                <a:solidFill>
                  <a:srgbClr val="C4C6C4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C4C6C4"/>
                </a:solidFill>
                <a:latin typeface="Arial"/>
                <a:cs typeface="Arial"/>
              </a:rPr>
              <a:t>•</a:t>
            </a:r>
            <a:r>
              <a:rPr sz="1350" spc="-50" dirty="0">
                <a:solidFill>
                  <a:srgbClr val="C4C6C4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C4C6C4"/>
                </a:solidFill>
                <a:latin typeface="Arial"/>
                <a:cs typeface="Arial"/>
              </a:rPr>
              <a:t>•</a:t>
            </a:r>
            <a:r>
              <a:rPr sz="1300" spc="-20" dirty="0">
                <a:solidFill>
                  <a:srgbClr val="C4C6C4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C4C6C4"/>
                </a:solidFill>
                <a:latin typeface="Arial"/>
                <a:cs typeface="Arial"/>
              </a:rPr>
              <a:t>•</a:t>
            </a:r>
            <a:r>
              <a:rPr sz="1350" spc="-150" dirty="0">
                <a:solidFill>
                  <a:srgbClr val="C4C6C4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C4C6C4"/>
                </a:solidFill>
                <a:latin typeface="Arial"/>
                <a:cs typeface="Arial"/>
              </a:rPr>
              <a:t>•</a:t>
            </a:r>
            <a:r>
              <a:rPr sz="1350" spc="-155" dirty="0">
                <a:solidFill>
                  <a:srgbClr val="C4C6C4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C4C6C4"/>
                </a:solidFill>
                <a:latin typeface="Arial"/>
                <a:cs typeface="Arial"/>
              </a:rPr>
              <a:t>•</a:t>
            </a:r>
            <a:r>
              <a:rPr sz="1350" spc="-50" dirty="0">
                <a:solidFill>
                  <a:srgbClr val="C4C6C4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C4C6C4"/>
                </a:solidFill>
                <a:latin typeface="Arial"/>
                <a:cs typeface="Arial"/>
              </a:rPr>
              <a:t>•</a:t>
            </a:r>
            <a:r>
              <a:rPr sz="1350" spc="-50" dirty="0">
                <a:solidFill>
                  <a:srgbClr val="C4C6C4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C4C6C4"/>
                </a:solidFill>
                <a:latin typeface="Arial"/>
                <a:cs typeface="Arial"/>
              </a:rPr>
              <a:t>•</a:t>
            </a:r>
            <a:r>
              <a:rPr sz="1350" spc="-150" dirty="0">
                <a:solidFill>
                  <a:srgbClr val="C4C6C4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C4C6C4"/>
                </a:solidFill>
                <a:latin typeface="Arial"/>
                <a:cs typeface="Arial"/>
              </a:rPr>
              <a:t>•</a:t>
            </a:r>
            <a:r>
              <a:rPr sz="1350" spc="-155" dirty="0">
                <a:solidFill>
                  <a:srgbClr val="C4C6C4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C4C6C4"/>
                </a:solidFill>
                <a:latin typeface="Arial"/>
                <a:cs typeface="Arial"/>
              </a:rPr>
              <a:t>•</a:t>
            </a:r>
            <a:r>
              <a:rPr sz="1350" spc="-55" dirty="0">
                <a:solidFill>
                  <a:srgbClr val="C4C6C4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C4C6C4"/>
                </a:solidFill>
                <a:latin typeface="Arial"/>
                <a:cs typeface="Arial"/>
              </a:rPr>
              <a:t>•</a:t>
            </a:r>
            <a:r>
              <a:rPr sz="1500" spc="75" dirty="0">
                <a:solidFill>
                  <a:srgbClr val="C4C6C4"/>
                </a:solidFill>
                <a:latin typeface="Arial"/>
                <a:cs typeface="Arial"/>
              </a:rPr>
              <a:t>  </a:t>
            </a:r>
            <a:r>
              <a:rPr sz="1350" dirty="0">
                <a:solidFill>
                  <a:srgbClr val="C4C6C4"/>
                </a:solidFill>
                <a:latin typeface="Arial"/>
                <a:cs typeface="Arial"/>
              </a:rPr>
              <a:t>•</a:t>
            </a:r>
            <a:r>
              <a:rPr sz="1350" spc="-150" dirty="0">
                <a:solidFill>
                  <a:srgbClr val="C4C6C4"/>
                </a:solidFill>
                <a:latin typeface="Arial"/>
                <a:cs typeface="Arial"/>
              </a:rPr>
              <a:t> </a:t>
            </a:r>
            <a:r>
              <a:rPr sz="1400" spc="254" dirty="0">
                <a:solidFill>
                  <a:srgbClr val="C4C6C4"/>
                </a:solidFill>
                <a:latin typeface="Times New Roman"/>
                <a:cs typeface="Times New Roman"/>
              </a:rPr>
              <a:t>••••••••••••••</a:t>
            </a:r>
            <a:r>
              <a:rPr sz="1400" spc="470" dirty="0">
                <a:solidFill>
                  <a:srgbClr val="C4C6C4"/>
                </a:solidFill>
                <a:latin typeface="Times New Roman"/>
                <a:cs typeface="Times New Roman"/>
              </a:rPr>
              <a:t> </a:t>
            </a:r>
            <a:r>
              <a:rPr sz="1300" spc="270" dirty="0">
                <a:solidFill>
                  <a:srgbClr val="C4C6C4"/>
                </a:solidFill>
                <a:latin typeface="Arial"/>
                <a:cs typeface="Arial"/>
              </a:rPr>
              <a:t>•</a:t>
            </a:r>
            <a:r>
              <a:rPr sz="1350" spc="270" dirty="0">
                <a:solidFill>
                  <a:srgbClr val="C4C6C4"/>
                </a:solidFill>
                <a:latin typeface="Arial"/>
                <a:cs typeface="Arial"/>
              </a:rPr>
              <a:t>••</a:t>
            </a:r>
            <a:r>
              <a:rPr sz="1300" spc="270" dirty="0">
                <a:solidFill>
                  <a:srgbClr val="C4C6C4"/>
                </a:solidFill>
                <a:latin typeface="Arial"/>
                <a:cs typeface="Arial"/>
              </a:rPr>
              <a:t>••</a:t>
            </a:r>
            <a:r>
              <a:rPr sz="1350" spc="270" dirty="0">
                <a:solidFill>
                  <a:srgbClr val="C4C6C4"/>
                </a:solidFill>
                <a:latin typeface="Arial"/>
                <a:cs typeface="Arial"/>
              </a:rPr>
              <a:t>•</a:t>
            </a:r>
            <a:r>
              <a:rPr sz="1300" spc="270" dirty="0">
                <a:solidFill>
                  <a:srgbClr val="C4C6C4"/>
                </a:solidFill>
                <a:latin typeface="Arial"/>
                <a:cs typeface="Arial"/>
              </a:rPr>
              <a:t>•</a:t>
            </a:r>
            <a:r>
              <a:rPr sz="1350" spc="270" dirty="0">
                <a:solidFill>
                  <a:srgbClr val="C4C6C4"/>
                </a:solidFill>
                <a:latin typeface="Arial"/>
                <a:cs typeface="Arial"/>
              </a:rPr>
              <a:t>•••••</a:t>
            </a:r>
            <a:r>
              <a:rPr sz="1100" spc="270" dirty="0">
                <a:solidFill>
                  <a:srgbClr val="C4C6C4"/>
                </a:solidFill>
                <a:latin typeface="Times New Roman"/>
                <a:cs typeface="Times New Roman"/>
              </a:rPr>
              <a:t>•</a:t>
            </a:r>
            <a:r>
              <a:rPr sz="1350" spc="270" dirty="0">
                <a:solidFill>
                  <a:srgbClr val="C4C6C4"/>
                </a:solidFill>
                <a:latin typeface="Arial"/>
                <a:cs typeface="Arial"/>
              </a:rPr>
              <a:t>•</a:t>
            </a:r>
            <a:r>
              <a:rPr sz="1500" spc="270" dirty="0">
                <a:solidFill>
                  <a:srgbClr val="C4C6C4"/>
                </a:solidFill>
                <a:latin typeface="Arial"/>
                <a:cs typeface="Arial"/>
              </a:rPr>
              <a:t>•</a:t>
            </a:r>
            <a:r>
              <a:rPr sz="1300" spc="270" dirty="0">
                <a:solidFill>
                  <a:srgbClr val="C4C6C4"/>
                </a:solidFill>
                <a:latin typeface="Arial"/>
                <a:cs typeface="Arial"/>
              </a:rPr>
              <a:t>•</a:t>
            </a:r>
            <a:r>
              <a:rPr sz="1350" spc="270" dirty="0">
                <a:solidFill>
                  <a:srgbClr val="C4C6C4"/>
                </a:solidFill>
                <a:latin typeface="Arial"/>
                <a:cs typeface="Arial"/>
              </a:rPr>
              <a:t>••</a:t>
            </a:r>
            <a:r>
              <a:rPr sz="1500" spc="270" dirty="0">
                <a:solidFill>
                  <a:srgbClr val="C4C6C4"/>
                </a:solidFill>
                <a:latin typeface="Arial"/>
                <a:cs typeface="Arial"/>
              </a:rPr>
              <a:t>•</a:t>
            </a:r>
            <a:r>
              <a:rPr sz="1300" spc="270" dirty="0">
                <a:solidFill>
                  <a:srgbClr val="C4C6C4"/>
                </a:solidFill>
                <a:latin typeface="Arial"/>
                <a:cs typeface="Arial"/>
              </a:rPr>
              <a:t>••</a:t>
            </a:r>
            <a:r>
              <a:rPr sz="1350" spc="270" dirty="0">
                <a:solidFill>
                  <a:srgbClr val="C4C6C4"/>
                </a:solidFill>
                <a:latin typeface="Arial"/>
                <a:cs typeface="Arial"/>
              </a:rPr>
              <a:t>•</a:t>
            </a:r>
            <a:r>
              <a:rPr sz="1300" spc="270" dirty="0">
                <a:solidFill>
                  <a:srgbClr val="C4C6C4"/>
                </a:solidFill>
                <a:latin typeface="Arial"/>
                <a:cs typeface="Arial"/>
              </a:rPr>
              <a:t>•</a:t>
            </a:r>
            <a:r>
              <a:rPr sz="1350" spc="270" dirty="0">
                <a:solidFill>
                  <a:srgbClr val="C4C6C4"/>
                </a:solidFill>
                <a:latin typeface="Arial"/>
                <a:cs typeface="Arial"/>
              </a:rPr>
              <a:t>•••••</a:t>
            </a:r>
            <a:r>
              <a:rPr sz="1100" spc="270" dirty="0">
                <a:solidFill>
                  <a:srgbClr val="C4C6C4"/>
                </a:solidFill>
                <a:latin typeface="Times New Roman"/>
                <a:cs typeface="Times New Roman"/>
              </a:rPr>
              <a:t>•</a:t>
            </a:r>
            <a:r>
              <a:rPr sz="1350" spc="270" dirty="0">
                <a:solidFill>
                  <a:srgbClr val="C4C6C4"/>
                </a:solidFill>
                <a:latin typeface="Arial"/>
                <a:cs typeface="Arial"/>
              </a:rPr>
              <a:t>•</a:t>
            </a:r>
            <a:r>
              <a:rPr sz="1500" spc="270" dirty="0">
                <a:solidFill>
                  <a:srgbClr val="C4C6C4"/>
                </a:solidFill>
                <a:latin typeface="Arial"/>
                <a:cs typeface="Arial"/>
              </a:rPr>
              <a:t>•</a:t>
            </a:r>
            <a:endParaRPr sz="1500">
              <a:latin typeface="Arial"/>
              <a:cs typeface="Arial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8510823" y="3995043"/>
            <a:ext cx="1464310" cy="255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spc="250" dirty="0">
                <a:solidFill>
                  <a:srgbClr val="C4C6C4"/>
                </a:solidFill>
                <a:latin typeface="Arial"/>
                <a:cs typeface="Arial"/>
              </a:rPr>
              <a:t>•</a:t>
            </a:r>
            <a:r>
              <a:rPr sz="1350" spc="395" dirty="0">
                <a:solidFill>
                  <a:srgbClr val="C4C6C4"/>
                </a:solidFill>
                <a:latin typeface="Arial"/>
                <a:cs typeface="Arial"/>
              </a:rPr>
              <a:t> </a:t>
            </a:r>
            <a:r>
              <a:rPr sz="1500" spc="270" dirty="0">
                <a:solidFill>
                  <a:srgbClr val="C4C6C4"/>
                </a:solidFill>
                <a:latin typeface="Arial"/>
                <a:cs typeface="Arial"/>
              </a:rPr>
              <a:t>•</a:t>
            </a:r>
            <a:r>
              <a:rPr sz="1300" spc="270" dirty="0">
                <a:solidFill>
                  <a:srgbClr val="C4C6C4"/>
                </a:solidFill>
                <a:latin typeface="Arial"/>
                <a:cs typeface="Arial"/>
              </a:rPr>
              <a:t>••</a:t>
            </a:r>
            <a:r>
              <a:rPr sz="1350" spc="270" dirty="0">
                <a:solidFill>
                  <a:srgbClr val="C4C6C4"/>
                </a:solidFill>
                <a:latin typeface="Arial"/>
                <a:cs typeface="Arial"/>
              </a:rPr>
              <a:t>•</a:t>
            </a:r>
            <a:r>
              <a:rPr sz="1300" spc="270" dirty="0">
                <a:solidFill>
                  <a:srgbClr val="C4C6C4"/>
                </a:solidFill>
                <a:latin typeface="Arial"/>
                <a:cs typeface="Arial"/>
              </a:rPr>
              <a:t>•</a:t>
            </a:r>
            <a:r>
              <a:rPr sz="1350" spc="270" dirty="0">
                <a:solidFill>
                  <a:srgbClr val="C4C6C4"/>
                </a:solidFill>
                <a:latin typeface="Arial"/>
                <a:cs typeface="Arial"/>
              </a:rPr>
              <a:t>•••••</a:t>
            </a:r>
            <a:r>
              <a:rPr sz="1100" spc="270" dirty="0">
                <a:solidFill>
                  <a:srgbClr val="C4C6C4"/>
                </a:solidFill>
                <a:latin typeface="Times New Roman"/>
                <a:cs typeface="Times New Roman"/>
              </a:rPr>
              <a:t>•</a:t>
            </a:r>
            <a:r>
              <a:rPr sz="1350" spc="270" dirty="0">
                <a:solidFill>
                  <a:srgbClr val="C4C6C4"/>
                </a:solidFill>
                <a:latin typeface="Arial"/>
                <a:cs typeface="Arial"/>
              </a:rPr>
              <a:t>•</a:t>
            </a:r>
            <a:r>
              <a:rPr sz="1500" spc="270" dirty="0">
                <a:solidFill>
                  <a:srgbClr val="C4C6C4"/>
                </a:solidFill>
                <a:latin typeface="Arial"/>
                <a:cs typeface="Arial"/>
              </a:rPr>
              <a:t>•</a:t>
            </a:r>
            <a:endParaRPr sz="1500">
              <a:latin typeface="Arial"/>
              <a:cs typeface="Arial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10039056" y="3995043"/>
            <a:ext cx="6115050" cy="255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92735" algn="l"/>
                <a:tab pos="3348990" algn="l"/>
              </a:tabLst>
            </a:pPr>
            <a:r>
              <a:rPr sz="1350" spc="200" dirty="0">
                <a:solidFill>
                  <a:srgbClr val="C4C6C4"/>
                </a:solidFill>
                <a:latin typeface="Arial"/>
                <a:cs typeface="Arial"/>
              </a:rPr>
              <a:t>•</a:t>
            </a:r>
            <a:r>
              <a:rPr sz="1350" dirty="0">
                <a:solidFill>
                  <a:srgbClr val="C4C6C4"/>
                </a:solidFill>
                <a:latin typeface="Arial"/>
                <a:cs typeface="Arial"/>
              </a:rPr>
              <a:t>	</a:t>
            </a:r>
            <a:r>
              <a:rPr sz="1300" spc="290" dirty="0">
                <a:solidFill>
                  <a:srgbClr val="C4C6C4"/>
                </a:solidFill>
                <a:latin typeface="Arial"/>
                <a:cs typeface="Arial"/>
              </a:rPr>
              <a:t>••</a:t>
            </a:r>
            <a:r>
              <a:rPr sz="1350" spc="290" dirty="0">
                <a:solidFill>
                  <a:srgbClr val="C4C6C4"/>
                </a:solidFill>
                <a:latin typeface="Arial"/>
                <a:cs typeface="Arial"/>
              </a:rPr>
              <a:t>•</a:t>
            </a:r>
            <a:r>
              <a:rPr sz="1300" spc="290" dirty="0">
                <a:solidFill>
                  <a:srgbClr val="C4C6C4"/>
                </a:solidFill>
                <a:latin typeface="Arial"/>
                <a:cs typeface="Arial"/>
              </a:rPr>
              <a:t>•</a:t>
            </a:r>
            <a:r>
              <a:rPr sz="1350" spc="290" dirty="0">
                <a:solidFill>
                  <a:srgbClr val="C4C6C4"/>
                </a:solidFill>
                <a:latin typeface="Arial"/>
                <a:cs typeface="Arial"/>
              </a:rPr>
              <a:t>•••••</a:t>
            </a:r>
            <a:r>
              <a:rPr sz="1100" spc="290" dirty="0">
                <a:solidFill>
                  <a:srgbClr val="C4C6C4"/>
                </a:solidFill>
                <a:latin typeface="Times New Roman"/>
                <a:cs typeface="Times New Roman"/>
              </a:rPr>
              <a:t>•</a:t>
            </a:r>
            <a:r>
              <a:rPr sz="1350" spc="290" dirty="0">
                <a:solidFill>
                  <a:srgbClr val="C4C6C4"/>
                </a:solidFill>
                <a:latin typeface="Arial"/>
                <a:cs typeface="Arial"/>
              </a:rPr>
              <a:t>•</a:t>
            </a:r>
            <a:r>
              <a:rPr sz="1500" spc="290" dirty="0">
                <a:solidFill>
                  <a:srgbClr val="C4C6C4"/>
                </a:solidFill>
                <a:latin typeface="Arial"/>
                <a:cs typeface="Arial"/>
              </a:rPr>
              <a:t>•</a:t>
            </a:r>
            <a:r>
              <a:rPr sz="1500" spc="295" dirty="0">
                <a:solidFill>
                  <a:srgbClr val="C4C6C4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C4C6C4"/>
                </a:solidFill>
                <a:latin typeface="Arial"/>
                <a:cs typeface="Arial"/>
              </a:rPr>
              <a:t>•</a:t>
            </a:r>
            <a:r>
              <a:rPr sz="1350" spc="120" dirty="0">
                <a:solidFill>
                  <a:srgbClr val="C4C6C4"/>
                </a:solidFill>
                <a:latin typeface="Arial"/>
                <a:cs typeface="Arial"/>
              </a:rPr>
              <a:t>  </a:t>
            </a:r>
            <a:r>
              <a:rPr sz="1500" spc="240" dirty="0">
                <a:solidFill>
                  <a:srgbClr val="C4C6C4"/>
                </a:solidFill>
                <a:latin typeface="Arial"/>
                <a:cs typeface="Arial"/>
              </a:rPr>
              <a:t>•</a:t>
            </a:r>
            <a:r>
              <a:rPr sz="1400" spc="240" dirty="0">
                <a:solidFill>
                  <a:srgbClr val="C4C6C4"/>
                </a:solidFill>
                <a:latin typeface="Times New Roman"/>
                <a:cs typeface="Times New Roman"/>
              </a:rPr>
              <a:t>••••••••••••</a:t>
            </a:r>
            <a:r>
              <a:rPr sz="1400" spc="120" dirty="0">
                <a:solidFill>
                  <a:srgbClr val="C4C6C4"/>
                </a:solidFill>
                <a:latin typeface="Times New Roman"/>
                <a:cs typeface="Times New Roman"/>
              </a:rPr>
              <a:t>  </a:t>
            </a:r>
            <a:r>
              <a:rPr sz="1350" spc="190" dirty="0">
                <a:solidFill>
                  <a:srgbClr val="C4C6C4"/>
                </a:solidFill>
                <a:latin typeface="Arial"/>
                <a:cs typeface="Arial"/>
              </a:rPr>
              <a:t>•</a:t>
            </a:r>
            <a:r>
              <a:rPr sz="1350" dirty="0">
                <a:solidFill>
                  <a:srgbClr val="C4C6C4"/>
                </a:solidFill>
                <a:latin typeface="Arial"/>
                <a:cs typeface="Arial"/>
              </a:rPr>
              <a:t>	</a:t>
            </a:r>
            <a:r>
              <a:rPr sz="1300" spc="250" dirty="0">
                <a:solidFill>
                  <a:srgbClr val="C4C6C4"/>
                </a:solidFill>
                <a:latin typeface="Arial"/>
                <a:cs typeface="Arial"/>
              </a:rPr>
              <a:t>•</a:t>
            </a:r>
            <a:r>
              <a:rPr sz="1400" spc="250" dirty="0">
                <a:solidFill>
                  <a:srgbClr val="C4C6C4"/>
                </a:solidFill>
                <a:latin typeface="Times New Roman"/>
                <a:cs typeface="Times New Roman"/>
              </a:rPr>
              <a:t>•••••••••••</a:t>
            </a:r>
            <a:r>
              <a:rPr sz="1400" spc="90" dirty="0">
                <a:solidFill>
                  <a:srgbClr val="C4C6C4"/>
                </a:solidFill>
                <a:latin typeface="Times New Roman"/>
                <a:cs typeface="Times New Roman"/>
              </a:rPr>
              <a:t>  </a:t>
            </a:r>
            <a:r>
              <a:rPr sz="1350" spc="270" dirty="0">
                <a:solidFill>
                  <a:srgbClr val="C4C6C4"/>
                </a:solidFill>
                <a:latin typeface="Arial"/>
                <a:cs typeface="Arial"/>
              </a:rPr>
              <a:t>•</a:t>
            </a:r>
            <a:r>
              <a:rPr sz="1350" spc="390" dirty="0">
                <a:solidFill>
                  <a:srgbClr val="C4C6C4"/>
                </a:solidFill>
                <a:latin typeface="Arial"/>
                <a:cs typeface="Arial"/>
              </a:rPr>
              <a:t> </a:t>
            </a:r>
            <a:r>
              <a:rPr sz="1500" spc="225" dirty="0">
                <a:solidFill>
                  <a:srgbClr val="C4C6C4"/>
                </a:solidFill>
                <a:latin typeface="Arial"/>
                <a:cs typeface="Arial"/>
              </a:rPr>
              <a:t>•</a:t>
            </a:r>
            <a:r>
              <a:rPr sz="1400" spc="225" dirty="0">
                <a:solidFill>
                  <a:srgbClr val="C4C6C4"/>
                </a:solidFill>
                <a:latin typeface="Times New Roman"/>
                <a:cs typeface="Times New Roman"/>
              </a:rPr>
              <a:t>•••••••••••••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1507675" y="6368908"/>
            <a:ext cx="1414780" cy="628015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46990" marR="5080" indent="-34925">
              <a:lnSpc>
                <a:spcPts val="2210"/>
              </a:lnSpc>
              <a:spcBef>
                <a:spcPts val="440"/>
              </a:spcBef>
            </a:pPr>
            <a:r>
              <a:rPr sz="2100" spc="120" dirty="0">
                <a:latin typeface="Arial"/>
                <a:cs typeface="Arial"/>
              </a:rPr>
              <a:t>Developer </a:t>
            </a:r>
            <a:r>
              <a:rPr sz="2100" spc="180" dirty="0">
                <a:latin typeface="Arial"/>
                <a:cs typeface="Arial"/>
              </a:rPr>
              <a:t>&amp;</a:t>
            </a:r>
            <a:r>
              <a:rPr sz="2100" spc="-25" dirty="0">
                <a:latin typeface="Arial"/>
                <a:cs typeface="Arial"/>
              </a:rPr>
              <a:t> </a:t>
            </a:r>
            <a:r>
              <a:rPr sz="2100" spc="114" dirty="0">
                <a:latin typeface="Arial"/>
                <a:cs typeface="Arial"/>
              </a:rPr>
              <a:t>Tenants</a:t>
            </a:r>
            <a:endParaRPr sz="2100">
              <a:latin typeface="Arial"/>
              <a:cs typeface="Arial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3734343" y="5895410"/>
            <a:ext cx="4191635" cy="715010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sz="1950" i="1" spc="50" dirty="0">
                <a:solidFill>
                  <a:srgbClr val="161616"/>
                </a:solidFill>
                <a:latin typeface="Arial"/>
                <a:cs typeface="Arial"/>
              </a:rPr>
              <a:t>Concern:</a:t>
            </a:r>
            <a:endParaRPr sz="1950">
              <a:latin typeface="Arial"/>
              <a:cs typeface="Arial"/>
            </a:endParaRPr>
          </a:p>
          <a:p>
            <a:pPr marL="24130">
              <a:lnSpc>
                <a:spcPct val="100000"/>
              </a:lnSpc>
              <a:spcBef>
                <a:spcPts val="375"/>
              </a:spcBef>
            </a:pPr>
            <a:r>
              <a:rPr sz="1950" i="1" spc="-105" dirty="0">
                <a:latin typeface="Arial"/>
                <a:cs typeface="Arial"/>
              </a:rPr>
              <a:t>ESG</a:t>
            </a:r>
            <a:r>
              <a:rPr sz="1950" i="1" spc="-120" dirty="0">
                <a:latin typeface="Arial"/>
                <a:cs typeface="Arial"/>
              </a:rPr>
              <a:t> </a:t>
            </a:r>
            <a:r>
              <a:rPr sz="1950" i="1" dirty="0">
                <a:latin typeface="Arial"/>
                <a:cs typeface="Arial"/>
              </a:rPr>
              <a:t>Pressure,</a:t>
            </a:r>
            <a:r>
              <a:rPr sz="1950" i="1" spc="25" dirty="0">
                <a:latin typeface="Arial"/>
                <a:cs typeface="Arial"/>
              </a:rPr>
              <a:t> </a:t>
            </a:r>
            <a:r>
              <a:rPr sz="1950" i="1" spc="100" dirty="0">
                <a:latin typeface="Arial"/>
                <a:cs typeface="Arial"/>
              </a:rPr>
              <a:t>Brand</a:t>
            </a:r>
            <a:r>
              <a:rPr sz="1950" i="1" spc="-10" dirty="0">
                <a:latin typeface="Arial"/>
                <a:cs typeface="Arial"/>
              </a:rPr>
              <a:t> </a:t>
            </a:r>
            <a:r>
              <a:rPr sz="1950" i="1" spc="70" dirty="0">
                <a:latin typeface="Arial"/>
                <a:cs typeface="Arial"/>
              </a:rPr>
              <a:t>Responsibility</a:t>
            </a:r>
            <a:endParaRPr sz="1950">
              <a:latin typeface="Arial"/>
              <a:cs typeface="Arial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3353373" y="6981519"/>
            <a:ext cx="5247005" cy="255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00" dirty="0">
                <a:solidFill>
                  <a:srgbClr val="C4C6C4"/>
                </a:solidFill>
                <a:latin typeface="Arial"/>
                <a:cs typeface="Arial"/>
              </a:rPr>
              <a:t>•</a:t>
            </a:r>
            <a:r>
              <a:rPr sz="1300" spc="-25" dirty="0">
                <a:solidFill>
                  <a:srgbClr val="C4C6C4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4C6C4"/>
                </a:solidFill>
                <a:latin typeface="Times New Roman"/>
                <a:cs typeface="Times New Roman"/>
              </a:rPr>
              <a:t>•</a:t>
            </a:r>
            <a:r>
              <a:rPr sz="1100" spc="15" dirty="0">
                <a:solidFill>
                  <a:srgbClr val="C4C6C4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C4C6C4"/>
                </a:solidFill>
                <a:latin typeface="Arial"/>
                <a:cs typeface="Arial"/>
              </a:rPr>
              <a:t>•</a:t>
            </a:r>
            <a:r>
              <a:rPr sz="1300" spc="-145" dirty="0">
                <a:solidFill>
                  <a:srgbClr val="C4C6C4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C4C6C4"/>
                </a:solidFill>
                <a:latin typeface="Arial"/>
                <a:cs typeface="Arial"/>
              </a:rPr>
              <a:t>•</a:t>
            </a:r>
            <a:r>
              <a:rPr sz="1350" spc="-80" dirty="0">
                <a:solidFill>
                  <a:srgbClr val="C4C6C4"/>
                </a:solidFill>
                <a:latin typeface="Arial"/>
                <a:cs typeface="Arial"/>
              </a:rPr>
              <a:t> </a:t>
            </a:r>
            <a:r>
              <a:rPr sz="1500" spc="110" dirty="0">
                <a:solidFill>
                  <a:srgbClr val="C4C6C4"/>
                </a:solidFill>
                <a:latin typeface="Arial"/>
                <a:cs typeface="Arial"/>
              </a:rPr>
              <a:t>•</a:t>
            </a:r>
            <a:r>
              <a:rPr sz="1200" spc="110" dirty="0">
                <a:solidFill>
                  <a:srgbClr val="C4C6C4"/>
                </a:solidFill>
                <a:latin typeface="Times New Roman"/>
                <a:cs typeface="Times New Roman"/>
              </a:rPr>
              <a:t>•</a:t>
            </a:r>
            <a:r>
              <a:rPr sz="1200" spc="70" dirty="0">
                <a:solidFill>
                  <a:srgbClr val="C4C6C4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C4C6C4"/>
                </a:solidFill>
                <a:latin typeface="Arial"/>
                <a:cs typeface="Arial"/>
              </a:rPr>
              <a:t>•</a:t>
            </a:r>
            <a:r>
              <a:rPr sz="1300" spc="180" dirty="0">
                <a:solidFill>
                  <a:srgbClr val="C4C6C4"/>
                </a:solidFill>
                <a:latin typeface="Arial"/>
                <a:cs typeface="Arial"/>
              </a:rPr>
              <a:t>  </a:t>
            </a:r>
            <a:r>
              <a:rPr sz="1500" spc="110" dirty="0">
                <a:solidFill>
                  <a:srgbClr val="C4C6C4"/>
                </a:solidFill>
                <a:latin typeface="Arial"/>
                <a:cs typeface="Arial"/>
              </a:rPr>
              <a:t>•</a:t>
            </a:r>
            <a:r>
              <a:rPr sz="1300" spc="110" dirty="0">
                <a:solidFill>
                  <a:srgbClr val="C4C6C4"/>
                </a:solidFill>
                <a:latin typeface="Arial"/>
                <a:cs typeface="Arial"/>
              </a:rPr>
              <a:t>•</a:t>
            </a:r>
            <a:r>
              <a:rPr sz="1300" spc="-35" dirty="0">
                <a:solidFill>
                  <a:srgbClr val="C4C6C4"/>
                </a:solidFill>
                <a:latin typeface="Arial"/>
                <a:cs typeface="Arial"/>
              </a:rPr>
              <a:t> </a:t>
            </a:r>
            <a:r>
              <a:rPr sz="1350" spc="130" dirty="0">
                <a:solidFill>
                  <a:srgbClr val="C4C6C4"/>
                </a:solidFill>
                <a:latin typeface="Arial"/>
                <a:cs typeface="Arial"/>
              </a:rPr>
              <a:t>•</a:t>
            </a:r>
            <a:r>
              <a:rPr sz="1500" spc="130" dirty="0">
                <a:solidFill>
                  <a:srgbClr val="C4C6C4"/>
                </a:solidFill>
                <a:latin typeface="Arial"/>
                <a:cs typeface="Arial"/>
              </a:rPr>
              <a:t>•</a:t>
            </a:r>
            <a:r>
              <a:rPr sz="1500" spc="-165" dirty="0">
                <a:solidFill>
                  <a:srgbClr val="C4C6C4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C4C6C4"/>
                </a:solidFill>
                <a:latin typeface="Arial"/>
                <a:cs typeface="Arial"/>
              </a:rPr>
              <a:t>•</a:t>
            </a:r>
            <a:r>
              <a:rPr sz="1350" spc="-60" dirty="0">
                <a:solidFill>
                  <a:srgbClr val="C4C6C4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4C6C4"/>
                </a:solidFill>
                <a:latin typeface="Times New Roman"/>
                <a:cs typeface="Times New Roman"/>
              </a:rPr>
              <a:t>•</a:t>
            </a:r>
            <a:r>
              <a:rPr sz="1100" spc="20" dirty="0">
                <a:solidFill>
                  <a:srgbClr val="C4C6C4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C4C6C4"/>
                </a:solidFill>
                <a:latin typeface="Arial"/>
                <a:cs typeface="Arial"/>
              </a:rPr>
              <a:t>•</a:t>
            </a:r>
            <a:r>
              <a:rPr sz="1350" spc="165" dirty="0">
                <a:solidFill>
                  <a:srgbClr val="C4C6C4"/>
                </a:solidFill>
                <a:latin typeface="Arial"/>
                <a:cs typeface="Arial"/>
              </a:rPr>
              <a:t>  </a:t>
            </a:r>
            <a:r>
              <a:rPr sz="1300" dirty="0">
                <a:solidFill>
                  <a:srgbClr val="C4C6C4"/>
                </a:solidFill>
                <a:latin typeface="Arial"/>
                <a:cs typeface="Arial"/>
              </a:rPr>
              <a:t>•</a:t>
            </a:r>
            <a:r>
              <a:rPr sz="1300" spc="-25" dirty="0">
                <a:solidFill>
                  <a:srgbClr val="C4C6C4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4C6C4"/>
                </a:solidFill>
                <a:latin typeface="Times New Roman"/>
                <a:cs typeface="Times New Roman"/>
              </a:rPr>
              <a:t>•</a:t>
            </a:r>
            <a:r>
              <a:rPr sz="1100" spc="20" dirty="0">
                <a:solidFill>
                  <a:srgbClr val="C4C6C4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C4C6C4"/>
                </a:solidFill>
                <a:latin typeface="Arial"/>
                <a:cs typeface="Arial"/>
              </a:rPr>
              <a:t>•</a:t>
            </a:r>
            <a:r>
              <a:rPr sz="1300" spc="-145" dirty="0">
                <a:solidFill>
                  <a:srgbClr val="C4C6C4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C4C6C4"/>
                </a:solidFill>
                <a:latin typeface="Arial"/>
                <a:cs typeface="Arial"/>
              </a:rPr>
              <a:t>•</a:t>
            </a:r>
            <a:r>
              <a:rPr sz="1350" spc="-80" dirty="0">
                <a:solidFill>
                  <a:srgbClr val="C4C6C4"/>
                </a:solidFill>
                <a:latin typeface="Arial"/>
                <a:cs typeface="Arial"/>
              </a:rPr>
              <a:t> </a:t>
            </a:r>
            <a:r>
              <a:rPr sz="1500" spc="110" dirty="0">
                <a:solidFill>
                  <a:srgbClr val="C4C6C4"/>
                </a:solidFill>
                <a:latin typeface="Arial"/>
                <a:cs typeface="Arial"/>
              </a:rPr>
              <a:t>•</a:t>
            </a:r>
            <a:r>
              <a:rPr sz="1200" spc="110" dirty="0">
                <a:solidFill>
                  <a:srgbClr val="C4C6C4"/>
                </a:solidFill>
                <a:latin typeface="Times New Roman"/>
                <a:cs typeface="Times New Roman"/>
              </a:rPr>
              <a:t>•</a:t>
            </a:r>
            <a:r>
              <a:rPr sz="1200" spc="70" dirty="0">
                <a:solidFill>
                  <a:srgbClr val="C4C6C4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C4C6C4"/>
                </a:solidFill>
                <a:latin typeface="Arial"/>
                <a:cs typeface="Arial"/>
              </a:rPr>
              <a:t>•</a:t>
            </a:r>
            <a:r>
              <a:rPr sz="1300" spc="-160" dirty="0">
                <a:solidFill>
                  <a:srgbClr val="C4C6C4"/>
                </a:solidFill>
                <a:latin typeface="Arial"/>
                <a:cs typeface="Arial"/>
              </a:rPr>
              <a:t> </a:t>
            </a:r>
            <a:r>
              <a:rPr sz="1500" spc="50" dirty="0">
                <a:solidFill>
                  <a:srgbClr val="C4C6C4"/>
                </a:solidFill>
                <a:latin typeface="Arial"/>
                <a:cs typeface="Arial"/>
              </a:rPr>
              <a:t>•</a:t>
            </a:r>
            <a:r>
              <a:rPr sz="1500" spc="-170" dirty="0">
                <a:solidFill>
                  <a:srgbClr val="C4C6C4"/>
                </a:solidFill>
                <a:latin typeface="Arial"/>
                <a:cs typeface="Arial"/>
              </a:rPr>
              <a:t> </a:t>
            </a:r>
            <a:r>
              <a:rPr sz="1500" spc="110" dirty="0">
                <a:solidFill>
                  <a:srgbClr val="C4C6C4"/>
                </a:solidFill>
                <a:latin typeface="Arial"/>
                <a:cs typeface="Arial"/>
              </a:rPr>
              <a:t>•</a:t>
            </a:r>
            <a:r>
              <a:rPr sz="1300" spc="110" dirty="0">
                <a:solidFill>
                  <a:srgbClr val="C4C6C4"/>
                </a:solidFill>
                <a:latin typeface="Arial"/>
                <a:cs typeface="Arial"/>
              </a:rPr>
              <a:t>•</a:t>
            </a:r>
            <a:r>
              <a:rPr sz="1300" spc="-35" dirty="0">
                <a:solidFill>
                  <a:srgbClr val="C4C6C4"/>
                </a:solidFill>
                <a:latin typeface="Arial"/>
                <a:cs typeface="Arial"/>
              </a:rPr>
              <a:t> </a:t>
            </a:r>
            <a:r>
              <a:rPr sz="1350" spc="130" dirty="0">
                <a:solidFill>
                  <a:srgbClr val="C4C6C4"/>
                </a:solidFill>
                <a:latin typeface="Arial"/>
                <a:cs typeface="Arial"/>
              </a:rPr>
              <a:t>•</a:t>
            </a:r>
            <a:r>
              <a:rPr sz="1500" spc="130" dirty="0">
                <a:solidFill>
                  <a:srgbClr val="C4C6C4"/>
                </a:solidFill>
                <a:latin typeface="Arial"/>
                <a:cs typeface="Arial"/>
              </a:rPr>
              <a:t>•</a:t>
            </a:r>
            <a:r>
              <a:rPr sz="1500" spc="-170" dirty="0">
                <a:solidFill>
                  <a:srgbClr val="C4C6C4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C4C6C4"/>
                </a:solidFill>
                <a:latin typeface="Arial"/>
                <a:cs typeface="Arial"/>
              </a:rPr>
              <a:t>•</a:t>
            </a:r>
            <a:r>
              <a:rPr sz="1350" spc="-55" dirty="0">
                <a:solidFill>
                  <a:srgbClr val="C4C6C4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4C6C4"/>
                </a:solidFill>
                <a:latin typeface="Times New Roman"/>
                <a:cs typeface="Times New Roman"/>
              </a:rPr>
              <a:t>•</a:t>
            </a:r>
            <a:r>
              <a:rPr sz="1100" spc="15" dirty="0">
                <a:solidFill>
                  <a:srgbClr val="C4C6C4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C4C6C4"/>
                </a:solidFill>
                <a:latin typeface="Arial"/>
                <a:cs typeface="Arial"/>
              </a:rPr>
              <a:t>•</a:t>
            </a:r>
            <a:r>
              <a:rPr sz="1350" spc="165" dirty="0">
                <a:solidFill>
                  <a:srgbClr val="C4C6C4"/>
                </a:solidFill>
                <a:latin typeface="Arial"/>
                <a:cs typeface="Arial"/>
              </a:rPr>
              <a:t>  </a:t>
            </a:r>
            <a:r>
              <a:rPr sz="1300" dirty="0">
                <a:solidFill>
                  <a:srgbClr val="C4C6C4"/>
                </a:solidFill>
                <a:latin typeface="Arial"/>
                <a:cs typeface="Arial"/>
              </a:rPr>
              <a:t>•</a:t>
            </a:r>
            <a:r>
              <a:rPr sz="1300" spc="-20" dirty="0">
                <a:solidFill>
                  <a:srgbClr val="C4C6C4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4C6C4"/>
                </a:solidFill>
                <a:latin typeface="Times New Roman"/>
                <a:cs typeface="Times New Roman"/>
              </a:rPr>
              <a:t>•</a:t>
            </a:r>
            <a:r>
              <a:rPr sz="1100" spc="15" dirty="0">
                <a:solidFill>
                  <a:srgbClr val="C4C6C4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C4C6C4"/>
                </a:solidFill>
                <a:latin typeface="Arial"/>
                <a:cs typeface="Arial"/>
              </a:rPr>
              <a:t>•</a:t>
            </a:r>
            <a:r>
              <a:rPr sz="1350" spc="-175" dirty="0">
                <a:solidFill>
                  <a:srgbClr val="C4C6C4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C4C6C4"/>
                </a:solidFill>
                <a:latin typeface="Arial"/>
                <a:cs typeface="Arial"/>
              </a:rPr>
              <a:t>•</a:t>
            </a:r>
            <a:r>
              <a:rPr sz="1350" spc="-80" dirty="0">
                <a:solidFill>
                  <a:srgbClr val="C4C6C4"/>
                </a:solidFill>
                <a:latin typeface="Arial"/>
                <a:cs typeface="Arial"/>
              </a:rPr>
              <a:t> </a:t>
            </a:r>
            <a:r>
              <a:rPr sz="1500" spc="110" dirty="0">
                <a:solidFill>
                  <a:srgbClr val="C4C6C4"/>
                </a:solidFill>
                <a:latin typeface="Arial"/>
                <a:cs typeface="Arial"/>
              </a:rPr>
              <a:t>•</a:t>
            </a:r>
            <a:r>
              <a:rPr sz="1200" spc="110" dirty="0">
                <a:solidFill>
                  <a:srgbClr val="C4C6C4"/>
                </a:solidFill>
                <a:latin typeface="Times New Roman"/>
                <a:cs typeface="Times New Roman"/>
              </a:rPr>
              <a:t>•</a:t>
            </a:r>
            <a:r>
              <a:rPr sz="1200" spc="70" dirty="0">
                <a:solidFill>
                  <a:srgbClr val="C4C6C4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C4C6C4"/>
                </a:solidFill>
                <a:latin typeface="Arial"/>
                <a:cs typeface="Arial"/>
              </a:rPr>
              <a:t>•</a:t>
            </a:r>
            <a:r>
              <a:rPr sz="1300" spc="-155" dirty="0">
                <a:solidFill>
                  <a:srgbClr val="C4C6C4"/>
                </a:solidFill>
                <a:latin typeface="Arial"/>
                <a:cs typeface="Arial"/>
              </a:rPr>
              <a:t> </a:t>
            </a:r>
            <a:r>
              <a:rPr sz="1500" spc="50" dirty="0">
                <a:solidFill>
                  <a:srgbClr val="C4C6C4"/>
                </a:solidFill>
                <a:latin typeface="Arial"/>
                <a:cs typeface="Arial"/>
              </a:rPr>
              <a:t>•</a:t>
            </a:r>
            <a:r>
              <a:rPr sz="1500" spc="-175" dirty="0">
                <a:solidFill>
                  <a:srgbClr val="C4C6C4"/>
                </a:solidFill>
                <a:latin typeface="Arial"/>
                <a:cs typeface="Arial"/>
              </a:rPr>
              <a:t> </a:t>
            </a:r>
            <a:r>
              <a:rPr sz="1500" spc="110" dirty="0">
                <a:solidFill>
                  <a:srgbClr val="C4C6C4"/>
                </a:solidFill>
                <a:latin typeface="Arial"/>
                <a:cs typeface="Arial"/>
              </a:rPr>
              <a:t>•</a:t>
            </a:r>
            <a:r>
              <a:rPr sz="1300" spc="110" dirty="0">
                <a:solidFill>
                  <a:srgbClr val="C4C6C4"/>
                </a:solidFill>
                <a:latin typeface="Arial"/>
                <a:cs typeface="Arial"/>
              </a:rPr>
              <a:t>•</a:t>
            </a:r>
            <a:r>
              <a:rPr sz="1300" spc="-35" dirty="0">
                <a:solidFill>
                  <a:srgbClr val="C4C6C4"/>
                </a:solidFill>
                <a:latin typeface="Arial"/>
                <a:cs typeface="Arial"/>
              </a:rPr>
              <a:t> </a:t>
            </a:r>
            <a:r>
              <a:rPr sz="1350" spc="130" dirty="0">
                <a:solidFill>
                  <a:srgbClr val="C4C6C4"/>
                </a:solidFill>
                <a:latin typeface="Arial"/>
                <a:cs typeface="Arial"/>
              </a:rPr>
              <a:t>•</a:t>
            </a:r>
            <a:r>
              <a:rPr sz="1500" spc="130" dirty="0">
                <a:solidFill>
                  <a:srgbClr val="C4C6C4"/>
                </a:solidFill>
                <a:latin typeface="Arial"/>
                <a:cs typeface="Arial"/>
              </a:rPr>
              <a:t>•</a:t>
            </a:r>
            <a:r>
              <a:rPr sz="1500" spc="-170" dirty="0">
                <a:solidFill>
                  <a:srgbClr val="C4C6C4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C4C6C4"/>
                </a:solidFill>
                <a:latin typeface="Arial"/>
                <a:cs typeface="Arial"/>
              </a:rPr>
              <a:t>•</a:t>
            </a:r>
            <a:r>
              <a:rPr sz="1350" spc="-55" dirty="0">
                <a:solidFill>
                  <a:srgbClr val="C4C6C4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4C6C4"/>
                </a:solidFill>
                <a:latin typeface="Times New Roman"/>
                <a:cs typeface="Times New Roman"/>
              </a:rPr>
              <a:t>•</a:t>
            </a:r>
            <a:r>
              <a:rPr sz="1100" spc="20" dirty="0">
                <a:solidFill>
                  <a:srgbClr val="C4C6C4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C4C6C4"/>
                </a:solidFill>
                <a:latin typeface="Arial"/>
                <a:cs typeface="Arial"/>
              </a:rPr>
              <a:t>•</a:t>
            </a:r>
            <a:r>
              <a:rPr sz="1350" spc="165" dirty="0">
                <a:solidFill>
                  <a:srgbClr val="C4C6C4"/>
                </a:solidFill>
                <a:latin typeface="Arial"/>
                <a:cs typeface="Arial"/>
              </a:rPr>
              <a:t>  </a:t>
            </a:r>
            <a:r>
              <a:rPr sz="1300" dirty="0">
                <a:solidFill>
                  <a:srgbClr val="C4C6C4"/>
                </a:solidFill>
                <a:latin typeface="Arial"/>
                <a:cs typeface="Arial"/>
              </a:rPr>
              <a:t>•</a:t>
            </a:r>
            <a:r>
              <a:rPr sz="1300" spc="-25" dirty="0">
                <a:solidFill>
                  <a:srgbClr val="C4C6C4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4C6C4"/>
                </a:solidFill>
                <a:latin typeface="Times New Roman"/>
                <a:cs typeface="Times New Roman"/>
              </a:rPr>
              <a:t>•</a:t>
            </a:r>
            <a:r>
              <a:rPr sz="1100" spc="15" dirty="0">
                <a:solidFill>
                  <a:srgbClr val="C4C6C4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C4C6C4"/>
                </a:solidFill>
                <a:latin typeface="Arial"/>
                <a:cs typeface="Arial"/>
              </a:rPr>
              <a:t>•</a:t>
            </a:r>
            <a:r>
              <a:rPr sz="1300" spc="-145" dirty="0">
                <a:solidFill>
                  <a:srgbClr val="C4C6C4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C4C6C4"/>
                </a:solidFill>
                <a:latin typeface="Arial"/>
                <a:cs typeface="Arial"/>
              </a:rPr>
              <a:t>•</a:t>
            </a:r>
            <a:r>
              <a:rPr sz="1350" spc="-75" dirty="0">
                <a:solidFill>
                  <a:srgbClr val="C4C6C4"/>
                </a:solidFill>
                <a:latin typeface="Arial"/>
                <a:cs typeface="Arial"/>
              </a:rPr>
              <a:t> </a:t>
            </a:r>
            <a:r>
              <a:rPr sz="1500" spc="110" dirty="0">
                <a:solidFill>
                  <a:srgbClr val="C4C6C4"/>
                </a:solidFill>
                <a:latin typeface="Arial"/>
                <a:cs typeface="Arial"/>
              </a:rPr>
              <a:t>•</a:t>
            </a:r>
            <a:r>
              <a:rPr sz="1200" spc="110" dirty="0">
                <a:solidFill>
                  <a:srgbClr val="C4C6C4"/>
                </a:solidFill>
                <a:latin typeface="Times New Roman"/>
                <a:cs typeface="Times New Roman"/>
              </a:rPr>
              <a:t>•</a:t>
            </a:r>
            <a:r>
              <a:rPr sz="1200" spc="65" dirty="0">
                <a:solidFill>
                  <a:srgbClr val="C4C6C4"/>
                </a:solidFill>
                <a:latin typeface="Times New Roman"/>
                <a:cs typeface="Times New Roman"/>
              </a:rPr>
              <a:t> </a:t>
            </a:r>
            <a:r>
              <a:rPr sz="1300" spc="-50" dirty="0">
                <a:solidFill>
                  <a:srgbClr val="C4C6C4"/>
                </a:solidFill>
                <a:latin typeface="Arial"/>
                <a:cs typeface="Arial"/>
              </a:rPr>
              <a:t>•</a:t>
            </a:r>
            <a:endParaRPr sz="1300">
              <a:latin typeface="Arial"/>
              <a:cs typeface="Arial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8700841" y="6981519"/>
            <a:ext cx="3081020" cy="255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304415" algn="l"/>
              </a:tabLst>
            </a:pPr>
            <a:r>
              <a:rPr sz="1500" spc="110" dirty="0">
                <a:solidFill>
                  <a:srgbClr val="C4C6C4"/>
                </a:solidFill>
                <a:latin typeface="Arial"/>
                <a:cs typeface="Arial"/>
              </a:rPr>
              <a:t>•</a:t>
            </a:r>
            <a:r>
              <a:rPr sz="1300" spc="110" dirty="0">
                <a:solidFill>
                  <a:srgbClr val="C4C6C4"/>
                </a:solidFill>
                <a:latin typeface="Arial"/>
                <a:cs typeface="Arial"/>
              </a:rPr>
              <a:t>•</a:t>
            </a:r>
            <a:r>
              <a:rPr sz="1300" spc="-45" dirty="0">
                <a:solidFill>
                  <a:srgbClr val="C4C6C4"/>
                </a:solidFill>
                <a:latin typeface="Arial"/>
                <a:cs typeface="Arial"/>
              </a:rPr>
              <a:t> </a:t>
            </a:r>
            <a:r>
              <a:rPr sz="1350" spc="130" dirty="0">
                <a:solidFill>
                  <a:srgbClr val="C4C6C4"/>
                </a:solidFill>
                <a:latin typeface="Arial"/>
                <a:cs typeface="Arial"/>
              </a:rPr>
              <a:t>•</a:t>
            </a:r>
            <a:r>
              <a:rPr sz="1500" spc="130" dirty="0">
                <a:solidFill>
                  <a:srgbClr val="C4C6C4"/>
                </a:solidFill>
                <a:latin typeface="Arial"/>
                <a:cs typeface="Arial"/>
              </a:rPr>
              <a:t>•</a:t>
            </a:r>
            <a:r>
              <a:rPr sz="1500" spc="-170" dirty="0">
                <a:solidFill>
                  <a:srgbClr val="C4C6C4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C4C6C4"/>
                </a:solidFill>
                <a:latin typeface="Arial"/>
                <a:cs typeface="Arial"/>
              </a:rPr>
              <a:t>•</a:t>
            </a:r>
            <a:r>
              <a:rPr sz="1350" spc="-60" dirty="0">
                <a:solidFill>
                  <a:srgbClr val="C4C6C4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4C6C4"/>
                </a:solidFill>
                <a:latin typeface="Times New Roman"/>
                <a:cs typeface="Times New Roman"/>
              </a:rPr>
              <a:t>•</a:t>
            </a:r>
            <a:r>
              <a:rPr sz="1100" spc="15" dirty="0">
                <a:solidFill>
                  <a:srgbClr val="C4C6C4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C4C6C4"/>
                </a:solidFill>
                <a:latin typeface="Arial"/>
                <a:cs typeface="Arial"/>
              </a:rPr>
              <a:t>•</a:t>
            </a:r>
            <a:r>
              <a:rPr sz="1350" spc="155" dirty="0">
                <a:solidFill>
                  <a:srgbClr val="C4C6C4"/>
                </a:solidFill>
                <a:latin typeface="Arial"/>
                <a:cs typeface="Arial"/>
              </a:rPr>
              <a:t>  </a:t>
            </a:r>
            <a:r>
              <a:rPr sz="1200" dirty="0">
                <a:solidFill>
                  <a:srgbClr val="C4C6C4"/>
                </a:solidFill>
                <a:latin typeface="Times New Roman"/>
                <a:cs typeface="Times New Roman"/>
              </a:rPr>
              <a:t>•</a:t>
            </a:r>
            <a:r>
              <a:rPr sz="1200" spc="-45" dirty="0">
                <a:solidFill>
                  <a:srgbClr val="C4C6C4"/>
                </a:solidFill>
                <a:latin typeface="Times New Roman"/>
                <a:cs typeface="Times New Roman"/>
              </a:rPr>
              <a:t> </a:t>
            </a:r>
            <a:r>
              <a:rPr sz="1350" spc="250" dirty="0">
                <a:solidFill>
                  <a:srgbClr val="C4C6C4"/>
                </a:solidFill>
                <a:latin typeface="Arial"/>
                <a:cs typeface="Arial"/>
              </a:rPr>
              <a:t>•••••••••••••</a:t>
            </a:r>
            <a:r>
              <a:rPr sz="1350" dirty="0">
                <a:solidFill>
                  <a:srgbClr val="C4C6C4"/>
                </a:solidFill>
                <a:latin typeface="Arial"/>
                <a:cs typeface="Arial"/>
              </a:rPr>
              <a:t>	</a:t>
            </a:r>
            <a:r>
              <a:rPr sz="1500" spc="265" dirty="0">
                <a:solidFill>
                  <a:srgbClr val="C4C6C4"/>
                </a:solidFill>
                <a:latin typeface="Arial"/>
                <a:cs typeface="Arial"/>
              </a:rPr>
              <a:t>•</a:t>
            </a:r>
            <a:r>
              <a:rPr sz="1200" spc="265" dirty="0">
                <a:solidFill>
                  <a:srgbClr val="C4C6C4"/>
                </a:solidFill>
                <a:latin typeface="Times New Roman"/>
                <a:cs typeface="Times New Roman"/>
              </a:rPr>
              <a:t>•</a:t>
            </a:r>
            <a:r>
              <a:rPr sz="1300" spc="265" dirty="0">
                <a:solidFill>
                  <a:srgbClr val="C4C6C4"/>
                </a:solidFill>
                <a:latin typeface="Arial"/>
                <a:cs typeface="Arial"/>
              </a:rPr>
              <a:t>•</a:t>
            </a:r>
            <a:r>
              <a:rPr sz="1200" spc="265" dirty="0">
                <a:solidFill>
                  <a:srgbClr val="C4C6C4"/>
                </a:solidFill>
                <a:latin typeface="Times New Roman"/>
                <a:cs typeface="Times New Roman"/>
              </a:rPr>
              <a:t>•</a:t>
            </a:r>
            <a:r>
              <a:rPr sz="1500" spc="265" dirty="0">
                <a:solidFill>
                  <a:srgbClr val="C4C6C4"/>
                </a:solidFill>
                <a:latin typeface="Arial"/>
                <a:cs typeface="Arial"/>
              </a:rPr>
              <a:t>•</a:t>
            </a:r>
            <a:r>
              <a:rPr sz="1200" spc="265" dirty="0">
                <a:solidFill>
                  <a:srgbClr val="C4C6C4"/>
                </a:solidFill>
                <a:latin typeface="Times New Roman"/>
                <a:cs typeface="Times New Roman"/>
              </a:rPr>
              <a:t>•</a:t>
            </a:r>
            <a:r>
              <a:rPr sz="1300" spc="265" dirty="0">
                <a:solidFill>
                  <a:srgbClr val="C4C6C4"/>
                </a:solidFill>
                <a:latin typeface="Arial"/>
                <a:cs typeface="Arial"/>
              </a:rPr>
              <a:t>•</a:t>
            </a:r>
            <a:r>
              <a:rPr sz="1500" spc="265" dirty="0">
                <a:solidFill>
                  <a:srgbClr val="C4C6C4"/>
                </a:solidFill>
                <a:latin typeface="Arial"/>
                <a:cs typeface="Arial"/>
              </a:rPr>
              <a:t>•</a:t>
            </a:r>
            <a:endParaRPr sz="1500">
              <a:latin typeface="Arial"/>
              <a:cs typeface="Arial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1216470" y="9151180"/>
            <a:ext cx="2028825" cy="3473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00" spc="185" dirty="0">
                <a:latin typeface="Arial"/>
                <a:cs typeface="Arial"/>
              </a:rPr>
              <a:t>Town</a:t>
            </a:r>
            <a:r>
              <a:rPr sz="2100" spc="-185" dirty="0">
                <a:latin typeface="Arial"/>
                <a:cs typeface="Arial"/>
              </a:rPr>
              <a:t> </a:t>
            </a:r>
            <a:r>
              <a:rPr sz="2100" spc="130" dirty="0">
                <a:latin typeface="Arial"/>
                <a:cs typeface="Arial"/>
              </a:rPr>
              <a:t>Planners</a:t>
            </a:r>
            <a:endParaRPr sz="2100">
              <a:latin typeface="Arial"/>
              <a:cs typeface="Arial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3746016" y="8690447"/>
            <a:ext cx="3905885" cy="68961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370"/>
              </a:spcBef>
            </a:pPr>
            <a:r>
              <a:rPr sz="1950" i="1" spc="50" dirty="0">
                <a:solidFill>
                  <a:srgbClr val="161616"/>
                </a:solidFill>
                <a:latin typeface="Arial"/>
                <a:cs typeface="Arial"/>
              </a:rPr>
              <a:t>Concern:</a:t>
            </a:r>
            <a:endParaRPr sz="19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950" i="1" spc="55" dirty="0">
                <a:latin typeface="Arial"/>
                <a:cs typeface="Arial"/>
              </a:rPr>
              <a:t>Design</a:t>
            </a:r>
            <a:r>
              <a:rPr sz="1950" i="1" spc="-175" dirty="0">
                <a:latin typeface="Arial"/>
                <a:cs typeface="Arial"/>
              </a:rPr>
              <a:t> </a:t>
            </a:r>
            <a:r>
              <a:rPr sz="1950" i="1" spc="90" dirty="0">
                <a:latin typeface="Arial"/>
                <a:cs typeface="Arial"/>
              </a:rPr>
              <a:t>Trade-</a:t>
            </a:r>
            <a:r>
              <a:rPr sz="1950" i="1" spc="70" dirty="0">
                <a:latin typeface="Arial"/>
                <a:cs typeface="Arial"/>
              </a:rPr>
              <a:t>offs,</a:t>
            </a:r>
            <a:r>
              <a:rPr sz="1950" i="1" spc="-20" dirty="0">
                <a:latin typeface="Arial"/>
                <a:cs typeface="Arial"/>
              </a:rPr>
              <a:t> </a:t>
            </a:r>
            <a:r>
              <a:rPr sz="1950" i="1" dirty="0">
                <a:latin typeface="Arial"/>
                <a:cs typeface="Arial"/>
              </a:rPr>
              <a:t>Tool</a:t>
            </a:r>
            <a:r>
              <a:rPr sz="1950" i="1" spc="-150" dirty="0">
                <a:latin typeface="Arial"/>
                <a:cs typeface="Arial"/>
              </a:rPr>
              <a:t> </a:t>
            </a:r>
            <a:r>
              <a:rPr sz="1950" i="1" spc="70" dirty="0">
                <a:solidFill>
                  <a:srgbClr val="161616"/>
                </a:solidFill>
                <a:latin typeface="Arial"/>
                <a:cs typeface="Arial"/>
              </a:rPr>
              <a:t>Shortage</a:t>
            </a:r>
            <a:endParaRPr sz="1950">
              <a:latin typeface="Arial"/>
              <a:cs typeface="Arial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10610865" y="7549460"/>
            <a:ext cx="143510" cy="2628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550" spc="-395" dirty="0">
                <a:solidFill>
                  <a:srgbClr val="C4C6C4"/>
                </a:solidFill>
                <a:latin typeface="Arial"/>
                <a:cs typeface="Arial"/>
              </a:rPr>
              <a:t>•</a:t>
            </a:r>
            <a:r>
              <a:rPr sz="2025" spc="217" baseline="-28806" dirty="0">
                <a:solidFill>
                  <a:srgbClr val="B5AFA3"/>
                </a:solidFill>
                <a:latin typeface="Arial"/>
                <a:cs typeface="Arial"/>
              </a:rPr>
              <a:t>•</a:t>
            </a:r>
            <a:endParaRPr sz="2025" baseline="-28806">
              <a:latin typeface="Arial"/>
              <a:cs typeface="Arial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12713804" y="6968756"/>
            <a:ext cx="1067435" cy="255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00" spc="280" dirty="0">
                <a:solidFill>
                  <a:srgbClr val="C4C6C4"/>
                </a:solidFill>
                <a:latin typeface="Arial"/>
                <a:cs typeface="Arial"/>
              </a:rPr>
              <a:t>•</a:t>
            </a:r>
            <a:r>
              <a:rPr sz="1200" spc="280" dirty="0">
                <a:solidFill>
                  <a:srgbClr val="C4C6C4"/>
                </a:solidFill>
                <a:latin typeface="Times New Roman"/>
                <a:cs typeface="Times New Roman"/>
              </a:rPr>
              <a:t>•</a:t>
            </a:r>
            <a:r>
              <a:rPr sz="1500" spc="280" dirty="0">
                <a:solidFill>
                  <a:srgbClr val="C4C6C4"/>
                </a:solidFill>
                <a:latin typeface="Arial"/>
                <a:cs typeface="Arial"/>
              </a:rPr>
              <a:t>•</a:t>
            </a:r>
            <a:r>
              <a:rPr sz="1200" spc="280" dirty="0">
                <a:solidFill>
                  <a:srgbClr val="C4C6C4"/>
                </a:solidFill>
                <a:latin typeface="Times New Roman"/>
                <a:cs typeface="Times New Roman"/>
              </a:rPr>
              <a:t>•</a:t>
            </a:r>
            <a:r>
              <a:rPr sz="1300" spc="280" dirty="0">
                <a:solidFill>
                  <a:srgbClr val="C4C6C4"/>
                </a:solidFill>
                <a:latin typeface="Arial"/>
                <a:cs typeface="Arial"/>
              </a:rPr>
              <a:t>•</a:t>
            </a:r>
            <a:r>
              <a:rPr sz="1300" spc="445" dirty="0">
                <a:solidFill>
                  <a:srgbClr val="C4C6C4"/>
                </a:solidFill>
                <a:latin typeface="Arial"/>
                <a:cs typeface="Arial"/>
              </a:rPr>
              <a:t> </a:t>
            </a:r>
            <a:r>
              <a:rPr sz="1500" spc="229" dirty="0">
                <a:solidFill>
                  <a:srgbClr val="C4C6C4"/>
                </a:solidFill>
                <a:latin typeface="Arial"/>
                <a:cs typeface="Arial"/>
              </a:rPr>
              <a:t>•</a:t>
            </a:r>
            <a:r>
              <a:rPr sz="1350" spc="229" dirty="0">
                <a:solidFill>
                  <a:srgbClr val="C4C6C4"/>
                </a:solidFill>
                <a:latin typeface="Times New Roman"/>
                <a:cs typeface="Times New Roman"/>
              </a:rPr>
              <a:t>••••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16342321" y="4007806"/>
            <a:ext cx="125095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235" dirty="0">
                <a:solidFill>
                  <a:srgbClr val="C4C6C4"/>
                </a:solidFill>
                <a:latin typeface="Times New Roman"/>
                <a:cs typeface="Times New Roman"/>
              </a:rPr>
              <a:t>•••••••••••••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11590004" y="4454500"/>
            <a:ext cx="5303520" cy="98425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ts val="2710"/>
              </a:lnSpc>
              <a:spcBef>
                <a:spcPts val="110"/>
              </a:spcBef>
            </a:pPr>
            <a:r>
              <a:rPr sz="2300" spc="-20" dirty="0">
                <a:solidFill>
                  <a:srgbClr val="44544F"/>
                </a:solidFill>
                <a:latin typeface="Courier New"/>
                <a:cs typeface="Courier New"/>
              </a:rPr>
              <a:t>2022</a:t>
            </a:r>
            <a:endParaRPr sz="2300">
              <a:latin typeface="Courier New"/>
              <a:cs typeface="Courier New"/>
            </a:endParaRPr>
          </a:p>
          <a:p>
            <a:pPr marL="28575" marR="5080" indent="-1905">
              <a:lnSpc>
                <a:spcPts val="2410"/>
              </a:lnSpc>
              <a:spcBef>
                <a:spcPts val="75"/>
              </a:spcBef>
            </a:pPr>
            <a:r>
              <a:rPr sz="2050" spc="75" dirty="0">
                <a:solidFill>
                  <a:srgbClr val="AF675B"/>
                </a:solidFill>
                <a:latin typeface="Arial"/>
                <a:cs typeface="Arial"/>
              </a:rPr>
              <a:t>63%</a:t>
            </a:r>
            <a:r>
              <a:rPr sz="2050" spc="-175" dirty="0">
                <a:solidFill>
                  <a:srgbClr val="AF675B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srgbClr val="908E8E"/>
                </a:solidFill>
                <a:latin typeface="Arial"/>
                <a:cs typeface="Arial"/>
              </a:rPr>
              <a:t>of</a:t>
            </a:r>
            <a:r>
              <a:rPr sz="2050" spc="180" dirty="0">
                <a:solidFill>
                  <a:srgbClr val="908E8E"/>
                </a:solidFill>
                <a:latin typeface="Arial"/>
                <a:cs typeface="Arial"/>
              </a:rPr>
              <a:t> </a:t>
            </a:r>
            <a:r>
              <a:rPr sz="2050" spc="90" dirty="0">
                <a:solidFill>
                  <a:srgbClr val="908E8E"/>
                </a:solidFill>
                <a:latin typeface="Arial"/>
                <a:cs typeface="Arial"/>
              </a:rPr>
              <a:t>carbon</a:t>
            </a:r>
            <a:r>
              <a:rPr sz="2050" spc="-50" dirty="0">
                <a:solidFill>
                  <a:srgbClr val="908E8E"/>
                </a:solidFill>
                <a:latin typeface="Arial"/>
                <a:cs typeface="Arial"/>
              </a:rPr>
              <a:t> </a:t>
            </a:r>
            <a:r>
              <a:rPr sz="2050" spc="50" dirty="0">
                <a:solidFill>
                  <a:srgbClr val="908E8E"/>
                </a:solidFill>
                <a:latin typeface="Arial"/>
                <a:cs typeface="Arial"/>
              </a:rPr>
              <a:t>emiss</a:t>
            </a:r>
            <a:r>
              <a:rPr sz="2050" spc="50" dirty="0">
                <a:solidFill>
                  <a:srgbClr val="97ACA1"/>
                </a:solidFill>
                <a:latin typeface="Arial"/>
                <a:cs typeface="Arial"/>
              </a:rPr>
              <a:t>i</a:t>
            </a:r>
            <a:r>
              <a:rPr sz="2050" spc="50" dirty="0">
                <a:solidFill>
                  <a:srgbClr val="908E8E"/>
                </a:solidFill>
                <a:latin typeface="Arial"/>
                <a:cs typeface="Arial"/>
              </a:rPr>
              <a:t>ons</a:t>
            </a:r>
            <a:r>
              <a:rPr sz="2050" spc="-110" dirty="0">
                <a:solidFill>
                  <a:srgbClr val="908E8E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srgbClr val="908E8E"/>
                </a:solidFill>
                <a:latin typeface="Arial"/>
                <a:cs typeface="Arial"/>
              </a:rPr>
              <a:t>came</a:t>
            </a:r>
            <a:r>
              <a:rPr sz="2050" spc="-20" dirty="0">
                <a:solidFill>
                  <a:srgbClr val="908E8E"/>
                </a:solidFill>
                <a:latin typeface="Arial"/>
                <a:cs typeface="Arial"/>
              </a:rPr>
              <a:t> </a:t>
            </a:r>
            <a:r>
              <a:rPr sz="2050" spc="140" dirty="0">
                <a:solidFill>
                  <a:srgbClr val="908E8E"/>
                </a:solidFill>
                <a:latin typeface="Arial"/>
                <a:cs typeface="Arial"/>
              </a:rPr>
              <a:t>from</a:t>
            </a:r>
            <a:r>
              <a:rPr sz="2050" spc="-114" dirty="0">
                <a:solidFill>
                  <a:srgbClr val="908E8E"/>
                </a:solidFill>
                <a:latin typeface="Arial"/>
                <a:cs typeface="Arial"/>
              </a:rPr>
              <a:t> </a:t>
            </a:r>
            <a:r>
              <a:rPr sz="2050" spc="85" dirty="0">
                <a:solidFill>
                  <a:srgbClr val="908E8E"/>
                </a:solidFill>
                <a:latin typeface="Arial"/>
                <a:cs typeface="Arial"/>
              </a:rPr>
              <a:t>power </a:t>
            </a:r>
            <a:r>
              <a:rPr sz="2050" spc="55" dirty="0">
                <a:solidFill>
                  <a:srgbClr val="908E8E"/>
                </a:solidFill>
                <a:latin typeface="Arial"/>
                <a:cs typeface="Arial"/>
              </a:rPr>
              <a:t>generation</a:t>
            </a:r>
            <a:r>
              <a:rPr sz="2050" spc="55" dirty="0">
                <a:solidFill>
                  <a:srgbClr val="97ACA1"/>
                </a:solidFill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11005029" y="5781823"/>
            <a:ext cx="6414135" cy="98425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597535">
              <a:lnSpc>
                <a:spcPts val="2710"/>
              </a:lnSpc>
              <a:spcBef>
                <a:spcPts val="110"/>
              </a:spcBef>
            </a:pPr>
            <a:r>
              <a:rPr sz="2300" spc="-20" dirty="0">
                <a:solidFill>
                  <a:srgbClr val="64746E"/>
                </a:solidFill>
                <a:latin typeface="Courier New"/>
                <a:cs typeface="Courier New"/>
              </a:rPr>
              <a:t>2023</a:t>
            </a:r>
            <a:endParaRPr sz="2300">
              <a:latin typeface="Courier New"/>
              <a:cs typeface="Courier New"/>
            </a:endParaRPr>
          </a:p>
          <a:p>
            <a:pPr marL="615950">
              <a:lnSpc>
                <a:spcPts val="2385"/>
              </a:lnSpc>
            </a:pPr>
            <a:r>
              <a:rPr sz="2050" spc="50" dirty="0">
                <a:solidFill>
                  <a:srgbClr val="908E8E"/>
                </a:solidFill>
                <a:latin typeface="Arial"/>
                <a:cs typeface="Arial"/>
              </a:rPr>
              <a:t>Buildings</a:t>
            </a:r>
            <a:r>
              <a:rPr sz="2050" spc="-20" dirty="0">
                <a:solidFill>
                  <a:srgbClr val="908E8E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srgbClr val="908E8E"/>
                </a:solidFill>
                <a:latin typeface="Arial"/>
                <a:cs typeface="Arial"/>
              </a:rPr>
              <a:t>in</a:t>
            </a:r>
            <a:r>
              <a:rPr sz="2050" spc="75" dirty="0">
                <a:solidFill>
                  <a:srgbClr val="908E8E"/>
                </a:solidFill>
                <a:latin typeface="Arial"/>
                <a:cs typeface="Arial"/>
              </a:rPr>
              <a:t> </a:t>
            </a:r>
            <a:r>
              <a:rPr sz="2050" spc="80" dirty="0">
                <a:solidFill>
                  <a:srgbClr val="908E8E"/>
                </a:solidFill>
                <a:latin typeface="Arial"/>
                <a:cs typeface="Arial"/>
              </a:rPr>
              <a:t>Hong</a:t>
            </a:r>
            <a:r>
              <a:rPr sz="2050" spc="-155" dirty="0">
                <a:solidFill>
                  <a:srgbClr val="908E8E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srgbClr val="7C7E7E"/>
                </a:solidFill>
                <a:latin typeface="Arial"/>
                <a:cs typeface="Arial"/>
              </a:rPr>
              <a:t>Kong</a:t>
            </a:r>
            <a:r>
              <a:rPr sz="2050" spc="-195" dirty="0">
                <a:solidFill>
                  <a:srgbClr val="7C7E7E"/>
                </a:solidFill>
                <a:latin typeface="Arial"/>
                <a:cs typeface="Arial"/>
              </a:rPr>
              <a:t> </a:t>
            </a:r>
            <a:r>
              <a:rPr sz="2050" spc="70" dirty="0">
                <a:solidFill>
                  <a:srgbClr val="908E8E"/>
                </a:solidFill>
                <a:latin typeface="Arial"/>
                <a:cs typeface="Arial"/>
              </a:rPr>
              <a:t>consume</a:t>
            </a:r>
            <a:r>
              <a:rPr sz="2050" spc="-25" dirty="0">
                <a:solidFill>
                  <a:srgbClr val="908E8E"/>
                </a:solidFill>
                <a:latin typeface="Arial"/>
                <a:cs typeface="Arial"/>
              </a:rPr>
              <a:t> </a:t>
            </a:r>
            <a:r>
              <a:rPr sz="2050" spc="50" dirty="0">
                <a:solidFill>
                  <a:srgbClr val="908E8E"/>
                </a:solidFill>
                <a:latin typeface="Arial"/>
                <a:cs typeface="Arial"/>
              </a:rPr>
              <a:t>approximately</a:t>
            </a:r>
            <a:endParaRPr sz="2050">
              <a:latin typeface="Arial"/>
              <a:cs typeface="Arial"/>
            </a:endParaRPr>
          </a:p>
          <a:p>
            <a:pPr marL="12700">
              <a:lnSpc>
                <a:spcPts val="2435"/>
              </a:lnSpc>
            </a:pPr>
            <a:r>
              <a:rPr sz="2050" spc="-240" dirty="0">
                <a:solidFill>
                  <a:srgbClr val="B5AFA3"/>
                </a:solidFill>
                <a:latin typeface="Arial"/>
                <a:cs typeface="Arial"/>
              </a:rPr>
              <a:t>.-</a:t>
            </a:r>
            <a:r>
              <a:rPr sz="2050" spc="-275" dirty="0">
                <a:solidFill>
                  <a:srgbClr val="B5AFA3"/>
                </a:solidFill>
                <a:latin typeface="Arial"/>
                <a:cs typeface="Arial"/>
              </a:rPr>
              <a:t>-</a:t>
            </a:r>
            <a:r>
              <a:rPr sz="2050" dirty="0">
                <a:solidFill>
                  <a:srgbClr val="779995"/>
                </a:solidFill>
                <a:latin typeface="Arial"/>
                <a:cs typeface="Arial"/>
              </a:rPr>
              <a:t>.....</a:t>
            </a:r>
            <a:r>
              <a:rPr sz="2050" spc="80" dirty="0">
                <a:solidFill>
                  <a:srgbClr val="779995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srgbClr val="AF675B"/>
                </a:solidFill>
                <a:latin typeface="Arial"/>
                <a:cs typeface="Arial"/>
              </a:rPr>
              <a:t>90%</a:t>
            </a:r>
            <a:r>
              <a:rPr sz="2050" spc="245" dirty="0">
                <a:solidFill>
                  <a:srgbClr val="AF675B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srgbClr val="908E8E"/>
                </a:solidFill>
                <a:latin typeface="Arial"/>
                <a:cs typeface="Arial"/>
              </a:rPr>
              <a:t>of</a:t>
            </a:r>
            <a:r>
              <a:rPr sz="2050" spc="235" dirty="0">
                <a:solidFill>
                  <a:srgbClr val="908E8E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srgbClr val="908E8E"/>
                </a:solidFill>
                <a:latin typeface="Arial"/>
                <a:cs typeface="Arial"/>
              </a:rPr>
              <a:t>the</a:t>
            </a:r>
            <a:r>
              <a:rPr sz="2050" spc="235" dirty="0">
                <a:solidFill>
                  <a:srgbClr val="908E8E"/>
                </a:solidFill>
                <a:latin typeface="Arial"/>
                <a:cs typeface="Arial"/>
              </a:rPr>
              <a:t> </a:t>
            </a:r>
            <a:r>
              <a:rPr sz="2050" spc="85" dirty="0">
                <a:solidFill>
                  <a:srgbClr val="908E8E"/>
                </a:solidFill>
                <a:latin typeface="Arial"/>
                <a:cs typeface="Arial"/>
              </a:rPr>
              <a:t>electricity</a:t>
            </a:r>
            <a:endParaRPr sz="2050">
              <a:latin typeface="Arial"/>
              <a:cs typeface="Arial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14600961" y="6981519"/>
            <a:ext cx="300101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967740" algn="l"/>
                <a:tab pos="2518410" algn="l"/>
              </a:tabLst>
            </a:pPr>
            <a:r>
              <a:rPr sz="1400" spc="-10" dirty="0">
                <a:solidFill>
                  <a:srgbClr val="C4C6C4"/>
                </a:solidFill>
                <a:latin typeface="Courier New"/>
                <a:cs typeface="Courier New"/>
              </a:rPr>
              <a:t>•••••••</a:t>
            </a:r>
            <a:r>
              <a:rPr sz="1400" dirty="0">
                <a:solidFill>
                  <a:srgbClr val="C4C6C4"/>
                </a:solidFill>
                <a:latin typeface="Courier New"/>
                <a:cs typeface="Courier New"/>
              </a:rPr>
              <a:t>	</a:t>
            </a:r>
            <a:r>
              <a:rPr sz="1400" spc="-10" dirty="0">
                <a:solidFill>
                  <a:srgbClr val="C4C6C4"/>
                </a:solidFill>
                <a:latin typeface="Courier New"/>
                <a:cs typeface="Courier New"/>
              </a:rPr>
              <a:t>••••••••••••••</a:t>
            </a:r>
            <a:r>
              <a:rPr sz="1400" dirty="0">
                <a:solidFill>
                  <a:srgbClr val="C4C6C4"/>
                </a:solidFill>
                <a:latin typeface="Courier New"/>
                <a:cs typeface="Courier New"/>
              </a:rPr>
              <a:t>	</a:t>
            </a:r>
            <a:r>
              <a:rPr sz="1350" spc="245" dirty="0">
                <a:solidFill>
                  <a:srgbClr val="C4C6C4"/>
                </a:solidFill>
                <a:latin typeface="Times New Roman"/>
                <a:cs typeface="Times New Roman"/>
              </a:rPr>
              <a:t>•••••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10668696" y="8551333"/>
            <a:ext cx="98425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spc="204" dirty="0">
                <a:solidFill>
                  <a:srgbClr val="9A97C1"/>
                </a:solidFill>
                <a:latin typeface="Times New Roman"/>
                <a:cs typeface="Times New Roman"/>
              </a:rPr>
              <a:t>I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-70014" y="9674452"/>
            <a:ext cx="14104619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400" spc="-240" dirty="0">
                <a:solidFill>
                  <a:srgbClr val="64746E"/>
                </a:solidFill>
                <a:latin typeface="Courier New"/>
                <a:cs typeface="Courier New"/>
              </a:rPr>
              <a:t>••••••••••</a:t>
            </a:r>
            <a:r>
              <a:rPr sz="1400" spc="-240" dirty="0">
                <a:solidFill>
                  <a:srgbClr val="44544F"/>
                </a:solidFill>
                <a:latin typeface="Courier New"/>
                <a:cs typeface="Courier New"/>
              </a:rPr>
              <a:t>•</a:t>
            </a:r>
            <a:r>
              <a:rPr sz="1400" spc="-240" dirty="0">
                <a:solidFill>
                  <a:srgbClr val="64746E"/>
                </a:solidFill>
                <a:latin typeface="Courier New"/>
                <a:cs typeface="Courier New"/>
              </a:rPr>
              <a:t>•••</a:t>
            </a:r>
            <a:r>
              <a:rPr sz="1400" spc="-240" dirty="0">
                <a:solidFill>
                  <a:srgbClr val="44544F"/>
                </a:solidFill>
                <a:latin typeface="Courier New"/>
                <a:cs typeface="Courier New"/>
              </a:rPr>
              <a:t>•••</a:t>
            </a:r>
            <a:r>
              <a:rPr sz="1400" spc="-240" dirty="0">
                <a:solidFill>
                  <a:srgbClr val="64746E"/>
                </a:solidFill>
                <a:latin typeface="Courier New"/>
                <a:cs typeface="Courier New"/>
              </a:rPr>
              <a:t>•</a:t>
            </a:r>
            <a:r>
              <a:rPr sz="1400" spc="-240" dirty="0">
                <a:solidFill>
                  <a:srgbClr val="44544F"/>
                </a:solidFill>
                <a:latin typeface="Courier New"/>
                <a:cs typeface="Courier New"/>
              </a:rPr>
              <a:t>•••••••••••••••••••••••••••••••••••••••••••</a:t>
            </a:r>
            <a:r>
              <a:rPr sz="1400" spc="-240" dirty="0">
                <a:solidFill>
                  <a:srgbClr val="64746E"/>
                </a:solidFill>
                <a:latin typeface="Courier New"/>
                <a:cs typeface="Courier New"/>
              </a:rPr>
              <a:t>•</a:t>
            </a:r>
            <a:r>
              <a:rPr sz="1400" spc="-240" dirty="0">
                <a:solidFill>
                  <a:srgbClr val="44544F"/>
                </a:solidFill>
                <a:latin typeface="Courier New"/>
                <a:cs typeface="Courier New"/>
              </a:rPr>
              <a:t>•</a:t>
            </a:r>
            <a:r>
              <a:rPr sz="1400" spc="-240" dirty="0">
                <a:solidFill>
                  <a:srgbClr val="64746E"/>
                </a:solidFill>
                <a:latin typeface="Courier New"/>
                <a:cs typeface="Courier New"/>
              </a:rPr>
              <a:t>•</a:t>
            </a:r>
            <a:r>
              <a:rPr sz="1400" spc="-240" dirty="0">
                <a:solidFill>
                  <a:srgbClr val="44544F"/>
                </a:solidFill>
                <a:latin typeface="Courier New"/>
                <a:cs typeface="Courier New"/>
              </a:rPr>
              <a:t>•</a:t>
            </a:r>
            <a:r>
              <a:rPr sz="1400" spc="-240" dirty="0">
                <a:solidFill>
                  <a:srgbClr val="64746E"/>
                </a:solidFill>
                <a:latin typeface="Courier New"/>
                <a:cs typeface="Courier New"/>
              </a:rPr>
              <a:t>•</a:t>
            </a:r>
            <a:r>
              <a:rPr sz="1400" spc="-240" dirty="0">
                <a:solidFill>
                  <a:srgbClr val="44544F"/>
                </a:solidFill>
                <a:latin typeface="Courier New"/>
                <a:cs typeface="Courier New"/>
              </a:rPr>
              <a:t>•</a:t>
            </a:r>
            <a:r>
              <a:rPr sz="1400" spc="-240" dirty="0">
                <a:solidFill>
                  <a:srgbClr val="64746E"/>
                </a:solidFill>
                <a:latin typeface="Courier New"/>
                <a:cs typeface="Courier New"/>
              </a:rPr>
              <a:t>•</a:t>
            </a:r>
            <a:r>
              <a:rPr sz="1400" spc="-240" dirty="0">
                <a:solidFill>
                  <a:srgbClr val="44544F"/>
                </a:solidFill>
                <a:latin typeface="Courier New"/>
                <a:cs typeface="Courier New"/>
              </a:rPr>
              <a:t>•</a:t>
            </a:r>
            <a:r>
              <a:rPr sz="1400" spc="-240" dirty="0">
                <a:solidFill>
                  <a:srgbClr val="64746E"/>
                </a:solidFill>
                <a:latin typeface="Courier New"/>
                <a:cs typeface="Courier New"/>
              </a:rPr>
              <a:t>•</a:t>
            </a:r>
            <a:r>
              <a:rPr sz="1400" spc="-240" dirty="0">
                <a:solidFill>
                  <a:srgbClr val="44544F"/>
                </a:solidFill>
                <a:latin typeface="Courier New"/>
                <a:cs typeface="Courier New"/>
              </a:rPr>
              <a:t>•</a:t>
            </a:r>
            <a:r>
              <a:rPr sz="1400" spc="-240" dirty="0">
                <a:solidFill>
                  <a:srgbClr val="64746E"/>
                </a:solidFill>
                <a:latin typeface="Courier New"/>
                <a:cs typeface="Courier New"/>
              </a:rPr>
              <a:t>•••</a:t>
            </a:r>
            <a:r>
              <a:rPr sz="1400" spc="-240" dirty="0">
                <a:solidFill>
                  <a:srgbClr val="44544F"/>
                </a:solidFill>
                <a:latin typeface="Courier New"/>
                <a:cs typeface="Courier New"/>
              </a:rPr>
              <a:t>•</a:t>
            </a:r>
            <a:r>
              <a:rPr sz="1400" spc="-240" dirty="0">
                <a:solidFill>
                  <a:srgbClr val="64746E"/>
                </a:solidFill>
                <a:latin typeface="Courier New"/>
                <a:cs typeface="Courier New"/>
              </a:rPr>
              <a:t>•</a:t>
            </a:r>
            <a:r>
              <a:rPr sz="1400" spc="-240" dirty="0">
                <a:solidFill>
                  <a:srgbClr val="44544F"/>
                </a:solidFill>
                <a:latin typeface="Courier New"/>
                <a:cs typeface="Courier New"/>
              </a:rPr>
              <a:t>•</a:t>
            </a:r>
            <a:r>
              <a:rPr sz="1400" spc="-240" dirty="0">
                <a:solidFill>
                  <a:srgbClr val="64746E"/>
                </a:solidFill>
                <a:latin typeface="Courier New"/>
                <a:cs typeface="Courier New"/>
              </a:rPr>
              <a:t>•</a:t>
            </a:r>
            <a:r>
              <a:rPr sz="1400" spc="-240" dirty="0">
                <a:solidFill>
                  <a:srgbClr val="44544F"/>
                </a:solidFill>
                <a:latin typeface="Courier New"/>
                <a:cs typeface="Courier New"/>
              </a:rPr>
              <a:t>•</a:t>
            </a:r>
            <a:r>
              <a:rPr sz="1400" spc="-240" dirty="0">
                <a:solidFill>
                  <a:srgbClr val="64746E"/>
                </a:solidFill>
                <a:latin typeface="Courier New"/>
                <a:cs typeface="Courier New"/>
              </a:rPr>
              <a:t>•••</a:t>
            </a:r>
            <a:r>
              <a:rPr sz="1400" spc="-240" dirty="0">
                <a:solidFill>
                  <a:srgbClr val="44544F"/>
                </a:solidFill>
                <a:latin typeface="Courier New"/>
                <a:cs typeface="Courier New"/>
              </a:rPr>
              <a:t>•</a:t>
            </a:r>
            <a:r>
              <a:rPr sz="1400" spc="-240" dirty="0">
                <a:solidFill>
                  <a:srgbClr val="64746E"/>
                </a:solidFill>
                <a:latin typeface="Courier New"/>
                <a:cs typeface="Courier New"/>
              </a:rPr>
              <a:t>•</a:t>
            </a:r>
            <a:r>
              <a:rPr sz="1400" spc="-240" dirty="0">
                <a:solidFill>
                  <a:srgbClr val="7C7E7E"/>
                </a:solidFill>
                <a:latin typeface="Courier New"/>
                <a:cs typeface="Courier New"/>
              </a:rPr>
              <a:t>•</a:t>
            </a:r>
            <a:r>
              <a:rPr sz="1400" spc="-240" dirty="0">
                <a:solidFill>
                  <a:srgbClr val="64746E"/>
                </a:solidFill>
                <a:latin typeface="Courier New"/>
                <a:cs typeface="Courier New"/>
              </a:rPr>
              <a:t>•</a:t>
            </a:r>
            <a:r>
              <a:rPr sz="1400" spc="-240" dirty="0">
                <a:solidFill>
                  <a:srgbClr val="44544F"/>
                </a:solidFill>
                <a:latin typeface="Courier New"/>
                <a:cs typeface="Courier New"/>
              </a:rPr>
              <a:t>•</a:t>
            </a:r>
            <a:r>
              <a:rPr sz="1400" spc="-240" dirty="0">
                <a:solidFill>
                  <a:srgbClr val="64746E"/>
                </a:solidFill>
                <a:latin typeface="Courier New"/>
                <a:cs typeface="Courier New"/>
              </a:rPr>
              <a:t>•••••</a:t>
            </a:r>
            <a:r>
              <a:rPr sz="1400" spc="-240" dirty="0">
                <a:solidFill>
                  <a:srgbClr val="7C7E7E"/>
                </a:solidFill>
                <a:latin typeface="Courier New"/>
                <a:cs typeface="Courier New"/>
              </a:rPr>
              <a:t>•</a:t>
            </a:r>
            <a:r>
              <a:rPr sz="1400" spc="-240" dirty="0">
                <a:solidFill>
                  <a:srgbClr val="64746E"/>
                </a:solidFill>
                <a:latin typeface="Courier New"/>
                <a:cs typeface="Courier New"/>
              </a:rPr>
              <a:t>•</a:t>
            </a:r>
            <a:r>
              <a:rPr sz="1400" spc="-240" dirty="0">
                <a:solidFill>
                  <a:srgbClr val="7C7E7E"/>
                </a:solidFill>
                <a:latin typeface="Courier New"/>
                <a:cs typeface="Courier New"/>
              </a:rPr>
              <a:t>•</a:t>
            </a:r>
            <a:r>
              <a:rPr sz="1400" spc="-240" dirty="0">
                <a:solidFill>
                  <a:srgbClr val="64746E"/>
                </a:solidFill>
                <a:latin typeface="Courier New"/>
                <a:cs typeface="Courier New"/>
              </a:rPr>
              <a:t>••</a:t>
            </a:r>
            <a:r>
              <a:rPr sz="1400" spc="-844" dirty="0">
                <a:solidFill>
                  <a:srgbClr val="64746E"/>
                </a:solidFill>
                <a:latin typeface="Courier New"/>
                <a:cs typeface="Courier New"/>
              </a:rPr>
              <a:t>•</a:t>
            </a:r>
            <a:r>
              <a:rPr sz="1800" spc="-337" baseline="9259" dirty="0">
                <a:solidFill>
                  <a:srgbClr val="64746E"/>
                </a:solidFill>
                <a:latin typeface="Courier New"/>
                <a:cs typeface="Courier New"/>
              </a:rPr>
              <a:t>••</a:t>
            </a:r>
            <a:r>
              <a:rPr sz="1800" spc="-1214" baseline="9259" dirty="0">
                <a:solidFill>
                  <a:srgbClr val="64746E"/>
                </a:solidFill>
                <a:latin typeface="Courier New"/>
                <a:cs typeface="Courier New"/>
              </a:rPr>
              <a:t>•</a:t>
            </a:r>
            <a:r>
              <a:rPr sz="1300" spc="-229" dirty="0">
                <a:solidFill>
                  <a:srgbClr val="64746E"/>
                </a:solidFill>
                <a:latin typeface="Arial"/>
                <a:cs typeface="Arial"/>
              </a:rPr>
              <a:t>•</a:t>
            </a:r>
            <a:r>
              <a:rPr sz="1300" spc="385" dirty="0">
                <a:solidFill>
                  <a:srgbClr val="64746E"/>
                </a:solidFill>
                <a:latin typeface="Arial"/>
                <a:cs typeface="Arial"/>
              </a:rPr>
              <a:t> </a:t>
            </a:r>
            <a:r>
              <a:rPr sz="1800" spc="-157" baseline="9259" dirty="0">
                <a:solidFill>
                  <a:srgbClr val="64746E"/>
                </a:solidFill>
                <a:latin typeface="Courier New"/>
                <a:cs typeface="Courier New"/>
              </a:rPr>
              <a:t>••••••••••••</a:t>
            </a:r>
            <a:r>
              <a:rPr sz="1800" spc="-157" baseline="9259" dirty="0">
                <a:solidFill>
                  <a:srgbClr val="44544F"/>
                </a:solidFill>
                <a:latin typeface="Courier New"/>
                <a:cs typeface="Courier New"/>
              </a:rPr>
              <a:t>•</a:t>
            </a:r>
            <a:r>
              <a:rPr sz="1800" spc="-157" baseline="9259" dirty="0">
                <a:solidFill>
                  <a:srgbClr val="64746E"/>
                </a:solidFill>
                <a:latin typeface="Courier New"/>
                <a:cs typeface="Courier New"/>
              </a:rPr>
              <a:t>•••</a:t>
            </a:r>
            <a:r>
              <a:rPr sz="1800" spc="-157" baseline="9259" dirty="0">
                <a:solidFill>
                  <a:srgbClr val="44544F"/>
                </a:solidFill>
                <a:latin typeface="Courier New"/>
                <a:cs typeface="Courier New"/>
              </a:rPr>
              <a:t>•</a:t>
            </a:r>
            <a:r>
              <a:rPr sz="1800" spc="-157" baseline="9259" dirty="0">
                <a:solidFill>
                  <a:srgbClr val="64746E"/>
                </a:solidFill>
                <a:latin typeface="Courier New"/>
                <a:cs typeface="Courier New"/>
              </a:rPr>
              <a:t>•</a:t>
            </a:r>
            <a:r>
              <a:rPr sz="1800" spc="-157" baseline="9259" dirty="0">
                <a:solidFill>
                  <a:srgbClr val="44544F"/>
                </a:solidFill>
                <a:latin typeface="Courier New"/>
                <a:cs typeface="Courier New"/>
              </a:rPr>
              <a:t>•</a:t>
            </a:r>
            <a:r>
              <a:rPr sz="1800" spc="-157" baseline="9259" dirty="0">
                <a:solidFill>
                  <a:srgbClr val="64746E"/>
                </a:solidFill>
                <a:latin typeface="Courier New"/>
                <a:cs typeface="Courier New"/>
              </a:rPr>
              <a:t>•</a:t>
            </a:r>
            <a:r>
              <a:rPr sz="1800" spc="-157" baseline="9259" dirty="0">
                <a:solidFill>
                  <a:srgbClr val="44544F"/>
                </a:solidFill>
                <a:latin typeface="Courier New"/>
                <a:cs typeface="Courier New"/>
              </a:rPr>
              <a:t>•</a:t>
            </a:r>
            <a:r>
              <a:rPr sz="1800" spc="-157" baseline="9259" dirty="0">
                <a:solidFill>
                  <a:srgbClr val="64746E"/>
                </a:solidFill>
                <a:latin typeface="Courier New"/>
                <a:cs typeface="Courier New"/>
              </a:rPr>
              <a:t>•</a:t>
            </a:r>
            <a:r>
              <a:rPr sz="1800" spc="-157" baseline="9259" dirty="0">
                <a:solidFill>
                  <a:srgbClr val="44544F"/>
                </a:solidFill>
                <a:latin typeface="Courier New"/>
                <a:cs typeface="Courier New"/>
              </a:rPr>
              <a:t>•</a:t>
            </a:r>
            <a:r>
              <a:rPr sz="1800" spc="-157" baseline="9259" dirty="0">
                <a:solidFill>
                  <a:srgbClr val="64746E"/>
                </a:solidFill>
                <a:latin typeface="Courier New"/>
                <a:cs typeface="Courier New"/>
              </a:rPr>
              <a:t>•</a:t>
            </a:r>
            <a:r>
              <a:rPr sz="1800" spc="-157" baseline="9259" dirty="0">
                <a:solidFill>
                  <a:srgbClr val="44544F"/>
                </a:solidFill>
                <a:latin typeface="Courier New"/>
                <a:cs typeface="Courier New"/>
              </a:rPr>
              <a:t>•••</a:t>
            </a:r>
            <a:r>
              <a:rPr sz="1800" spc="-157" baseline="9259" dirty="0">
                <a:solidFill>
                  <a:srgbClr val="64746E"/>
                </a:solidFill>
                <a:latin typeface="Courier New"/>
                <a:cs typeface="Courier New"/>
              </a:rPr>
              <a:t>•</a:t>
            </a:r>
            <a:r>
              <a:rPr sz="1800" spc="-157" baseline="9259" dirty="0">
                <a:solidFill>
                  <a:srgbClr val="44544F"/>
                </a:solidFill>
                <a:latin typeface="Courier New"/>
                <a:cs typeface="Courier New"/>
              </a:rPr>
              <a:t>•••</a:t>
            </a:r>
            <a:r>
              <a:rPr sz="1800" spc="-157" baseline="9259" dirty="0">
                <a:solidFill>
                  <a:srgbClr val="64746E"/>
                </a:solidFill>
                <a:latin typeface="Courier New"/>
                <a:cs typeface="Courier New"/>
              </a:rPr>
              <a:t>•</a:t>
            </a:r>
            <a:r>
              <a:rPr sz="1800" spc="-157" baseline="9259" dirty="0">
                <a:solidFill>
                  <a:srgbClr val="44544F"/>
                </a:solidFill>
                <a:latin typeface="Courier New"/>
                <a:cs typeface="Courier New"/>
              </a:rPr>
              <a:t>•••••••••••••••••••••••••••</a:t>
            </a:r>
            <a:r>
              <a:rPr sz="1800" spc="-157" baseline="9259" dirty="0">
                <a:solidFill>
                  <a:srgbClr val="64746E"/>
                </a:solidFill>
                <a:latin typeface="Courier New"/>
                <a:cs typeface="Courier New"/>
              </a:rPr>
              <a:t>•</a:t>
            </a:r>
            <a:r>
              <a:rPr sz="1800" spc="-157" baseline="9259" dirty="0">
                <a:solidFill>
                  <a:srgbClr val="44544F"/>
                </a:solidFill>
                <a:latin typeface="Courier New"/>
                <a:cs typeface="Courier New"/>
              </a:rPr>
              <a:t>•••</a:t>
            </a:r>
            <a:r>
              <a:rPr sz="1800" spc="-157" baseline="9259" dirty="0">
                <a:solidFill>
                  <a:srgbClr val="64746E"/>
                </a:solidFill>
                <a:latin typeface="Courier New"/>
                <a:cs typeface="Courier New"/>
              </a:rPr>
              <a:t>•</a:t>
            </a:r>
            <a:r>
              <a:rPr sz="1800" spc="-157" baseline="9259" dirty="0">
                <a:solidFill>
                  <a:srgbClr val="44544F"/>
                </a:solidFill>
                <a:latin typeface="Courier New"/>
                <a:cs typeface="Courier New"/>
              </a:rPr>
              <a:t>•••</a:t>
            </a:r>
            <a:r>
              <a:rPr sz="1800" spc="-157" baseline="9259" dirty="0">
                <a:solidFill>
                  <a:srgbClr val="64746E"/>
                </a:solidFill>
                <a:latin typeface="Courier New"/>
                <a:cs typeface="Courier New"/>
              </a:rPr>
              <a:t>•</a:t>
            </a:r>
            <a:r>
              <a:rPr sz="1800" spc="-157" baseline="9259" dirty="0">
                <a:solidFill>
                  <a:srgbClr val="44544F"/>
                </a:solidFill>
                <a:latin typeface="Courier New"/>
                <a:cs typeface="Courier New"/>
              </a:rPr>
              <a:t>••</a:t>
            </a:r>
            <a:r>
              <a:rPr sz="1800" spc="-157" baseline="9259" dirty="0">
                <a:solidFill>
                  <a:srgbClr val="64746E"/>
                </a:solidFill>
                <a:latin typeface="Courier New"/>
                <a:cs typeface="Courier New"/>
              </a:rPr>
              <a:t>•••••••</a:t>
            </a:r>
            <a:r>
              <a:rPr sz="1800" spc="-157" baseline="9259" dirty="0">
                <a:solidFill>
                  <a:srgbClr val="44544F"/>
                </a:solidFill>
                <a:latin typeface="Courier New"/>
                <a:cs typeface="Courier New"/>
              </a:rPr>
              <a:t>•</a:t>
            </a:r>
            <a:r>
              <a:rPr sz="1800" spc="-157" baseline="9259" dirty="0">
                <a:solidFill>
                  <a:srgbClr val="64746E"/>
                </a:solidFill>
                <a:latin typeface="Courier New"/>
                <a:cs typeface="Courier New"/>
              </a:rPr>
              <a:t>•••</a:t>
            </a:r>
            <a:endParaRPr sz="1800" baseline="9259">
              <a:latin typeface="Courier New"/>
              <a:cs typeface="Courier New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17639245" y="9814841"/>
            <a:ext cx="576580" cy="102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" dirty="0">
                <a:solidFill>
                  <a:srgbClr val="44544F"/>
                </a:solidFill>
                <a:latin typeface="Times New Roman"/>
                <a:cs typeface="Times New Roman"/>
              </a:rPr>
              <a:t>•</a:t>
            </a:r>
            <a:r>
              <a:rPr sz="500" spc="300" dirty="0">
                <a:solidFill>
                  <a:srgbClr val="44544F"/>
                </a:solidFill>
                <a:latin typeface="Times New Roman"/>
                <a:cs typeface="Times New Roman"/>
              </a:rPr>
              <a:t> </a:t>
            </a:r>
            <a:r>
              <a:rPr sz="500" dirty="0">
                <a:solidFill>
                  <a:srgbClr val="44544F"/>
                </a:solidFill>
                <a:latin typeface="Times New Roman"/>
                <a:cs typeface="Times New Roman"/>
              </a:rPr>
              <a:t>•</a:t>
            </a:r>
            <a:r>
              <a:rPr sz="500" spc="300" dirty="0">
                <a:solidFill>
                  <a:srgbClr val="44544F"/>
                </a:solidFill>
                <a:latin typeface="Times New Roman"/>
                <a:cs typeface="Times New Roman"/>
              </a:rPr>
              <a:t> </a:t>
            </a:r>
            <a:r>
              <a:rPr sz="500" dirty="0">
                <a:solidFill>
                  <a:srgbClr val="44544F"/>
                </a:solidFill>
                <a:latin typeface="Times New Roman"/>
                <a:cs typeface="Times New Roman"/>
              </a:rPr>
              <a:t>•</a:t>
            </a:r>
            <a:r>
              <a:rPr sz="500" spc="300" dirty="0">
                <a:solidFill>
                  <a:srgbClr val="44544F"/>
                </a:solidFill>
                <a:latin typeface="Times New Roman"/>
                <a:cs typeface="Times New Roman"/>
              </a:rPr>
              <a:t> </a:t>
            </a:r>
            <a:r>
              <a:rPr sz="500" dirty="0">
                <a:solidFill>
                  <a:srgbClr val="44544F"/>
                </a:solidFill>
                <a:latin typeface="Times New Roman"/>
                <a:cs typeface="Times New Roman"/>
              </a:rPr>
              <a:t>•</a:t>
            </a:r>
            <a:r>
              <a:rPr sz="500" spc="300" dirty="0">
                <a:solidFill>
                  <a:srgbClr val="44544F"/>
                </a:solidFill>
                <a:latin typeface="Times New Roman"/>
                <a:cs typeface="Times New Roman"/>
              </a:rPr>
              <a:t> </a:t>
            </a:r>
            <a:r>
              <a:rPr sz="500" dirty="0">
                <a:solidFill>
                  <a:srgbClr val="44544F"/>
                </a:solidFill>
                <a:latin typeface="Times New Roman"/>
                <a:cs typeface="Times New Roman"/>
              </a:rPr>
              <a:t>•</a:t>
            </a:r>
            <a:r>
              <a:rPr sz="500" spc="300" dirty="0">
                <a:solidFill>
                  <a:srgbClr val="44544F"/>
                </a:solidFill>
                <a:latin typeface="Times New Roman"/>
                <a:cs typeface="Times New Roman"/>
              </a:rPr>
              <a:t> </a:t>
            </a:r>
            <a:r>
              <a:rPr sz="500" dirty="0">
                <a:solidFill>
                  <a:srgbClr val="44544F"/>
                </a:solidFill>
                <a:latin typeface="Times New Roman"/>
                <a:cs typeface="Times New Roman"/>
              </a:rPr>
              <a:t>•</a:t>
            </a:r>
            <a:r>
              <a:rPr sz="500" spc="305" dirty="0">
                <a:solidFill>
                  <a:srgbClr val="44544F"/>
                </a:solidFill>
                <a:latin typeface="Times New Roman"/>
                <a:cs typeface="Times New Roman"/>
              </a:rPr>
              <a:t> </a:t>
            </a:r>
            <a:r>
              <a:rPr sz="500" dirty="0">
                <a:solidFill>
                  <a:srgbClr val="44544F"/>
                </a:solidFill>
                <a:latin typeface="Times New Roman"/>
                <a:cs typeface="Times New Roman"/>
              </a:rPr>
              <a:t>•</a:t>
            </a:r>
            <a:r>
              <a:rPr sz="500" spc="300" dirty="0">
                <a:solidFill>
                  <a:srgbClr val="44544F"/>
                </a:solidFill>
                <a:latin typeface="Times New Roman"/>
                <a:cs typeface="Times New Roman"/>
              </a:rPr>
              <a:t> </a:t>
            </a:r>
            <a:r>
              <a:rPr sz="500" spc="-50" dirty="0">
                <a:solidFill>
                  <a:srgbClr val="44544F"/>
                </a:solidFill>
                <a:latin typeface="Times New Roman"/>
                <a:cs typeface="Times New Roman"/>
              </a:rPr>
              <a:t>•</a:t>
            </a:r>
            <a:endParaRPr sz="5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8822" y="408658"/>
            <a:ext cx="815057" cy="38288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97997" y="408658"/>
            <a:ext cx="2470644" cy="35735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30875" y="408658"/>
            <a:ext cx="4279052" cy="35735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60352" y="1225471"/>
            <a:ext cx="2190468" cy="40840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737522" y="1225471"/>
            <a:ext cx="2597997" cy="48498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42410" y="1812556"/>
            <a:ext cx="2572525" cy="250149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32999" y="5386116"/>
            <a:ext cx="3132877" cy="484983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60352" y="5998726"/>
            <a:ext cx="1375409" cy="142942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737522" y="3037777"/>
            <a:ext cx="6189345" cy="4288272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890347" y="7504728"/>
            <a:ext cx="5730875" cy="1633627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1232515" y="3293031"/>
            <a:ext cx="6494992" cy="3777763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560352" y="383131"/>
            <a:ext cx="0" cy="459740"/>
          </a:xfrm>
          <a:custGeom>
            <a:avLst/>
            <a:gdLst/>
            <a:ahLst/>
            <a:cxnLst/>
            <a:rect l="l" t="t" r="r" b="b"/>
            <a:pathLst>
              <a:path h="459740">
                <a:moveTo>
                  <a:pt x="0" y="459457"/>
                </a:moveTo>
                <a:lnTo>
                  <a:pt x="0" y="0"/>
                </a:lnTo>
              </a:path>
            </a:pathLst>
          </a:custGeom>
          <a:ln w="254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012174" y="7198420"/>
            <a:ext cx="0" cy="408940"/>
          </a:xfrm>
          <a:custGeom>
            <a:avLst/>
            <a:gdLst/>
            <a:ahLst/>
            <a:cxnLst/>
            <a:rect l="l" t="t" r="r" b="b"/>
            <a:pathLst>
              <a:path h="408940">
                <a:moveTo>
                  <a:pt x="0" y="408406"/>
                </a:moveTo>
                <a:lnTo>
                  <a:pt x="0" y="0"/>
                </a:lnTo>
              </a:path>
            </a:pathLst>
          </a:custGeom>
          <a:ln w="382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62234" y="268267"/>
            <a:ext cx="8227059" cy="0"/>
          </a:xfrm>
          <a:custGeom>
            <a:avLst/>
            <a:gdLst/>
            <a:ahLst/>
            <a:cxnLst/>
            <a:rect l="l" t="t" r="r" b="b"/>
            <a:pathLst>
              <a:path w="8227059">
                <a:moveTo>
                  <a:pt x="0" y="0"/>
                </a:moveTo>
                <a:lnTo>
                  <a:pt x="8226991" y="0"/>
                </a:lnTo>
              </a:path>
            </a:pathLst>
          </a:custGeom>
          <a:ln w="127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833880" y="485233"/>
            <a:ext cx="433070" cy="179070"/>
          </a:xfrm>
          <a:custGeom>
            <a:avLst/>
            <a:gdLst/>
            <a:ahLst/>
            <a:cxnLst/>
            <a:rect l="l" t="t" r="r" b="b"/>
            <a:pathLst>
              <a:path w="433069" h="179070">
                <a:moveTo>
                  <a:pt x="0" y="0"/>
                </a:moveTo>
                <a:lnTo>
                  <a:pt x="432999" y="0"/>
                </a:lnTo>
                <a:lnTo>
                  <a:pt x="432999" y="178677"/>
                </a:lnTo>
                <a:lnTo>
                  <a:pt x="0" y="17867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145053" y="453326"/>
            <a:ext cx="586105" cy="191770"/>
          </a:xfrm>
          <a:custGeom>
            <a:avLst/>
            <a:gdLst/>
            <a:ahLst/>
            <a:cxnLst/>
            <a:rect l="l" t="t" r="r" b="b"/>
            <a:pathLst>
              <a:path w="586104" h="191770">
                <a:moveTo>
                  <a:pt x="0" y="0"/>
                </a:moveTo>
                <a:lnTo>
                  <a:pt x="585823" y="0"/>
                </a:lnTo>
                <a:lnTo>
                  <a:pt x="585823" y="191440"/>
                </a:lnTo>
                <a:lnTo>
                  <a:pt x="0" y="1914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692109" y="944691"/>
            <a:ext cx="1910714" cy="0"/>
          </a:xfrm>
          <a:custGeom>
            <a:avLst/>
            <a:gdLst/>
            <a:ahLst/>
            <a:cxnLst/>
            <a:rect l="l" t="t" r="r" b="b"/>
            <a:pathLst>
              <a:path w="1910715">
                <a:moveTo>
                  <a:pt x="0" y="0"/>
                </a:moveTo>
                <a:lnTo>
                  <a:pt x="1910292" y="0"/>
                </a:lnTo>
              </a:path>
            </a:pathLst>
          </a:custGeom>
          <a:ln w="127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081938" y="944691"/>
            <a:ext cx="1350010" cy="0"/>
          </a:xfrm>
          <a:custGeom>
            <a:avLst/>
            <a:gdLst/>
            <a:ahLst/>
            <a:cxnLst/>
            <a:rect l="l" t="t" r="r" b="b"/>
            <a:pathLst>
              <a:path w="1350010">
                <a:moveTo>
                  <a:pt x="0" y="0"/>
                </a:moveTo>
                <a:lnTo>
                  <a:pt x="1349939" y="0"/>
                </a:lnTo>
              </a:path>
            </a:pathLst>
          </a:custGeom>
          <a:ln w="127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375410" y="7657878"/>
            <a:ext cx="560705" cy="0"/>
          </a:xfrm>
          <a:custGeom>
            <a:avLst/>
            <a:gdLst/>
            <a:ahLst/>
            <a:cxnLst/>
            <a:rect l="l" t="t" r="r" b="b"/>
            <a:pathLst>
              <a:path w="560705">
                <a:moveTo>
                  <a:pt x="0" y="0"/>
                </a:moveTo>
                <a:lnTo>
                  <a:pt x="560352" y="0"/>
                </a:lnTo>
              </a:path>
            </a:pathLst>
          </a:custGeom>
          <a:ln w="3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xfrm>
            <a:off x="2378316" y="210897"/>
            <a:ext cx="219075" cy="6769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250" b="0" spc="30" dirty="0">
                <a:solidFill>
                  <a:srgbClr val="41B1B5"/>
                </a:solidFill>
                <a:latin typeface="Arial"/>
                <a:cs typeface="Arial"/>
              </a:rPr>
              <a:t>•</a:t>
            </a:r>
            <a:endParaRPr sz="425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583982" y="344906"/>
            <a:ext cx="166370" cy="4699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900" spc="90" dirty="0">
                <a:solidFill>
                  <a:srgbClr val="64BCA8"/>
                </a:solidFill>
                <a:latin typeface="Arial"/>
                <a:cs typeface="Arial"/>
              </a:rPr>
              <a:t>•</a:t>
            </a:r>
            <a:endParaRPr sz="29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4470620" y="421482"/>
            <a:ext cx="2660650" cy="332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000" spc="430" dirty="0">
                <a:solidFill>
                  <a:srgbClr val="385B3B"/>
                </a:solidFill>
                <a:latin typeface="Times New Roman"/>
                <a:cs typeface="Times New Roman"/>
              </a:rPr>
              <a:t>CARBONOPOLIS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707173" y="6477424"/>
            <a:ext cx="941069" cy="1057910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14604">
              <a:lnSpc>
                <a:spcPct val="100000"/>
              </a:lnSpc>
              <a:spcBef>
                <a:spcPts val="919"/>
              </a:spcBef>
            </a:pPr>
            <a:r>
              <a:rPr sz="3450" b="1" spc="225" dirty="0">
                <a:solidFill>
                  <a:srgbClr val="385B3B"/>
                </a:solidFill>
                <a:latin typeface="Times New Roman"/>
                <a:cs typeface="Times New Roman"/>
              </a:rPr>
              <a:t>1.0</a:t>
            </a:r>
            <a:r>
              <a:rPr sz="3450" b="1" spc="225" dirty="0">
                <a:solidFill>
                  <a:srgbClr val="0C1611"/>
                </a:solidFill>
                <a:latin typeface="Times New Roman"/>
                <a:cs typeface="Times New Roman"/>
              </a:rPr>
              <a:t>t</a:t>
            </a:r>
            <a:endParaRPr sz="3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2200" b="1" i="1" spc="45" dirty="0">
                <a:solidFill>
                  <a:srgbClr val="0C1611"/>
                </a:solidFill>
                <a:latin typeface="Times New Roman"/>
                <a:cs typeface="Times New Roman"/>
              </a:rPr>
              <a:t>Carbon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87284" y="8327986"/>
            <a:ext cx="2059939" cy="84518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5080" indent="-635">
              <a:lnSpc>
                <a:spcPct val="95100"/>
              </a:lnSpc>
              <a:spcBef>
                <a:spcPts val="215"/>
              </a:spcBef>
              <a:tabLst>
                <a:tab pos="955675" algn="l"/>
              </a:tabLst>
            </a:pPr>
            <a:r>
              <a:rPr sz="1850" spc="40" dirty="0">
                <a:solidFill>
                  <a:srgbClr val="467056"/>
                </a:solidFill>
                <a:latin typeface="Arial"/>
                <a:cs typeface="Arial"/>
              </a:rPr>
              <a:t>Our </a:t>
            </a:r>
            <a:r>
              <a:rPr sz="1850" spc="65" dirty="0">
                <a:solidFill>
                  <a:srgbClr val="467056"/>
                </a:solidFill>
                <a:latin typeface="Arial"/>
                <a:cs typeface="Arial"/>
              </a:rPr>
              <a:t>"Carbonnopoly", </a:t>
            </a:r>
            <a:r>
              <a:rPr sz="1850" spc="80" dirty="0">
                <a:solidFill>
                  <a:srgbClr val="467056"/>
                </a:solidFill>
                <a:latin typeface="Arial"/>
                <a:cs typeface="Arial"/>
              </a:rPr>
              <a:t>carbon</a:t>
            </a:r>
            <a:r>
              <a:rPr sz="1850" dirty="0">
                <a:solidFill>
                  <a:srgbClr val="467056"/>
                </a:solidFill>
                <a:latin typeface="Arial"/>
                <a:cs typeface="Arial"/>
              </a:rPr>
              <a:t>	</a:t>
            </a:r>
            <a:r>
              <a:rPr sz="1850" spc="-10" dirty="0">
                <a:solidFill>
                  <a:srgbClr val="467056"/>
                </a:solidFill>
                <a:latin typeface="Arial"/>
                <a:cs typeface="Arial"/>
              </a:rPr>
              <a:t>emissions</a:t>
            </a:r>
            <a:endParaRPr sz="185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767608" y="8327986"/>
            <a:ext cx="1122680" cy="84518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5080" indent="37465" algn="just">
              <a:lnSpc>
                <a:spcPct val="95100"/>
              </a:lnSpc>
              <a:spcBef>
                <a:spcPts val="215"/>
              </a:spcBef>
            </a:pPr>
            <a:r>
              <a:rPr sz="1850" spc="75" dirty="0">
                <a:solidFill>
                  <a:srgbClr val="467056"/>
                </a:solidFill>
                <a:latin typeface="Arial"/>
                <a:cs typeface="Arial"/>
              </a:rPr>
              <a:t>Initiative, </a:t>
            </a:r>
            <a:r>
              <a:rPr sz="1850" spc="45" dirty="0">
                <a:solidFill>
                  <a:srgbClr val="467056"/>
                </a:solidFill>
                <a:latin typeface="Arial"/>
                <a:cs typeface="Arial"/>
              </a:rPr>
              <a:t>embodies </a:t>
            </a:r>
            <a:r>
              <a:rPr sz="1850" spc="145" dirty="0">
                <a:solidFill>
                  <a:srgbClr val="467056"/>
                </a:solidFill>
                <a:latin typeface="Arial"/>
                <a:cs typeface="Arial"/>
              </a:rPr>
              <a:t>from</a:t>
            </a:r>
            <a:r>
              <a:rPr sz="1850" spc="35" dirty="0">
                <a:solidFill>
                  <a:srgbClr val="467056"/>
                </a:solidFill>
                <a:latin typeface="Arial"/>
                <a:cs typeface="Arial"/>
              </a:rPr>
              <a:t>  </a:t>
            </a:r>
            <a:r>
              <a:rPr sz="1850" spc="105" dirty="0">
                <a:solidFill>
                  <a:srgbClr val="467056"/>
                </a:solidFill>
                <a:latin typeface="Arial"/>
                <a:cs typeface="Arial"/>
              </a:rPr>
              <a:t>the</a:t>
            </a:r>
            <a:endParaRPr sz="185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83514" y="9132037"/>
            <a:ext cx="3307715" cy="58991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3495" marR="5080" indent="-11430">
              <a:lnSpc>
                <a:spcPct val="100000"/>
              </a:lnSpc>
              <a:spcBef>
                <a:spcPts val="110"/>
              </a:spcBef>
              <a:tabLst>
                <a:tab pos="1203960" algn="l"/>
                <a:tab pos="2839085" algn="l"/>
              </a:tabLst>
            </a:pPr>
            <a:r>
              <a:rPr sz="1850" spc="75" dirty="0">
                <a:solidFill>
                  <a:srgbClr val="467056"/>
                </a:solidFill>
                <a:latin typeface="Arial"/>
                <a:cs typeface="Arial"/>
              </a:rPr>
              <a:t>life-</a:t>
            </a:r>
            <a:r>
              <a:rPr sz="1850" spc="100" dirty="0">
                <a:solidFill>
                  <a:srgbClr val="467056"/>
                </a:solidFill>
                <a:latin typeface="Arial"/>
                <a:cs typeface="Arial"/>
              </a:rPr>
              <a:t>cycle</a:t>
            </a:r>
            <a:r>
              <a:rPr sz="1850" dirty="0">
                <a:solidFill>
                  <a:srgbClr val="467056"/>
                </a:solidFill>
                <a:latin typeface="Arial"/>
                <a:cs typeface="Arial"/>
              </a:rPr>
              <a:t>	</a:t>
            </a:r>
            <a:r>
              <a:rPr sz="1850" spc="70" dirty="0">
                <a:solidFill>
                  <a:srgbClr val="467056"/>
                </a:solidFill>
                <a:latin typeface="Arial"/>
                <a:cs typeface="Arial"/>
              </a:rPr>
              <a:t>development</a:t>
            </a:r>
            <a:r>
              <a:rPr sz="1850" dirty="0">
                <a:solidFill>
                  <a:srgbClr val="467056"/>
                </a:solidFill>
                <a:latin typeface="Arial"/>
                <a:cs typeface="Arial"/>
              </a:rPr>
              <a:t>	</a:t>
            </a:r>
            <a:r>
              <a:rPr sz="1850" spc="125" dirty="0">
                <a:solidFill>
                  <a:srgbClr val="467056"/>
                </a:solidFill>
                <a:latin typeface="Arial"/>
                <a:cs typeface="Arial"/>
              </a:rPr>
              <a:t>into </a:t>
            </a:r>
            <a:r>
              <a:rPr sz="1850" spc="50" dirty="0">
                <a:solidFill>
                  <a:srgbClr val="385B3B"/>
                </a:solidFill>
                <a:latin typeface="Arial"/>
                <a:cs typeface="Arial"/>
              </a:rPr>
              <a:t>tokens</a:t>
            </a:r>
            <a:r>
              <a:rPr sz="1850" spc="50" dirty="0">
                <a:solidFill>
                  <a:srgbClr val="528069"/>
                </a:solidFill>
                <a:latin typeface="Arial"/>
                <a:cs typeface="Arial"/>
              </a:rPr>
              <a:t>,</a:t>
            </a:r>
            <a:r>
              <a:rPr sz="1850" spc="-95" dirty="0">
                <a:solidFill>
                  <a:srgbClr val="528069"/>
                </a:solidFill>
                <a:latin typeface="Arial"/>
                <a:cs typeface="Arial"/>
              </a:rPr>
              <a:t> </a:t>
            </a:r>
            <a:r>
              <a:rPr sz="1850" spc="60" dirty="0">
                <a:solidFill>
                  <a:srgbClr val="467056"/>
                </a:solidFill>
                <a:latin typeface="Arial"/>
                <a:cs typeface="Arial"/>
              </a:rPr>
              <a:t>"Carbon</a:t>
            </a:r>
            <a:r>
              <a:rPr sz="1850" spc="-105" dirty="0">
                <a:solidFill>
                  <a:srgbClr val="467056"/>
                </a:solidFill>
                <a:latin typeface="Arial"/>
                <a:cs typeface="Arial"/>
              </a:rPr>
              <a:t> </a:t>
            </a:r>
            <a:r>
              <a:rPr sz="1850" spc="-10" dirty="0">
                <a:solidFill>
                  <a:srgbClr val="467056"/>
                </a:solidFill>
                <a:latin typeface="Arial"/>
                <a:cs typeface="Arial"/>
              </a:rPr>
              <a:t>Coins"</a:t>
            </a:r>
            <a:endParaRPr sz="185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867687" y="1784128"/>
            <a:ext cx="5696585" cy="1156970"/>
          </a:xfrm>
          <a:prstGeom prst="rect">
            <a:avLst/>
          </a:prstGeom>
        </p:spPr>
        <p:txBody>
          <a:bodyPr vert="horz" wrap="square" lIns="0" tIns="176530" rIns="0" bIns="0" rtlCol="0">
            <a:spAutoFit/>
          </a:bodyPr>
          <a:lstStyle/>
          <a:p>
            <a:pPr marL="111760">
              <a:lnSpc>
                <a:spcPct val="100000"/>
              </a:lnSpc>
              <a:spcBef>
                <a:spcPts val="1390"/>
              </a:spcBef>
            </a:pPr>
            <a:r>
              <a:rPr sz="1950" b="1" dirty="0">
                <a:solidFill>
                  <a:srgbClr val="3D4444"/>
                </a:solidFill>
                <a:latin typeface="Arial"/>
                <a:cs typeface="Arial"/>
              </a:rPr>
              <a:t>A</a:t>
            </a:r>
            <a:r>
              <a:rPr sz="1950" b="1" spc="10" dirty="0">
                <a:solidFill>
                  <a:srgbClr val="3D4444"/>
                </a:solidFill>
                <a:latin typeface="Arial"/>
                <a:cs typeface="Arial"/>
              </a:rPr>
              <a:t> </a:t>
            </a:r>
            <a:r>
              <a:rPr sz="1950" b="1" spc="70" dirty="0">
                <a:solidFill>
                  <a:srgbClr val="3D4444"/>
                </a:solidFill>
                <a:latin typeface="Arial"/>
                <a:cs typeface="Arial"/>
              </a:rPr>
              <a:t>Digital</a:t>
            </a:r>
            <a:r>
              <a:rPr sz="1950" b="1" spc="-190" dirty="0">
                <a:solidFill>
                  <a:srgbClr val="3D4444"/>
                </a:solidFill>
                <a:latin typeface="Arial"/>
                <a:cs typeface="Arial"/>
              </a:rPr>
              <a:t> </a:t>
            </a:r>
            <a:r>
              <a:rPr sz="1950" b="1" dirty="0">
                <a:solidFill>
                  <a:srgbClr val="3D4444"/>
                </a:solidFill>
                <a:latin typeface="Arial"/>
                <a:cs typeface="Arial"/>
              </a:rPr>
              <a:t>Twin</a:t>
            </a:r>
            <a:r>
              <a:rPr sz="1950" b="1" spc="-150" dirty="0">
                <a:solidFill>
                  <a:srgbClr val="3D4444"/>
                </a:solidFill>
                <a:latin typeface="Arial"/>
                <a:cs typeface="Arial"/>
              </a:rPr>
              <a:t> </a:t>
            </a:r>
            <a:r>
              <a:rPr sz="1950" b="1" spc="40" dirty="0">
                <a:solidFill>
                  <a:srgbClr val="3D4444"/>
                </a:solidFill>
                <a:latin typeface="Arial"/>
                <a:cs typeface="Arial"/>
              </a:rPr>
              <a:t>City-</a:t>
            </a:r>
            <a:r>
              <a:rPr sz="1950" b="1" spc="50" dirty="0">
                <a:solidFill>
                  <a:srgbClr val="3D4444"/>
                </a:solidFill>
                <a:latin typeface="Arial"/>
                <a:cs typeface="Arial"/>
              </a:rPr>
              <a:t>Building</a:t>
            </a:r>
            <a:r>
              <a:rPr sz="1950" b="1" spc="-20" dirty="0">
                <a:solidFill>
                  <a:srgbClr val="3D4444"/>
                </a:solidFill>
                <a:latin typeface="Arial"/>
                <a:cs typeface="Arial"/>
              </a:rPr>
              <a:t> </a:t>
            </a:r>
            <a:r>
              <a:rPr sz="1950" b="1" spc="40" dirty="0">
                <a:solidFill>
                  <a:srgbClr val="3D4444"/>
                </a:solidFill>
                <a:latin typeface="Arial"/>
                <a:cs typeface="Arial"/>
              </a:rPr>
              <a:t>Game</a:t>
            </a:r>
            <a:endParaRPr sz="1950">
              <a:latin typeface="Arial"/>
              <a:cs typeface="Arial"/>
            </a:endParaRPr>
          </a:p>
          <a:p>
            <a:pPr marL="247015" marR="5080" indent="-234950">
              <a:lnSpc>
                <a:spcPct val="103400"/>
              </a:lnSpc>
              <a:spcBef>
                <a:spcPts val="1055"/>
              </a:spcBef>
              <a:tabLst>
                <a:tab pos="254635" algn="l"/>
              </a:tabLst>
            </a:pPr>
            <a:r>
              <a:rPr sz="1700" spc="-50" dirty="0">
                <a:solidFill>
                  <a:srgbClr val="728C87"/>
                </a:solidFill>
                <a:latin typeface="Arial"/>
                <a:cs typeface="Arial"/>
              </a:rPr>
              <a:t>"</a:t>
            </a:r>
            <a:r>
              <a:rPr sz="1700" dirty="0">
                <a:solidFill>
                  <a:srgbClr val="728C87"/>
                </a:solidFill>
                <a:latin typeface="Arial"/>
                <a:cs typeface="Arial"/>
              </a:rPr>
              <a:t>		</a:t>
            </a:r>
            <a:r>
              <a:rPr sz="1700" i="1" spc="65" dirty="0">
                <a:solidFill>
                  <a:srgbClr val="1A362B"/>
                </a:solidFill>
                <a:latin typeface="Arial"/>
                <a:cs typeface="Arial"/>
              </a:rPr>
              <a:t>Have</a:t>
            </a:r>
            <a:r>
              <a:rPr sz="1700" i="1" spc="-210" dirty="0">
                <a:solidFill>
                  <a:srgbClr val="1A362B"/>
                </a:solidFill>
                <a:latin typeface="Arial"/>
                <a:cs typeface="Arial"/>
              </a:rPr>
              <a:t> </a:t>
            </a:r>
            <a:r>
              <a:rPr sz="1700" i="1" spc="50" dirty="0">
                <a:solidFill>
                  <a:srgbClr val="1A362B"/>
                </a:solidFill>
                <a:latin typeface="Arial"/>
                <a:cs typeface="Arial"/>
              </a:rPr>
              <a:t>fun</a:t>
            </a:r>
            <a:r>
              <a:rPr sz="1700" i="1" spc="20" dirty="0">
                <a:solidFill>
                  <a:srgbClr val="1A362B"/>
                </a:solidFill>
                <a:latin typeface="Arial"/>
                <a:cs typeface="Arial"/>
              </a:rPr>
              <a:t> </a:t>
            </a:r>
            <a:r>
              <a:rPr sz="1700" i="1" spc="65" dirty="0">
                <a:solidFill>
                  <a:srgbClr val="1A362B"/>
                </a:solidFill>
                <a:latin typeface="Arial"/>
                <a:cs typeface="Arial"/>
              </a:rPr>
              <a:t>as</a:t>
            </a:r>
            <a:r>
              <a:rPr sz="1700" i="1" spc="-204" dirty="0">
                <a:solidFill>
                  <a:srgbClr val="1A362B"/>
                </a:solidFill>
                <a:latin typeface="Arial"/>
                <a:cs typeface="Arial"/>
              </a:rPr>
              <a:t> </a:t>
            </a:r>
            <a:r>
              <a:rPr sz="1700" i="1" spc="75" dirty="0">
                <a:solidFill>
                  <a:srgbClr val="1A362B"/>
                </a:solidFill>
                <a:latin typeface="Arial"/>
                <a:cs typeface="Arial"/>
              </a:rPr>
              <a:t>a</a:t>
            </a:r>
            <a:r>
              <a:rPr sz="1700" i="1" spc="-65" dirty="0">
                <a:solidFill>
                  <a:srgbClr val="1A362B"/>
                </a:solidFill>
                <a:latin typeface="Arial"/>
                <a:cs typeface="Arial"/>
              </a:rPr>
              <a:t> </a:t>
            </a:r>
            <a:r>
              <a:rPr sz="1700" i="1" spc="70" dirty="0">
                <a:solidFill>
                  <a:srgbClr val="385B3B"/>
                </a:solidFill>
                <a:latin typeface="Arial"/>
                <a:cs typeface="Arial"/>
              </a:rPr>
              <a:t>r</a:t>
            </a:r>
            <a:r>
              <a:rPr sz="1700" i="1" spc="70" dirty="0">
                <a:solidFill>
                  <a:srgbClr val="1A362B"/>
                </a:solidFill>
                <a:latin typeface="Arial"/>
                <a:cs typeface="Arial"/>
              </a:rPr>
              <a:t>eal</a:t>
            </a:r>
            <a:r>
              <a:rPr sz="1700" i="1" spc="-114" dirty="0">
                <a:solidFill>
                  <a:srgbClr val="1A362B"/>
                </a:solidFill>
                <a:latin typeface="Arial"/>
                <a:cs typeface="Arial"/>
              </a:rPr>
              <a:t> </a:t>
            </a:r>
            <a:r>
              <a:rPr sz="1700" i="1" spc="75" dirty="0">
                <a:solidFill>
                  <a:srgbClr val="1A362B"/>
                </a:solidFill>
                <a:latin typeface="Arial"/>
                <a:cs typeface="Arial"/>
              </a:rPr>
              <a:t>es</a:t>
            </a:r>
            <a:r>
              <a:rPr sz="1700" i="1" spc="75" dirty="0">
                <a:solidFill>
                  <a:srgbClr val="385B3B"/>
                </a:solidFill>
                <a:latin typeface="Arial"/>
                <a:cs typeface="Arial"/>
              </a:rPr>
              <a:t>t</a:t>
            </a:r>
            <a:r>
              <a:rPr sz="1700" i="1" spc="75" dirty="0">
                <a:solidFill>
                  <a:srgbClr val="1A362B"/>
                </a:solidFill>
                <a:latin typeface="Arial"/>
                <a:cs typeface="Arial"/>
              </a:rPr>
              <a:t>ate</a:t>
            </a:r>
            <a:r>
              <a:rPr sz="1700" i="1" spc="-180" dirty="0">
                <a:solidFill>
                  <a:srgbClr val="1A362B"/>
                </a:solidFill>
                <a:latin typeface="Arial"/>
                <a:cs typeface="Arial"/>
              </a:rPr>
              <a:t> </a:t>
            </a:r>
            <a:r>
              <a:rPr sz="1700" i="1" spc="70" dirty="0">
                <a:solidFill>
                  <a:srgbClr val="1A362B"/>
                </a:solidFill>
                <a:latin typeface="Arial"/>
                <a:cs typeface="Arial"/>
              </a:rPr>
              <a:t>tycoon</a:t>
            </a:r>
            <a:r>
              <a:rPr sz="1700" i="1" spc="-75" dirty="0">
                <a:solidFill>
                  <a:srgbClr val="1A362B"/>
                </a:solidFill>
                <a:latin typeface="Arial"/>
                <a:cs typeface="Arial"/>
              </a:rPr>
              <a:t> </a:t>
            </a:r>
            <a:r>
              <a:rPr sz="1700" i="1" dirty="0">
                <a:solidFill>
                  <a:srgbClr val="1A362B"/>
                </a:solidFill>
                <a:latin typeface="Arial"/>
                <a:cs typeface="Arial"/>
              </a:rPr>
              <a:t>mak</a:t>
            </a:r>
            <a:r>
              <a:rPr sz="1700" i="1" dirty="0">
                <a:solidFill>
                  <a:srgbClr val="385B3B"/>
                </a:solidFill>
                <a:latin typeface="Arial"/>
                <a:cs typeface="Arial"/>
              </a:rPr>
              <a:t>in</a:t>
            </a:r>
            <a:r>
              <a:rPr sz="1700" i="1" dirty="0">
                <a:solidFill>
                  <a:srgbClr val="1A362B"/>
                </a:solidFill>
                <a:latin typeface="Arial"/>
                <a:cs typeface="Arial"/>
              </a:rPr>
              <a:t>g</a:t>
            </a:r>
            <a:r>
              <a:rPr sz="1700" i="1" spc="-95" dirty="0">
                <a:solidFill>
                  <a:srgbClr val="1A362B"/>
                </a:solidFill>
                <a:latin typeface="Arial"/>
                <a:cs typeface="Arial"/>
              </a:rPr>
              <a:t> </a:t>
            </a:r>
            <a:r>
              <a:rPr sz="1700" i="1" spc="55" dirty="0">
                <a:solidFill>
                  <a:srgbClr val="1A362B"/>
                </a:solidFill>
                <a:latin typeface="Arial"/>
                <a:cs typeface="Arial"/>
              </a:rPr>
              <a:t>San</a:t>
            </a:r>
            <a:r>
              <a:rPr sz="1700" i="1" spc="-155" dirty="0">
                <a:solidFill>
                  <a:srgbClr val="1A362B"/>
                </a:solidFill>
                <a:latin typeface="Arial"/>
                <a:cs typeface="Arial"/>
              </a:rPr>
              <a:t> </a:t>
            </a:r>
            <a:r>
              <a:rPr sz="1700" i="1" spc="50" dirty="0">
                <a:solidFill>
                  <a:srgbClr val="1A362B"/>
                </a:solidFill>
                <a:latin typeface="Arial"/>
                <a:cs typeface="Arial"/>
              </a:rPr>
              <a:t>Tin</a:t>
            </a:r>
            <a:r>
              <a:rPr sz="1700" i="1" spc="-250" dirty="0">
                <a:solidFill>
                  <a:srgbClr val="1A362B"/>
                </a:solidFill>
                <a:latin typeface="Arial"/>
                <a:cs typeface="Arial"/>
              </a:rPr>
              <a:t> </a:t>
            </a:r>
            <a:r>
              <a:rPr sz="1700" i="1" spc="65" dirty="0">
                <a:solidFill>
                  <a:srgbClr val="1A362B"/>
                </a:solidFill>
                <a:latin typeface="Arial"/>
                <a:cs typeface="Arial"/>
              </a:rPr>
              <a:t>a</a:t>
            </a:r>
            <a:r>
              <a:rPr sz="1700" i="1" spc="-50" dirty="0">
                <a:solidFill>
                  <a:srgbClr val="1A362B"/>
                </a:solidFill>
                <a:latin typeface="Arial"/>
                <a:cs typeface="Arial"/>
              </a:rPr>
              <a:t> </a:t>
            </a:r>
            <a:r>
              <a:rPr sz="1700" i="1" spc="45" dirty="0">
                <a:solidFill>
                  <a:srgbClr val="1A362B"/>
                </a:solidFill>
                <a:latin typeface="Arial"/>
                <a:cs typeface="Arial"/>
              </a:rPr>
              <a:t>net</a:t>
            </a:r>
            <a:r>
              <a:rPr sz="1700" i="1" spc="45" dirty="0">
                <a:solidFill>
                  <a:srgbClr val="385B3B"/>
                </a:solidFill>
                <a:latin typeface="Arial"/>
                <a:cs typeface="Arial"/>
              </a:rPr>
              <a:t>- </a:t>
            </a:r>
            <a:r>
              <a:rPr sz="1700" i="1" dirty="0">
                <a:solidFill>
                  <a:srgbClr val="1A362B"/>
                </a:solidFill>
                <a:latin typeface="Arial"/>
                <a:cs typeface="Arial"/>
              </a:rPr>
              <a:t>zero</a:t>
            </a:r>
            <a:r>
              <a:rPr sz="1700" i="1" spc="65" dirty="0">
                <a:solidFill>
                  <a:srgbClr val="1A362B"/>
                </a:solidFill>
                <a:latin typeface="Arial"/>
                <a:cs typeface="Arial"/>
              </a:rPr>
              <a:t> </a:t>
            </a:r>
            <a:r>
              <a:rPr sz="1700" i="1" spc="-10" dirty="0">
                <a:solidFill>
                  <a:srgbClr val="1A362B"/>
                </a:solidFill>
                <a:latin typeface="Arial"/>
                <a:cs typeface="Arial"/>
              </a:rPr>
              <a:t>place</a:t>
            </a:r>
            <a:r>
              <a:rPr sz="1700" i="1" spc="-10" dirty="0">
                <a:solidFill>
                  <a:srgbClr val="385B3B"/>
                </a:solidFill>
                <a:latin typeface="Arial"/>
                <a:cs typeface="Arial"/>
              </a:rPr>
              <a:t>.</a:t>
            </a:r>
            <a:endParaRPr sz="17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0539610" y="2654958"/>
            <a:ext cx="153035" cy="2863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25" dirty="0">
                <a:solidFill>
                  <a:srgbClr val="728C87"/>
                </a:solidFill>
                <a:latin typeface="Arial"/>
                <a:cs typeface="Arial"/>
              </a:rPr>
              <a:t>,,</a:t>
            </a:r>
            <a:endParaRPr sz="17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6455910" y="7000663"/>
            <a:ext cx="1120140" cy="3092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50" spc="-10" dirty="0">
                <a:solidFill>
                  <a:srgbClr val="467056"/>
                </a:solidFill>
                <a:latin typeface="Arial"/>
                <a:cs typeface="Arial"/>
              </a:rPr>
              <a:t>S</a:t>
            </a:r>
            <a:r>
              <a:rPr sz="1850" spc="-10" dirty="0">
                <a:solidFill>
                  <a:srgbClr val="385B3B"/>
                </a:solidFill>
                <a:latin typeface="Arial"/>
                <a:cs typeface="Arial"/>
              </a:rPr>
              <a:t>henzhen</a:t>
            </a:r>
            <a:endParaRPr sz="185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1221712" y="7000663"/>
            <a:ext cx="5093970" cy="577215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7145" marR="5080" indent="-5080">
              <a:lnSpc>
                <a:spcPts val="2110"/>
              </a:lnSpc>
              <a:spcBef>
                <a:spcPts val="270"/>
              </a:spcBef>
            </a:pPr>
            <a:r>
              <a:rPr sz="1850" dirty="0">
                <a:solidFill>
                  <a:srgbClr val="467056"/>
                </a:solidFill>
                <a:latin typeface="Arial"/>
                <a:cs typeface="Arial"/>
              </a:rPr>
              <a:t>Source:</a:t>
            </a:r>
            <a:r>
              <a:rPr sz="1850" spc="204" dirty="0">
                <a:solidFill>
                  <a:srgbClr val="467056"/>
                </a:solidFill>
                <a:latin typeface="Arial"/>
                <a:cs typeface="Arial"/>
              </a:rPr>
              <a:t> </a:t>
            </a:r>
            <a:r>
              <a:rPr sz="1850" spc="70" dirty="0">
                <a:solidFill>
                  <a:srgbClr val="467056"/>
                </a:solidFill>
                <a:latin typeface="Arial"/>
                <a:cs typeface="Arial"/>
              </a:rPr>
              <a:t>Si</a:t>
            </a:r>
            <a:r>
              <a:rPr sz="1850" spc="70" dirty="0">
                <a:solidFill>
                  <a:srgbClr val="385B3B"/>
                </a:solidFill>
                <a:latin typeface="Arial"/>
                <a:cs typeface="Arial"/>
              </a:rPr>
              <a:t>mulated</a:t>
            </a:r>
            <a:r>
              <a:rPr sz="1850" spc="340" dirty="0">
                <a:solidFill>
                  <a:srgbClr val="385B3B"/>
                </a:solidFill>
                <a:latin typeface="Arial"/>
                <a:cs typeface="Arial"/>
              </a:rPr>
              <a:t> </a:t>
            </a:r>
            <a:r>
              <a:rPr sz="1850" spc="80" dirty="0">
                <a:solidFill>
                  <a:srgbClr val="467056"/>
                </a:solidFill>
                <a:latin typeface="Arial"/>
                <a:cs typeface="Arial"/>
              </a:rPr>
              <a:t>City</a:t>
            </a:r>
            <a:r>
              <a:rPr sz="1850" spc="80" dirty="0">
                <a:solidFill>
                  <a:srgbClr val="6B7C4D"/>
                </a:solidFill>
                <a:latin typeface="Arial"/>
                <a:cs typeface="Arial"/>
              </a:rPr>
              <a:t>-</a:t>
            </a:r>
            <a:r>
              <a:rPr sz="1850" spc="80" dirty="0">
                <a:solidFill>
                  <a:srgbClr val="385B3B"/>
                </a:solidFill>
                <a:latin typeface="Arial"/>
                <a:cs typeface="Arial"/>
              </a:rPr>
              <a:t>Building</a:t>
            </a:r>
            <a:r>
              <a:rPr sz="1850" spc="240" dirty="0">
                <a:solidFill>
                  <a:srgbClr val="385B3B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467056"/>
                </a:solidFill>
                <a:latin typeface="Arial"/>
                <a:cs typeface="Arial"/>
              </a:rPr>
              <a:t>Ga</a:t>
            </a:r>
            <a:r>
              <a:rPr sz="1850" dirty="0">
                <a:solidFill>
                  <a:srgbClr val="385B3B"/>
                </a:solidFill>
                <a:latin typeface="Arial"/>
                <a:cs typeface="Arial"/>
              </a:rPr>
              <a:t>me</a:t>
            </a:r>
            <a:r>
              <a:rPr sz="1850" spc="265" dirty="0">
                <a:solidFill>
                  <a:srgbClr val="385B3B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467056"/>
                </a:solidFill>
                <a:latin typeface="Arial"/>
                <a:cs typeface="Arial"/>
              </a:rPr>
              <a:t>a</a:t>
            </a:r>
            <a:r>
              <a:rPr sz="1850" dirty="0">
                <a:solidFill>
                  <a:srgbClr val="385B3B"/>
                </a:solidFill>
                <a:latin typeface="Arial"/>
                <a:cs typeface="Arial"/>
              </a:rPr>
              <a:t>t</a:t>
            </a:r>
            <a:r>
              <a:rPr sz="1850" spc="409" dirty="0">
                <a:solidFill>
                  <a:srgbClr val="385B3B"/>
                </a:solidFill>
                <a:latin typeface="Arial"/>
                <a:cs typeface="Arial"/>
              </a:rPr>
              <a:t> </a:t>
            </a:r>
            <a:r>
              <a:rPr sz="1850" spc="-25" dirty="0">
                <a:solidFill>
                  <a:srgbClr val="385B3B"/>
                </a:solidFill>
                <a:latin typeface="Arial"/>
                <a:cs typeface="Arial"/>
              </a:rPr>
              <a:t>the </a:t>
            </a:r>
            <a:r>
              <a:rPr sz="1850" spc="85" dirty="0">
                <a:solidFill>
                  <a:srgbClr val="385B3B"/>
                </a:solidFill>
                <a:latin typeface="Arial"/>
                <a:cs typeface="Arial"/>
              </a:rPr>
              <a:t>Urban</a:t>
            </a:r>
            <a:r>
              <a:rPr sz="1850" spc="-185" dirty="0">
                <a:solidFill>
                  <a:srgbClr val="385B3B"/>
                </a:solidFill>
                <a:latin typeface="Arial"/>
                <a:cs typeface="Arial"/>
              </a:rPr>
              <a:t> </a:t>
            </a:r>
            <a:r>
              <a:rPr sz="1850" spc="75" dirty="0">
                <a:solidFill>
                  <a:srgbClr val="385B3B"/>
                </a:solidFill>
                <a:latin typeface="Arial"/>
                <a:cs typeface="Arial"/>
              </a:rPr>
              <a:t>Planning</a:t>
            </a:r>
            <a:r>
              <a:rPr sz="1850" spc="-250" dirty="0">
                <a:solidFill>
                  <a:srgbClr val="385B3B"/>
                </a:solidFill>
                <a:latin typeface="Arial"/>
                <a:cs typeface="Arial"/>
              </a:rPr>
              <a:t> </a:t>
            </a:r>
            <a:r>
              <a:rPr sz="1850" spc="90" dirty="0">
                <a:solidFill>
                  <a:srgbClr val="385B3B"/>
                </a:solidFill>
                <a:latin typeface="Arial"/>
                <a:cs typeface="Arial"/>
              </a:rPr>
              <a:t>Exhibition</a:t>
            </a:r>
            <a:r>
              <a:rPr sz="1850" spc="-75" dirty="0">
                <a:solidFill>
                  <a:srgbClr val="385B3B"/>
                </a:solidFill>
                <a:latin typeface="Arial"/>
                <a:cs typeface="Arial"/>
              </a:rPr>
              <a:t> </a:t>
            </a:r>
            <a:r>
              <a:rPr sz="1850" spc="114" dirty="0">
                <a:solidFill>
                  <a:srgbClr val="385B3B"/>
                </a:solidFill>
                <a:latin typeface="Arial"/>
                <a:cs typeface="Arial"/>
              </a:rPr>
              <a:t>Hall</a:t>
            </a:r>
            <a:endParaRPr sz="185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112734" y="9297952"/>
            <a:ext cx="5591175" cy="3244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1828164" algn="l"/>
                <a:tab pos="4120515" algn="l"/>
              </a:tabLst>
            </a:pPr>
            <a:r>
              <a:rPr sz="1950" spc="195" dirty="0">
                <a:solidFill>
                  <a:srgbClr val="385B3B"/>
                </a:solidFill>
                <a:latin typeface="Arial"/>
                <a:cs typeface="Arial"/>
              </a:rPr>
              <a:t>Ecology</a:t>
            </a:r>
            <a:r>
              <a:rPr sz="1950" dirty="0">
                <a:solidFill>
                  <a:srgbClr val="385B3B"/>
                </a:solidFill>
                <a:latin typeface="Arial"/>
                <a:cs typeface="Arial"/>
              </a:rPr>
              <a:t>	</a:t>
            </a:r>
            <a:r>
              <a:rPr sz="1950" spc="195" dirty="0">
                <a:solidFill>
                  <a:srgbClr val="467056"/>
                </a:solidFill>
                <a:latin typeface="Arial"/>
                <a:cs typeface="Arial"/>
              </a:rPr>
              <a:t>C</a:t>
            </a:r>
            <a:r>
              <a:rPr sz="1950" spc="195" dirty="0">
                <a:solidFill>
                  <a:srgbClr val="385B3B"/>
                </a:solidFill>
                <a:latin typeface="Arial"/>
                <a:cs typeface="Arial"/>
              </a:rPr>
              <a:t>onstruction</a:t>
            </a:r>
            <a:r>
              <a:rPr sz="1950" dirty="0">
                <a:solidFill>
                  <a:srgbClr val="385B3B"/>
                </a:solidFill>
                <a:latin typeface="Arial"/>
                <a:cs typeface="Arial"/>
              </a:rPr>
              <a:t>	</a:t>
            </a:r>
            <a:r>
              <a:rPr sz="1950" spc="175" dirty="0">
                <a:solidFill>
                  <a:srgbClr val="385B3B"/>
                </a:solidFill>
                <a:latin typeface="Arial"/>
                <a:cs typeface="Arial"/>
              </a:rPr>
              <a:t>Operations</a:t>
            </a:r>
            <a:endParaRPr sz="195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-44614" y="9699977"/>
            <a:ext cx="1412113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240" dirty="0">
                <a:solidFill>
                  <a:srgbClr val="385B3B"/>
                </a:solidFill>
                <a:latin typeface="Courier New"/>
                <a:cs typeface="Courier New"/>
              </a:rPr>
              <a:t>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4380959" y="9591494"/>
            <a:ext cx="2642870" cy="3244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950" b="1" spc="380" dirty="0">
                <a:solidFill>
                  <a:srgbClr val="385B3B"/>
                </a:solidFill>
                <a:latin typeface="Times New Roman"/>
                <a:cs typeface="Times New Roman"/>
              </a:rPr>
              <a:t>CARBONOPOLIS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7649240" y="9725503"/>
            <a:ext cx="673100" cy="209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85" dirty="0">
                <a:solidFill>
                  <a:srgbClr val="495621"/>
                </a:solidFill>
                <a:latin typeface="Courier New"/>
                <a:cs typeface="Courier New"/>
              </a:rPr>
              <a:t>••••••••</a:t>
            </a:r>
            <a:endParaRPr sz="12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60352" y="2578319"/>
            <a:ext cx="17040225" cy="7275195"/>
            <a:chOff x="560352" y="2578319"/>
            <a:chExt cx="17040225" cy="727519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0352" y="2578319"/>
              <a:ext cx="17039805" cy="510508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0352" y="7708931"/>
              <a:ext cx="17014329" cy="214413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830515" y="3548286"/>
              <a:ext cx="738646" cy="1276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282329" y="2833573"/>
              <a:ext cx="1069763" cy="28077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537039" y="3216455"/>
              <a:ext cx="713175" cy="38288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422985" y="7708931"/>
              <a:ext cx="3718700" cy="229728"/>
            </a:xfrm>
            <a:prstGeom prst="rect">
              <a:avLst/>
            </a:prstGeom>
          </p:spPr>
        </p:pic>
      </p:grpSp>
      <p:sp>
        <p:nvSpPr>
          <p:cNvPr id="9" name="object 9"/>
          <p:cNvSpPr/>
          <p:nvPr/>
        </p:nvSpPr>
        <p:spPr>
          <a:xfrm>
            <a:off x="585822" y="383131"/>
            <a:ext cx="0" cy="459740"/>
          </a:xfrm>
          <a:custGeom>
            <a:avLst/>
            <a:gdLst/>
            <a:ahLst/>
            <a:cxnLst/>
            <a:rect l="l" t="t" r="r" b="b"/>
            <a:pathLst>
              <a:path h="459740">
                <a:moveTo>
                  <a:pt x="0" y="459457"/>
                </a:moveTo>
                <a:lnTo>
                  <a:pt x="0" y="0"/>
                </a:lnTo>
              </a:path>
            </a:pathLst>
          </a:custGeom>
          <a:ln w="382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3639486" y="7683403"/>
            <a:ext cx="0" cy="1302385"/>
          </a:xfrm>
          <a:custGeom>
            <a:avLst/>
            <a:gdLst/>
            <a:ahLst/>
            <a:cxnLst/>
            <a:rect l="l" t="t" r="r" b="b"/>
            <a:pathLst>
              <a:path h="1302384">
                <a:moveTo>
                  <a:pt x="0" y="1301796"/>
                </a:moveTo>
                <a:lnTo>
                  <a:pt x="0" y="0"/>
                </a:lnTo>
              </a:path>
            </a:pathLst>
          </a:custGeom>
          <a:ln w="127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6657747" y="2833572"/>
            <a:ext cx="0" cy="1403985"/>
          </a:xfrm>
          <a:custGeom>
            <a:avLst/>
            <a:gdLst/>
            <a:ahLst/>
            <a:cxnLst/>
            <a:rect l="l" t="t" r="r" b="b"/>
            <a:pathLst>
              <a:path h="1403985">
                <a:moveTo>
                  <a:pt x="0" y="1403898"/>
                </a:moveTo>
                <a:lnTo>
                  <a:pt x="0" y="0"/>
                </a:lnTo>
              </a:path>
            </a:pathLst>
          </a:custGeom>
          <a:ln w="127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6950659" y="7683403"/>
            <a:ext cx="0" cy="1965960"/>
          </a:xfrm>
          <a:custGeom>
            <a:avLst/>
            <a:gdLst/>
            <a:ahLst/>
            <a:cxnLst/>
            <a:rect l="l" t="t" r="r" b="b"/>
            <a:pathLst>
              <a:path h="1965959">
                <a:moveTo>
                  <a:pt x="0" y="1965457"/>
                </a:moveTo>
                <a:lnTo>
                  <a:pt x="0" y="0"/>
                </a:lnTo>
              </a:path>
            </a:pathLst>
          </a:custGeom>
          <a:ln w="636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6976129" y="2833572"/>
            <a:ext cx="0" cy="1506220"/>
          </a:xfrm>
          <a:custGeom>
            <a:avLst/>
            <a:gdLst/>
            <a:ahLst/>
            <a:cxnLst/>
            <a:rect l="l" t="t" r="r" b="b"/>
            <a:pathLst>
              <a:path h="1506220">
                <a:moveTo>
                  <a:pt x="0" y="1506000"/>
                </a:moveTo>
                <a:lnTo>
                  <a:pt x="0" y="0"/>
                </a:lnTo>
              </a:path>
            </a:pathLst>
          </a:custGeom>
          <a:ln w="636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7549217" y="2808047"/>
            <a:ext cx="0" cy="1685289"/>
          </a:xfrm>
          <a:custGeom>
            <a:avLst/>
            <a:gdLst/>
            <a:ahLst/>
            <a:cxnLst/>
            <a:rect l="l" t="t" r="r" b="b"/>
            <a:pathLst>
              <a:path h="1685289">
                <a:moveTo>
                  <a:pt x="0" y="1684678"/>
                </a:moveTo>
                <a:lnTo>
                  <a:pt x="0" y="0"/>
                </a:lnTo>
              </a:path>
            </a:pathLst>
          </a:custGeom>
          <a:ln w="254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030996" y="7670641"/>
            <a:ext cx="611505" cy="0"/>
          </a:xfrm>
          <a:custGeom>
            <a:avLst/>
            <a:gdLst/>
            <a:ahLst/>
            <a:cxnLst/>
            <a:rect l="l" t="t" r="r" b="b"/>
            <a:pathLst>
              <a:path w="611504">
                <a:moveTo>
                  <a:pt x="0" y="0"/>
                </a:moveTo>
                <a:lnTo>
                  <a:pt x="611293" y="0"/>
                </a:lnTo>
              </a:path>
            </a:pathLst>
          </a:custGeom>
          <a:ln w="25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069763" y="9061776"/>
            <a:ext cx="4330065" cy="0"/>
          </a:xfrm>
          <a:custGeom>
            <a:avLst/>
            <a:gdLst/>
            <a:ahLst/>
            <a:cxnLst/>
            <a:rect l="l" t="t" r="r" b="b"/>
            <a:pathLst>
              <a:path w="4330065">
                <a:moveTo>
                  <a:pt x="0" y="0"/>
                </a:moveTo>
                <a:lnTo>
                  <a:pt x="4329995" y="0"/>
                </a:lnTo>
              </a:path>
            </a:pathLst>
          </a:custGeom>
          <a:ln w="765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009038" y="370432"/>
            <a:ext cx="7357109" cy="3778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300" b="1" spc="215" dirty="0">
                <a:solidFill>
                  <a:srgbClr val="050705"/>
                </a:solidFill>
                <a:latin typeface="Arial"/>
                <a:cs typeface="Arial"/>
              </a:rPr>
              <a:t>Land</a:t>
            </a:r>
            <a:r>
              <a:rPr sz="2300" b="1" spc="275" dirty="0">
                <a:solidFill>
                  <a:srgbClr val="050705"/>
                </a:solidFill>
                <a:latin typeface="Arial"/>
                <a:cs typeface="Arial"/>
              </a:rPr>
              <a:t> </a:t>
            </a:r>
            <a:r>
              <a:rPr sz="2300" b="1" spc="204" dirty="0">
                <a:solidFill>
                  <a:srgbClr val="050705"/>
                </a:solidFill>
                <a:latin typeface="Arial"/>
                <a:cs typeface="Arial"/>
              </a:rPr>
              <a:t>Acquistion</a:t>
            </a:r>
            <a:r>
              <a:rPr sz="2300" b="1" spc="204" dirty="0">
                <a:solidFill>
                  <a:srgbClr val="21232D"/>
                </a:solidFill>
                <a:latin typeface="Arial"/>
                <a:cs typeface="Arial"/>
              </a:rPr>
              <a:t>:</a:t>
            </a:r>
            <a:r>
              <a:rPr sz="2300" b="1" spc="-90" dirty="0">
                <a:solidFill>
                  <a:srgbClr val="21232D"/>
                </a:solidFill>
                <a:latin typeface="Arial"/>
                <a:cs typeface="Arial"/>
              </a:rPr>
              <a:t> </a:t>
            </a:r>
            <a:r>
              <a:rPr sz="2300" b="1" spc="250" dirty="0">
                <a:solidFill>
                  <a:srgbClr val="050705"/>
                </a:solidFill>
                <a:latin typeface="Arial"/>
                <a:cs typeface="Arial"/>
              </a:rPr>
              <a:t>Carbon</a:t>
            </a:r>
            <a:r>
              <a:rPr sz="2300" b="1" spc="220" dirty="0">
                <a:solidFill>
                  <a:srgbClr val="050705"/>
                </a:solidFill>
                <a:latin typeface="Arial"/>
                <a:cs typeface="Arial"/>
              </a:rPr>
              <a:t> </a:t>
            </a:r>
            <a:r>
              <a:rPr sz="2300" b="1" spc="260" dirty="0">
                <a:solidFill>
                  <a:srgbClr val="050705"/>
                </a:solidFill>
                <a:latin typeface="Arial"/>
                <a:cs typeface="Arial"/>
              </a:rPr>
              <a:t>Stock</a:t>
            </a:r>
            <a:r>
              <a:rPr sz="2300" b="1" spc="210" dirty="0">
                <a:solidFill>
                  <a:srgbClr val="050705"/>
                </a:solidFill>
                <a:latin typeface="Arial"/>
                <a:cs typeface="Arial"/>
              </a:rPr>
              <a:t> in</a:t>
            </a:r>
            <a:r>
              <a:rPr sz="2300" b="1" spc="90" dirty="0">
                <a:solidFill>
                  <a:srgbClr val="050705"/>
                </a:solidFill>
                <a:latin typeface="Arial"/>
                <a:cs typeface="Arial"/>
              </a:rPr>
              <a:t> </a:t>
            </a:r>
            <a:r>
              <a:rPr sz="2300" b="1" spc="325" dirty="0">
                <a:solidFill>
                  <a:srgbClr val="050705"/>
                </a:solidFill>
                <a:latin typeface="Arial"/>
                <a:cs typeface="Arial"/>
              </a:rPr>
              <a:t>Raw</a:t>
            </a:r>
            <a:r>
              <a:rPr sz="2300" b="1" spc="35" dirty="0">
                <a:solidFill>
                  <a:srgbClr val="050705"/>
                </a:solidFill>
                <a:latin typeface="Arial"/>
                <a:cs typeface="Arial"/>
              </a:rPr>
              <a:t> </a:t>
            </a:r>
            <a:r>
              <a:rPr sz="2300" b="1" spc="190" dirty="0">
                <a:solidFill>
                  <a:srgbClr val="050705"/>
                </a:solidFill>
                <a:latin typeface="Arial"/>
                <a:cs typeface="Arial"/>
              </a:rPr>
              <a:t>Land</a:t>
            </a:r>
            <a:endParaRPr sz="23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4470113" y="427864"/>
            <a:ext cx="2642870" cy="3244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950" b="1" spc="380" dirty="0">
                <a:solidFill>
                  <a:srgbClr val="385D4F"/>
                </a:solidFill>
                <a:latin typeface="Times New Roman"/>
                <a:cs typeface="Times New Roman"/>
              </a:rPr>
              <a:t>CARBONOPOLIS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05980" y="1244678"/>
            <a:ext cx="10055225" cy="3854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350" b="1" spc="110" dirty="0">
                <a:solidFill>
                  <a:srgbClr val="050705"/>
                </a:solidFill>
                <a:latin typeface="Arial"/>
                <a:cs typeface="Arial"/>
              </a:rPr>
              <a:t>How</a:t>
            </a:r>
            <a:r>
              <a:rPr sz="2350" b="1" spc="65" dirty="0">
                <a:solidFill>
                  <a:srgbClr val="050705"/>
                </a:solidFill>
                <a:latin typeface="Arial"/>
                <a:cs typeface="Arial"/>
              </a:rPr>
              <a:t> </a:t>
            </a:r>
            <a:r>
              <a:rPr sz="2350" b="1" spc="55" dirty="0">
                <a:solidFill>
                  <a:srgbClr val="050705"/>
                </a:solidFill>
                <a:latin typeface="Arial"/>
                <a:cs typeface="Arial"/>
              </a:rPr>
              <a:t>much</a:t>
            </a:r>
            <a:r>
              <a:rPr sz="2350" b="1" spc="-20" dirty="0">
                <a:solidFill>
                  <a:srgbClr val="050705"/>
                </a:solidFill>
                <a:latin typeface="Arial"/>
                <a:cs typeface="Arial"/>
              </a:rPr>
              <a:t> </a:t>
            </a:r>
            <a:r>
              <a:rPr sz="2350" b="1" dirty="0">
                <a:solidFill>
                  <a:srgbClr val="050705"/>
                </a:solidFill>
                <a:latin typeface="Arial"/>
                <a:cs typeface="Arial"/>
              </a:rPr>
              <a:t>of</a:t>
            </a:r>
            <a:r>
              <a:rPr sz="2350" b="1" spc="229" dirty="0">
                <a:solidFill>
                  <a:srgbClr val="050705"/>
                </a:solidFill>
                <a:latin typeface="Arial"/>
                <a:cs typeface="Arial"/>
              </a:rPr>
              <a:t> </a:t>
            </a:r>
            <a:r>
              <a:rPr sz="2350" b="1" dirty="0">
                <a:solidFill>
                  <a:srgbClr val="050705"/>
                </a:solidFill>
                <a:latin typeface="Arial"/>
                <a:cs typeface="Arial"/>
              </a:rPr>
              <a:t>the</a:t>
            </a:r>
            <a:r>
              <a:rPr sz="2350" b="1" spc="250" dirty="0">
                <a:solidFill>
                  <a:srgbClr val="050705"/>
                </a:solidFill>
                <a:latin typeface="Arial"/>
                <a:cs typeface="Arial"/>
              </a:rPr>
              <a:t> </a:t>
            </a:r>
            <a:r>
              <a:rPr sz="2350" b="1" spc="70" dirty="0">
                <a:solidFill>
                  <a:srgbClr val="050705"/>
                </a:solidFill>
                <a:latin typeface="Arial"/>
                <a:cs typeface="Arial"/>
              </a:rPr>
              <a:t>carbon</a:t>
            </a:r>
            <a:r>
              <a:rPr sz="2350" b="1" spc="-20" dirty="0">
                <a:solidFill>
                  <a:srgbClr val="050705"/>
                </a:solidFill>
                <a:latin typeface="Arial"/>
                <a:cs typeface="Arial"/>
              </a:rPr>
              <a:t> </a:t>
            </a:r>
            <a:r>
              <a:rPr sz="2350" b="1" dirty="0">
                <a:solidFill>
                  <a:srgbClr val="050705"/>
                </a:solidFill>
                <a:latin typeface="Arial"/>
                <a:cs typeface="Arial"/>
              </a:rPr>
              <a:t>stock</a:t>
            </a:r>
            <a:r>
              <a:rPr sz="2350" b="1" spc="-120" dirty="0">
                <a:solidFill>
                  <a:srgbClr val="050705"/>
                </a:solidFill>
                <a:latin typeface="Arial"/>
                <a:cs typeface="Arial"/>
              </a:rPr>
              <a:t> </a:t>
            </a:r>
            <a:r>
              <a:rPr sz="2350" b="1" dirty="0">
                <a:solidFill>
                  <a:srgbClr val="050705"/>
                </a:solidFill>
                <a:latin typeface="Arial"/>
                <a:cs typeface="Arial"/>
              </a:rPr>
              <a:t>vanished</a:t>
            </a:r>
            <a:r>
              <a:rPr sz="2350" b="1" spc="70" dirty="0">
                <a:solidFill>
                  <a:srgbClr val="050705"/>
                </a:solidFill>
                <a:latin typeface="Arial"/>
                <a:cs typeface="Arial"/>
              </a:rPr>
              <a:t> </a:t>
            </a:r>
            <a:r>
              <a:rPr sz="2350" b="1" spc="85" dirty="0">
                <a:solidFill>
                  <a:srgbClr val="050705"/>
                </a:solidFill>
                <a:latin typeface="Arial"/>
                <a:cs typeface="Arial"/>
              </a:rPr>
              <a:t>when</a:t>
            </a:r>
            <a:r>
              <a:rPr sz="2350" b="1" spc="-170" dirty="0">
                <a:solidFill>
                  <a:srgbClr val="050705"/>
                </a:solidFill>
                <a:latin typeface="Arial"/>
                <a:cs typeface="Arial"/>
              </a:rPr>
              <a:t> </a:t>
            </a:r>
            <a:r>
              <a:rPr sz="2350" b="1" spc="100" dirty="0">
                <a:solidFill>
                  <a:srgbClr val="050705"/>
                </a:solidFill>
                <a:latin typeface="Arial"/>
                <a:cs typeface="Arial"/>
              </a:rPr>
              <a:t>turning</a:t>
            </a:r>
            <a:r>
              <a:rPr sz="2350" b="1" spc="-120" dirty="0">
                <a:solidFill>
                  <a:srgbClr val="050705"/>
                </a:solidFill>
                <a:latin typeface="Arial"/>
                <a:cs typeface="Arial"/>
              </a:rPr>
              <a:t> </a:t>
            </a:r>
            <a:r>
              <a:rPr sz="2350" b="1" spc="60" dirty="0">
                <a:solidFill>
                  <a:srgbClr val="050705"/>
                </a:solidFill>
                <a:latin typeface="Arial"/>
                <a:cs typeface="Arial"/>
              </a:rPr>
              <a:t>undeveloped</a:t>
            </a:r>
            <a:endParaRPr sz="235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6367640" y="1991233"/>
            <a:ext cx="11156315" cy="0"/>
          </a:xfrm>
          <a:custGeom>
            <a:avLst/>
            <a:gdLst/>
            <a:ahLst/>
            <a:cxnLst/>
            <a:rect l="l" t="t" r="r" b="b"/>
            <a:pathLst>
              <a:path w="11156315">
                <a:moveTo>
                  <a:pt x="0" y="0"/>
                </a:moveTo>
                <a:lnTo>
                  <a:pt x="11156106" y="0"/>
                </a:lnTo>
              </a:path>
            </a:pathLst>
          </a:custGeom>
          <a:ln w="12762">
            <a:solidFill>
              <a:srgbClr val="A0C36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805821" y="1665847"/>
            <a:ext cx="5776595" cy="4006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5662295" algn="l"/>
              </a:tabLst>
            </a:pPr>
            <a:r>
              <a:rPr sz="2400" b="1" spc="80" dirty="0">
                <a:solidFill>
                  <a:srgbClr val="050705"/>
                </a:solidFill>
                <a:latin typeface="Arial"/>
                <a:cs typeface="Arial"/>
              </a:rPr>
              <a:t>land</a:t>
            </a:r>
            <a:r>
              <a:rPr sz="2400" b="1" spc="-235" dirty="0">
                <a:solidFill>
                  <a:srgbClr val="050705"/>
                </a:solidFill>
                <a:latin typeface="Arial"/>
                <a:cs typeface="Arial"/>
              </a:rPr>
              <a:t> </a:t>
            </a:r>
            <a:r>
              <a:rPr sz="2400" b="1" spc="95" dirty="0">
                <a:solidFill>
                  <a:srgbClr val="050705"/>
                </a:solidFill>
                <a:latin typeface="Arial"/>
                <a:cs typeface="Arial"/>
              </a:rPr>
              <a:t>into</a:t>
            </a:r>
            <a:r>
              <a:rPr sz="2400" b="1" spc="-135" dirty="0">
                <a:solidFill>
                  <a:srgbClr val="050705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050705"/>
                </a:solidFill>
                <a:latin typeface="Arial"/>
                <a:cs typeface="Arial"/>
              </a:rPr>
              <a:t>bu</a:t>
            </a:r>
            <a:r>
              <a:rPr sz="2450" b="1" spc="-10" dirty="0">
                <a:solidFill>
                  <a:srgbClr val="050705"/>
                </a:solidFill>
                <a:latin typeface="Arial"/>
                <a:cs typeface="Arial"/>
              </a:rPr>
              <a:t>i</a:t>
            </a:r>
            <a:r>
              <a:rPr sz="2400" b="1" spc="-10" dirty="0">
                <a:solidFill>
                  <a:srgbClr val="050705"/>
                </a:solidFill>
                <a:latin typeface="Arial"/>
                <a:cs typeface="Arial"/>
              </a:rPr>
              <a:t>Lt?</a:t>
            </a:r>
            <a:r>
              <a:rPr sz="2400" b="1" dirty="0">
                <a:solidFill>
                  <a:srgbClr val="050705"/>
                </a:solidFill>
                <a:latin typeface="Arial"/>
                <a:cs typeface="Arial"/>
              </a:rPr>
              <a:t>	</a:t>
            </a:r>
            <a:r>
              <a:rPr sz="2400" spc="75" dirty="0">
                <a:solidFill>
                  <a:srgbClr val="A0C36E"/>
                </a:solidFill>
                <a:latin typeface="Arial"/>
                <a:cs typeface="Arial"/>
              </a:rPr>
              <a:t>,</a:t>
            </a:r>
            <a:endParaRPr sz="240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6569139" y="1912071"/>
            <a:ext cx="10901045" cy="0"/>
          </a:xfrm>
          <a:custGeom>
            <a:avLst/>
            <a:gdLst/>
            <a:ahLst/>
            <a:cxnLst/>
            <a:rect l="l" t="t" r="r" b="b"/>
            <a:pathLst>
              <a:path w="10901044">
                <a:moveTo>
                  <a:pt x="0" y="0"/>
                </a:moveTo>
                <a:lnTo>
                  <a:pt x="10900677" y="0"/>
                </a:lnTo>
              </a:path>
            </a:pathLst>
          </a:custGeom>
          <a:ln w="26896">
            <a:solidFill>
              <a:srgbClr val="9FC26D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17457117" y="1672229"/>
            <a:ext cx="127000" cy="3930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400" spc="125" dirty="0">
                <a:solidFill>
                  <a:srgbClr val="A0C36E"/>
                </a:solidFill>
                <a:latin typeface="Arial"/>
                <a:cs typeface="Arial"/>
              </a:rPr>
              <a:t>,</a:t>
            </a:r>
            <a:endParaRPr sz="24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370062" y="2157212"/>
            <a:ext cx="2478405" cy="3930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ts val="1465"/>
              </a:lnSpc>
              <a:spcBef>
                <a:spcPts val="110"/>
              </a:spcBef>
              <a:tabLst>
                <a:tab pos="1680845" algn="l"/>
              </a:tabLst>
            </a:pPr>
            <a:r>
              <a:rPr sz="3600" b="1" spc="-577" baseline="32407" dirty="0">
                <a:solidFill>
                  <a:srgbClr val="050705"/>
                </a:solidFill>
                <a:latin typeface="Arial"/>
                <a:cs typeface="Arial"/>
              </a:rPr>
              <a:t>L</a:t>
            </a:r>
            <a:r>
              <a:rPr sz="3600" b="1" spc="427" baseline="32407" dirty="0">
                <a:solidFill>
                  <a:srgbClr val="050705"/>
                </a:solidFill>
                <a:latin typeface="Arial"/>
                <a:cs typeface="Arial"/>
              </a:rPr>
              <a:t> </a:t>
            </a:r>
            <a:r>
              <a:rPr sz="2350" b="1" spc="70" dirty="0">
                <a:solidFill>
                  <a:srgbClr val="050705"/>
                </a:solidFill>
                <a:latin typeface="Arial"/>
                <a:cs typeface="Arial"/>
              </a:rPr>
              <a:t>ong</a:t>
            </a:r>
            <a:r>
              <a:rPr sz="2350" b="1" dirty="0">
                <a:solidFill>
                  <a:srgbClr val="050705"/>
                </a:solidFill>
                <a:latin typeface="Arial"/>
                <a:cs typeface="Arial"/>
              </a:rPr>
              <a:t>	</a:t>
            </a:r>
            <a:r>
              <a:rPr sz="3600" b="1" spc="-577" baseline="32407" dirty="0">
                <a:solidFill>
                  <a:srgbClr val="050705"/>
                </a:solidFill>
                <a:latin typeface="Arial"/>
                <a:cs typeface="Arial"/>
              </a:rPr>
              <a:t>L</a:t>
            </a:r>
            <a:r>
              <a:rPr sz="3600" b="1" spc="427" baseline="32407" dirty="0">
                <a:solidFill>
                  <a:srgbClr val="050705"/>
                </a:solidFill>
                <a:latin typeface="Arial"/>
                <a:cs typeface="Arial"/>
              </a:rPr>
              <a:t> </a:t>
            </a:r>
            <a:r>
              <a:rPr sz="2350" b="1" spc="-25" dirty="0">
                <a:solidFill>
                  <a:srgbClr val="050705"/>
                </a:solidFill>
                <a:latin typeface="Arial"/>
                <a:cs typeface="Arial"/>
              </a:rPr>
              <a:t>oss</a:t>
            </a:r>
            <a:endParaRPr sz="2350">
              <a:latin typeface="Arial"/>
              <a:cs typeface="Arial"/>
            </a:endParaRPr>
          </a:p>
          <a:p>
            <a:pPr marL="883285">
              <a:lnSpc>
                <a:spcPts val="1405"/>
              </a:lnSpc>
            </a:pPr>
            <a:r>
              <a:rPr sz="2350" b="1" spc="50" dirty="0">
                <a:solidFill>
                  <a:srgbClr val="050705"/>
                </a:solidFill>
                <a:latin typeface="Arial"/>
                <a:cs typeface="Arial"/>
              </a:rPr>
              <a:t>-</a:t>
            </a:r>
            <a:r>
              <a:rPr sz="2350" b="1" spc="65" dirty="0">
                <a:solidFill>
                  <a:srgbClr val="050705"/>
                </a:solidFill>
                <a:latin typeface="Arial"/>
                <a:cs typeface="Arial"/>
              </a:rPr>
              <a:t>term</a:t>
            </a:r>
            <a:endParaRPr sz="235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3330401" y="1978534"/>
            <a:ext cx="3006090" cy="3930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576580" algn="l"/>
                <a:tab pos="2164080" algn="l"/>
              </a:tabLst>
            </a:pPr>
            <a:r>
              <a:rPr sz="2400" spc="-25" dirty="0">
                <a:solidFill>
                  <a:srgbClr val="A5AAA8"/>
                </a:solidFill>
                <a:latin typeface="Arial"/>
                <a:cs typeface="Arial"/>
              </a:rPr>
              <a:t>••</a:t>
            </a:r>
            <a:r>
              <a:rPr sz="2400" dirty="0">
                <a:solidFill>
                  <a:srgbClr val="A5AAA8"/>
                </a:solidFill>
                <a:latin typeface="Arial"/>
                <a:cs typeface="Arial"/>
              </a:rPr>
              <a:t>	</a:t>
            </a:r>
            <a:r>
              <a:rPr sz="2400" spc="2455" dirty="0">
                <a:solidFill>
                  <a:srgbClr val="A5AAA8"/>
                </a:solidFill>
                <a:latin typeface="Arial"/>
                <a:cs typeface="Arial"/>
              </a:rPr>
              <a:t>--</a:t>
            </a:r>
            <a:r>
              <a:rPr sz="2400" spc="2410" dirty="0">
                <a:solidFill>
                  <a:srgbClr val="A5AAA8"/>
                </a:solidFill>
                <a:latin typeface="Arial"/>
                <a:cs typeface="Arial"/>
              </a:rPr>
              <a:t>-</a:t>
            </a:r>
            <a:r>
              <a:rPr sz="2400" dirty="0">
                <a:solidFill>
                  <a:srgbClr val="A5AAA8"/>
                </a:solidFill>
                <a:latin typeface="Arial"/>
                <a:cs typeface="Arial"/>
              </a:rPr>
              <a:t>	</a:t>
            </a:r>
            <a:r>
              <a:rPr sz="2400" spc="2455" dirty="0">
                <a:solidFill>
                  <a:srgbClr val="A5AAA8"/>
                </a:solidFill>
                <a:latin typeface="Arial"/>
                <a:cs typeface="Arial"/>
              </a:rPr>
              <a:t>-</a:t>
            </a:r>
            <a:r>
              <a:rPr sz="2400" spc="2405" dirty="0">
                <a:solidFill>
                  <a:srgbClr val="A5AAA8"/>
                </a:solidFill>
                <a:latin typeface="Arial"/>
                <a:cs typeface="Arial"/>
              </a:rPr>
              <a:t>-</a:t>
            </a:r>
            <a:endParaRPr sz="24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7484546" y="1978534"/>
            <a:ext cx="122555" cy="3930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400" spc="-155" dirty="0">
                <a:solidFill>
                  <a:srgbClr val="90BF4F"/>
                </a:solidFill>
                <a:latin typeface="Arial"/>
                <a:cs typeface="Arial"/>
              </a:rPr>
              <a:t>']</a:t>
            </a:r>
            <a:endParaRPr sz="24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3319366" y="2163594"/>
            <a:ext cx="186690" cy="3854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350" spc="-25" dirty="0">
                <a:solidFill>
                  <a:srgbClr val="A5AAA8"/>
                </a:solidFill>
                <a:latin typeface="Arial"/>
                <a:cs typeface="Arial"/>
              </a:rPr>
              <a:t>..</a:t>
            </a:r>
            <a:endParaRPr sz="235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6421951" y="2571999"/>
            <a:ext cx="52705" cy="2019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50" spc="-10" dirty="0">
                <a:solidFill>
                  <a:srgbClr val="B8C1BA"/>
                </a:solidFill>
                <a:latin typeface="Arial"/>
                <a:cs typeface="Arial"/>
              </a:rPr>
              <a:t>'</a:t>
            </a:r>
            <a:endParaRPr sz="115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261658" y="2025413"/>
            <a:ext cx="185420" cy="1156970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47625">
              <a:lnSpc>
                <a:spcPct val="100000"/>
              </a:lnSpc>
              <a:spcBef>
                <a:spcPts val="440"/>
              </a:spcBef>
            </a:pPr>
            <a:r>
              <a:rPr sz="1700" spc="-25" dirty="0">
                <a:solidFill>
                  <a:srgbClr val="90BF4F"/>
                </a:solidFill>
                <a:latin typeface="Arial"/>
                <a:cs typeface="Arial"/>
              </a:rPr>
              <a:t>I!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4650" spc="-40" dirty="0">
                <a:solidFill>
                  <a:srgbClr val="90BF4F"/>
                </a:solidFill>
                <a:latin typeface="Arial"/>
                <a:cs typeface="Arial"/>
              </a:rPr>
              <a:t>I</a:t>
            </a:r>
            <a:endParaRPr sz="465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535786" y="2814492"/>
            <a:ext cx="3495040" cy="2940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50" b="1" dirty="0">
                <a:solidFill>
                  <a:srgbClr val="60839A"/>
                </a:solidFill>
                <a:latin typeface="Arial"/>
                <a:cs typeface="Arial"/>
              </a:rPr>
              <a:t>Net</a:t>
            </a:r>
            <a:r>
              <a:rPr sz="1750" b="1" spc="45" dirty="0">
                <a:solidFill>
                  <a:srgbClr val="60839A"/>
                </a:solidFill>
                <a:latin typeface="Arial"/>
                <a:cs typeface="Arial"/>
              </a:rPr>
              <a:t>  </a:t>
            </a:r>
            <a:r>
              <a:rPr sz="1750" b="1" dirty="0">
                <a:solidFill>
                  <a:srgbClr val="60839A"/>
                </a:solidFill>
                <a:latin typeface="Arial"/>
                <a:cs typeface="Arial"/>
              </a:rPr>
              <a:t>Ecosystem</a:t>
            </a:r>
            <a:r>
              <a:rPr sz="1750" b="1" spc="-50" dirty="0">
                <a:solidFill>
                  <a:srgbClr val="60839A"/>
                </a:solidFill>
                <a:latin typeface="Arial"/>
                <a:cs typeface="Arial"/>
              </a:rPr>
              <a:t> </a:t>
            </a:r>
            <a:r>
              <a:rPr sz="1750" b="1" dirty="0">
                <a:solidFill>
                  <a:srgbClr val="60839A"/>
                </a:solidFill>
                <a:latin typeface="Arial"/>
                <a:cs typeface="Arial"/>
              </a:rPr>
              <a:t>Exchange</a:t>
            </a:r>
            <a:r>
              <a:rPr sz="1750" b="1" spc="-55" dirty="0">
                <a:solidFill>
                  <a:srgbClr val="60839A"/>
                </a:solidFill>
                <a:latin typeface="Arial"/>
                <a:cs typeface="Arial"/>
              </a:rPr>
              <a:t> </a:t>
            </a:r>
            <a:r>
              <a:rPr sz="1750" b="1" spc="-10" dirty="0">
                <a:solidFill>
                  <a:srgbClr val="60839A"/>
                </a:solidFill>
                <a:latin typeface="Arial"/>
                <a:cs typeface="Arial"/>
              </a:rPr>
              <a:t>(NEE)</a:t>
            </a:r>
            <a:endParaRPr sz="175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3230593" y="2814492"/>
            <a:ext cx="775970" cy="2940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657225" algn="l"/>
              </a:tabLst>
            </a:pPr>
            <a:r>
              <a:rPr sz="1750" spc="315" dirty="0">
                <a:solidFill>
                  <a:srgbClr val="A5AAA8"/>
                </a:solidFill>
                <a:latin typeface="Arial"/>
                <a:cs typeface="Arial"/>
              </a:rPr>
              <a:t>:</a:t>
            </a:r>
            <a:r>
              <a:rPr sz="1750" spc="315" dirty="0">
                <a:solidFill>
                  <a:srgbClr val="828382"/>
                </a:solidFill>
                <a:latin typeface="Arial"/>
                <a:cs typeface="Arial"/>
              </a:rPr>
              <a:t>:</a:t>
            </a:r>
            <a:r>
              <a:rPr sz="1750" spc="315" dirty="0">
                <a:solidFill>
                  <a:srgbClr val="A5AAA8"/>
                </a:solidFill>
                <a:latin typeface="Arial"/>
                <a:cs typeface="Arial"/>
              </a:rPr>
              <a:t>:</a:t>
            </a:r>
            <a:r>
              <a:rPr sz="1750" dirty="0">
                <a:solidFill>
                  <a:srgbClr val="A5AAA8"/>
                </a:solidFill>
                <a:latin typeface="Arial"/>
                <a:cs typeface="Arial"/>
              </a:rPr>
              <a:t>	</a:t>
            </a:r>
            <a:r>
              <a:rPr sz="1750" spc="290" dirty="0">
                <a:solidFill>
                  <a:srgbClr val="828382"/>
                </a:solidFill>
                <a:latin typeface="Arial"/>
                <a:cs typeface="Arial"/>
              </a:rPr>
              <a:t>,</a:t>
            </a:r>
            <a:endParaRPr sz="1750">
              <a:latin typeface="Arial"/>
              <a:cs typeface="Arial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14603400" y="2818358"/>
            <a:ext cx="316865" cy="304800"/>
            <a:chOff x="14603400" y="2818358"/>
            <a:chExt cx="316865" cy="304800"/>
          </a:xfrm>
        </p:grpSpPr>
        <p:sp>
          <p:nvSpPr>
            <p:cNvPr id="33" name="object 33"/>
            <p:cNvSpPr/>
            <p:nvPr/>
          </p:nvSpPr>
          <p:spPr>
            <a:xfrm>
              <a:off x="14610717" y="2818358"/>
              <a:ext cx="309880" cy="304800"/>
            </a:xfrm>
            <a:custGeom>
              <a:avLst/>
              <a:gdLst/>
              <a:ahLst/>
              <a:cxnLst/>
              <a:rect l="l" t="t" r="r" b="b"/>
              <a:pathLst>
                <a:path w="309880" h="304800">
                  <a:moveTo>
                    <a:pt x="309276" y="304703"/>
                  </a:moveTo>
                  <a:lnTo>
                    <a:pt x="0" y="304703"/>
                  </a:lnTo>
                  <a:lnTo>
                    <a:pt x="0" y="0"/>
                  </a:lnTo>
                  <a:lnTo>
                    <a:pt x="309276" y="0"/>
                  </a:lnTo>
                  <a:lnTo>
                    <a:pt x="309276" y="304703"/>
                  </a:lnTo>
                  <a:close/>
                </a:path>
              </a:pathLst>
            </a:custGeom>
            <a:solidFill>
              <a:srgbClr val="D6EB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4610702" y="3087870"/>
              <a:ext cx="99695" cy="0"/>
            </a:xfrm>
            <a:custGeom>
              <a:avLst/>
              <a:gdLst/>
              <a:ahLst/>
              <a:cxnLst/>
              <a:rect l="l" t="t" r="r" b="b"/>
              <a:pathLst>
                <a:path w="99694">
                  <a:moveTo>
                    <a:pt x="0" y="0"/>
                  </a:moveTo>
                  <a:lnTo>
                    <a:pt x="99131" y="0"/>
                  </a:lnTo>
                </a:path>
              </a:pathLst>
            </a:custGeom>
            <a:ln w="14040">
              <a:solidFill>
                <a:srgbClr val="B7C0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14894509" y="2848349"/>
            <a:ext cx="24765" cy="2495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39"/>
              </a:lnSpc>
            </a:pPr>
            <a:r>
              <a:rPr sz="1750" spc="-295" dirty="0">
                <a:solidFill>
                  <a:srgbClr val="B8C1BA"/>
                </a:solidFill>
                <a:latin typeface="Arial"/>
                <a:cs typeface="Arial"/>
              </a:rPr>
              <a:t>,</a:t>
            </a:r>
            <a:endParaRPr sz="1750">
              <a:latin typeface="Arial"/>
              <a:cs typeface="Arial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14834844" y="2765288"/>
            <a:ext cx="226695" cy="374650"/>
          </a:xfrm>
          <a:custGeom>
            <a:avLst/>
            <a:gdLst/>
            <a:ahLst/>
            <a:cxnLst/>
            <a:rect l="l" t="t" r="r" b="b"/>
            <a:pathLst>
              <a:path w="226694" h="374650">
                <a:moveTo>
                  <a:pt x="226576" y="374350"/>
                </a:moveTo>
                <a:lnTo>
                  <a:pt x="0" y="374350"/>
                </a:lnTo>
                <a:lnTo>
                  <a:pt x="0" y="0"/>
                </a:lnTo>
                <a:lnTo>
                  <a:pt x="226576" y="0"/>
                </a:lnTo>
                <a:lnTo>
                  <a:pt x="226576" y="374350"/>
                </a:lnTo>
                <a:close/>
              </a:path>
            </a:pathLst>
          </a:custGeom>
          <a:solidFill>
            <a:srgbClr val="D6EB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14499755" y="2763441"/>
            <a:ext cx="1088390" cy="3549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750" spc="340" dirty="0">
                <a:solidFill>
                  <a:srgbClr val="B8C1BA"/>
                </a:solidFill>
                <a:latin typeface="Arial"/>
                <a:cs typeface="Arial"/>
              </a:rPr>
              <a:t>,</a:t>
            </a:r>
            <a:r>
              <a:rPr sz="1750" spc="385" dirty="0">
                <a:solidFill>
                  <a:srgbClr val="B8C1BA"/>
                </a:solidFill>
                <a:latin typeface="Arial"/>
                <a:cs typeface="Arial"/>
              </a:rPr>
              <a:t> </a:t>
            </a:r>
            <a:r>
              <a:rPr sz="1750" spc="-295" dirty="0">
                <a:solidFill>
                  <a:srgbClr val="A5AAA8"/>
                </a:solidFill>
                <a:latin typeface="Arial"/>
                <a:cs typeface="Arial"/>
              </a:rPr>
              <a:t>,</a:t>
            </a:r>
            <a:r>
              <a:rPr sz="1750" spc="150" dirty="0">
                <a:solidFill>
                  <a:srgbClr val="A5AAA8"/>
                </a:solidFill>
                <a:latin typeface="Arial"/>
                <a:cs typeface="Arial"/>
              </a:rPr>
              <a:t> </a:t>
            </a:r>
            <a:r>
              <a:rPr sz="2150" spc="-245" dirty="0">
                <a:solidFill>
                  <a:srgbClr val="B8C1BA"/>
                </a:solidFill>
                <a:latin typeface="Arial"/>
                <a:cs typeface="Arial"/>
              </a:rPr>
              <a:t>•:m</a:t>
            </a:r>
            <a:r>
              <a:rPr sz="2150" spc="-245" dirty="0">
                <a:solidFill>
                  <a:srgbClr val="899CAA"/>
                </a:solidFill>
                <a:latin typeface="Arial"/>
                <a:cs typeface="Arial"/>
              </a:rPr>
              <a:t>m</a:t>
            </a:r>
            <a:r>
              <a:rPr sz="2150" spc="-245" dirty="0">
                <a:solidFill>
                  <a:srgbClr val="60839A"/>
                </a:solidFill>
                <a:latin typeface="Arial"/>
                <a:cs typeface="Arial"/>
              </a:rPr>
              <a:t>:,</a:t>
            </a:r>
            <a:r>
              <a:rPr sz="2150" spc="-245" dirty="0">
                <a:solidFill>
                  <a:srgbClr val="899CAA"/>
                </a:solidFill>
                <a:latin typeface="Arial"/>
                <a:cs typeface="Arial"/>
              </a:rPr>
              <a:t>"'</a:t>
            </a:r>
            <a:r>
              <a:rPr sz="2150" spc="-245" dirty="0">
                <a:solidFill>
                  <a:srgbClr val="697489"/>
                </a:solidFill>
                <a:latin typeface="Arial"/>
                <a:cs typeface="Arial"/>
              </a:rPr>
              <a:t>·</a:t>
            </a:r>
            <a:endParaRPr sz="215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7040669" y="2163594"/>
            <a:ext cx="221615" cy="9550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110"/>
              </a:spcBef>
            </a:pPr>
            <a:r>
              <a:rPr sz="2350" spc="-25" dirty="0">
                <a:solidFill>
                  <a:srgbClr val="A5AAA8"/>
                </a:solidFill>
                <a:latin typeface="Arial"/>
                <a:cs typeface="Arial"/>
              </a:rPr>
              <a:t>··</a:t>
            </a:r>
            <a:endParaRPr sz="2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900"/>
              </a:spcBef>
            </a:pPr>
            <a:r>
              <a:rPr sz="2150" spc="-25" dirty="0">
                <a:solidFill>
                  <a:srgbClr val="A5AAA8"/>
                </a:solidFill>
                <a:latin typeface="Arial"/>
                <a:cs typeface="Arial"/>
              </a:rPr>
              <a:t>::</a:t>
            </a:r>
            <a:endParaRPr sz="2150">
              <a:latin typeface="Arial"/>
              <a:cs typeface="Arial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14472463" y="2909290"/>
            <a:ext cx="426720" cy="558800"/>
          </a:xfrm>
          <a:custGeom>
            <a:avLst/>
            <a:gdLst/>
            <a:ahLst/>
            <a:cxnLst/>
            <a:rect l="l" t="t" r="r" b="b"/>
            <a:pathLst>
              <a:path w="426719" h="558800">
                <a:moveTo>
                  <a:pt x="140093" y="253669"/>
                </a:moveTo>
                <a:lnTo>
                  <a:pt x="0" y="253669"/>
                </a:lnTo>
                <a:lnTo>
                  <a:pt x="0" y="558368"/>
                </a:lnTo>
                <a:lnTo>
                  <a:pt x="140093" y="558368"/>
                </a:lnTo>
                <a:lnTo>
                  <a:pt x="140093" y="253669"/>
                </a:lnTo>
                <a:close/>
              </a:path>
              <a:path w="426719" h="558800">
                <a:moveTo>
                  <a:pt x="426466" y="0"/>
                </a:moveTo>
                <a:lnTo>
                  <a:pt x="362800" y="0"/>
                </a:lnTo>
                <a:lnTo>
                  <a:pt x="362800" y="463892"/>
                </a:lnTo>
                <a:lnTo>
                  <a:pt x="426466" y="463892"/>
                </a:lnTo>
                <a:lnTo>
                  <a:pt x="426466" y="0"/>
                </a:lnTo>
                <a:close/>
              </a:path>
            </a:pathLst>
          </a:custGeom>
          <a:solidFill>
            <a:srgbClr val="D6EB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14281467" y="3159085"/>
            <a:ext cx="462915" cy="2940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50" dirty="0">
                <a:solidFill>
                  <a:srgbClr val="A5AAA8"/>
                </a:solidFill>
                <a:latin typeface="Arial"/>
                <a:cs typeface="Arial"/>
              </a:rPr>
              <a:t>.</a:t>
            </a:r>
            <a:r>
              <a:rPr sz="1750" dirty="0">
                <a:solidFill>
                  <a:srgbClr val="8E9A90"/>
                </a:solidFill>
                <a:latin typeface="Arial"/>
                <a:cs typeface="Arial"/>
              </a:rPr>
              <a:t>·</a:t>
            </a:r>
            <a:r>
              <a:rPr sz="1750" spc="-160" dirty="0">
                <a:solidFill>
                  <a:srgbClr val="8E9A90"/>
                </a:solidFill>
                <a:latin typeface="Arial"/>
                <a:cs typeface="Arial"/>
              </a:rPr>
              <a:t> </a:t>
            </a:r>
            <a:r>
              <a:rPr sz="1750" spc="-95" dirty="0">
                <a:solidFill>
                  <a:srgbClr val="B8C1BA"/>
                </a:solidFill>
                <a:latin typeface="Arial"/>
                <a:cs typeface="Arial"/>
              </a:rPr>
              <a:t>...·,</a:t>
            </a:r>
            <a:endParaRPr sz="1750">
              <a:latin typeface="Arial"/>
              <a:cs typeface="Arial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14912632" y="3162951"/>
            <a:ext cx="38735" cy="304800"/>
          </a:xfrm>
          <a:custGeom>
            <a:avLst/>
            <a:gdLst/>
            <a:ahLst/>
            <a:cxnLst/>
            <a:rect l="l" t="t" r="r" b="b"/>
            <a:pathLst>
              <a:path w="38734" h="304800">
                <a:moveTo>
                  <a:pt x="38205" y="304703"/>
                </a:moveTo>
                <a:lnTo>
                  <a:pt x="0" y="304703"/>
                </a:lnTo>
                <a:lnTo>
                  <a:pt x="0" y="0"/>
                </a:lnTo>
                <a:lnTo>
                  <a:pt x="38205" y="0"/>
                </a:lnTo>
                <a:lnTo>
                  <a:pt x="38205" y="304703"/>
                </a:lnTo>
                <a:close/>
              </a:path>
            </a:pathLst>
          </a:custGeom>
          <a:solidFill>
            <a:srgbClr val="D6EB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14797163" y="2910211"/>
            <a:ext cx="862965" cy="4394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2700" spc="-165" dirty="0">
                <a:solidFill>
                  <a:srgbClr val="A5AAA8"/>
                </a:solidFill>
                <a:latin typeface="Times New Roman"/>
                <a:cs typeface="Times New Roman"/>
              </a:rPr>
              <a:t>·</a:t>
            </a:r>
            <a:r>
              <a:rPr sz="2700" spc="-560" dirty="0">
                <a:solidFill>
                  <a:srgbClr val="A5AAA8"/>
                </a:solidFill>
                <a:latin typeface="Times New Roman"/>
                <a:cs typeface="Times New Roman"/>
              </a:rPr>
              <a:t>,</a:t>
            </a:r>
            <a:r>
              <a:rPr sz="2625" spc="-930" baseline="-31746" dirty="0">
                <a:solidFill>
                  <a:srgbClr val="A5AAA8"/>
                </a:solidFill>
                <a:latin typeface="Arial"/>
                <a:cs typeface="Arial"/>
              </a:rPr>
              <a:t>·</a:t>
            </a:r>
            <a:r>
              <a:rPr sz="2700" spc="-165" dirty="0">
                <a:solidFill>
                  <a:srgbClr val="899CAA"/>
                </a:solidFill>
                <a:latin typeface="Times New Roman"/>
                <a:cs typeface="Times New Roman"/>
              </a:rPr>
              <a:t>.</a:t>
            </a:r>
            <a:r>
              <a:rPr sz="2700" spc="-530" dirty="0">
                <a:solidFill>
                  <a:srgbClr val="899CAA"/>
                </a:solidFill>
                <a:latin typeface="Times New Roman"/>
                <a:cs typeface="Times New Roman"/>
              </a:rPr>
              <a:t>.</a:t>
            </a:r>
            <a:r>
              <a:rPr sz="2700" spc="-290" dirty="0">
                <a:solidFill>
                  <a:srgbClr val="899CAA"/>
                </a:solidFill>
                <a:latin typeface="Times New Roman"/>
                <a:cs typeface="Times New Roman"/>
              </a:rPr>
              <a:t>.</a:t>
            </a:r>
            <a:r>
              <a:rPr sz="2850" i="1" spc="-847" baseline="-29239" dirty="0">
                <a:solidFill>
                  <a:srgbClr val="60839A"/>
                </a:solidFill>
                <a:latin typeface="Times New Roman"/>
                <a:cs typeface="Times New Roman"/>
              </a:rPr>
              <a:t>·</a:t>
            </a:r>
            <a:r>
              <a:rPr sz="2700" spc="-310" dirty="0">
                <a:solidFill>
                  <a:srgbClr val="899CAA"/>
                </a:solidFill>
                <a:latin typeface="Times New Roman"/>
                <a:cs typeface="Times New Roman"/>
              </a:rPr>
              <a:t>,</a:t>
            </a:r>
            <a:r>
              <a:rPr sz="2850" i="1" spc="-1050" baseline="-29239" dirty="0">
                <a:solidFill>
                  <a:srgbClr val="60839A"/>
                </a:solidFill>
                <a:latin typeface="Times New Roman"/>
                <a:cs typeface="Times New Roman"/>
              </a:rPr>
              <a:t>-</a:t>
            </a:r>
            <a:r>
              <a:rPr sz="2700" spc="-215" dirty="0">
                <a:solidFill>
                  <a:srgbClr val="899CAA"/>
                </a:solidFill>
                <a:latin typeface="Times New Roman"/>
                <a:cs typeface="Times New Roman"/>
              </a:rPr>
              <a:t>.</a:t>
            </a:r>
            <a:r>
              <a:rPr sz="2700" spc="-840" dirty="0">
                <a:solidFill>
                  <a:srgbClr val="899CAA"/>
                </a:solidFill>
                <a:latin typeface="Times New Roman"/>
                <a:cs typeface="Times New Roman"/>
              </a:rPr>
              <a:t>,</a:t>
            </a:r>
            <a:r>
              <a:rPr sz="2850" i="1" spc="-600" baseline="-29239" dirty="0">
                <a:solidFill>
                  <a:srgbClr val="60839A"/>
                </a:solidFill>
                <a:latin typeface="Times New Roman"/>
                <a:cs typeface="Times New Roman"/>
              </a:rPr>
              <a:t>-</a:t>
            </a:r>
            <a:r>
              <a:rPr sz="2700" spc="-555" dirty="0">
                <a:solidFill>
                  <a:srgbClr val="697489"/>
                </a:solidFill>
                <a:latin typeface="Times New Roman"/>
                <a:cs typeface="Times New Roman"/>
              </a:rPr>
              <a:t>.</a:t>
            </a:r>
            <a:r>
              <a:rPr sz="2850" i="1" spc="-742" baseline="-29239" dirty="0">
                <a:solidFill>
                  <a:srgbClr val="60839A"/>
                </a:solidFill>
                <a:latin typeface="Times New Roman"/>
                <a:cs typeface="Times New Roman"/>
              </a:rPr>
              <a:t>•</a:t>
            </a:r>
            <a:r>
              <a:rPr sz="2700" spc="-310" dirty="0">
                <a:solidFill>
                  <a:srgbClr val="697489"/>
                </a:solidFill>
                <a:latin typeface="Times New Roman"/>
                <a:cs typeface="Times New Roman"/>
              </a:rPr>
              <a:t>,</a:t>
            </a:r>
            <a:r>
              <a:rPr sz="2850" i="1" spc="-960" baseline="-29239" dirty="0">
                <a:solidFill>
                  <a:srgbClr val="60839A"/>
                </a:solidFill>
                <a:latin typeface="Times New Roman"/>
                <a:cs typeface="Times New Roman"/>
              </a:rPr>
              <a:t>!</a:t>
            </a:r>
            <a:r>
              <a:rPr sz="2700" spc="-130" dirty="0">
                <a:solidFill>
                  <a:srgbClr val="697489"/>
                </a:solidFill>
                <a:latin typeface="Times New Roman"/>
                <a:cs typeface="Times New Roman"/>
              </a:rPr>
              <a:t>.</a:t>
            </a:r>
            <a:r>
              <a:rPr sz="2700" spc="-795" dirty="0">
                <a:solidFill>
                  <a:srgbClr val="697489"/>
                </a:solidFill>
                <a:latin typeface="Times New Roman"/>
                <a:cs typeface="Times New Roman"/>
              </a:rPr>
              <a:t>,</a:t>
            </a:r>
            <a:r>
              <a:rPr sz="2850" i="1" spc="-434" baseline="-29239" dirty="0">
                <a:solidFill>
                  <a:srgbClr val="60839A"/>
                </a:solidFill>
                <a:latin typeface="Times New Roman"/>
                <a:cs typeface="Times New Roman"/>
              </a:rPr>
              <a:t>(</a:t>
            </a:r>
            <a:r>
              <a:rPr sz="2700" spc="-595" dirty="0">
                <a:solidFill>
                  <a:srgbClr val="697489"/>
                </a:solidFill>
                <a:latin typeface="Times New Roman"/>
                <a:cs typeface="Times New Roman"/>
              </a:rPr>
              <a:t>.</a:t>
            </a:r>
            <a:r>
              <a:rPr sz="2850" i="1" spc="-315" baseline="-29239" dirty="0">
                <a:solidFill>
                  <a:srgbClr val="60839A"/>
                </a:solidFill>
                <a:latin typeface="Times New Roman"/>
                <a:cs typeface="Times New Roman"/>
              </a:rPr>
              <a:t>'</a:t>
            </a:r>
            <a:r>
              <a:rPr sz="2700" spc="-715" dirty="0">
                <a:solidFill>
                  <a:srgbClr val="697489"/>
                </a:solidFill>
                <a:latin typeface="Times New Roman"/>
                <a:cs typeface="Times New Roman"/>
              </a:rPr>
              <a:t>,</a:t>
            </a:r>
            <a:r>
              <a:rPr sz="2850" i="1" spc="-772" baseline="-29239" dirty="0">
                <a:solidFill>
                  <a:srgbClr val="525770"/>
                </a:solidFill>
                <a:latin typeface="Times New Roman"/>
                <a:cs typeface="Times New Roman"/>
              </a:rPr>
              <a:t>"</a:t>
            </a:r>
            <a:r>
              <a:rPr sz="2700" spc="-715" dirty="0">
                <a:solidFill>
                  <a:srgbClr val="697489"/>
                </a:solidFill>
                <a:latin typeface="Times New Roman"/>
                <a:cs typeface="Times New Roman"/>
              </a:rPr>
              <a:t>"</a:t>
            </a:r>
            <a:r>
              <a:rPr sz="2850" i="1" spc="-195" baseline="-29239" dirty="0">
                <a:solidFill>
                  <a:srgbClr val="697489"/>
                </a:solidFill>
                <a:latin typeface="Times New Roman"/>
                <a:cs typeface="Times New Roman"/>
              </a:rPr>
              <a:t>,</a:t>
            </a:r>
            <a:r>
              <a:rPr sz="2850" i="1" spc="-195" baseline="-29239" dirty="0">
                <a:solidFill>
                  <a:srgbClr val="525770"/>
                </a:solidFill>
                <a:latin typeface="Times New Roman"/>
                <a:cs typeface="Times New Roman"/>
              </a:rPr>
              <a:t>,</a:t>
            </a:r>
            <a:endParaRPr sz="2850" baseline="-29239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4576209" y="3133560"/>
            <a:ext cx="969644" cy="5543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744855" algn="l"/>
              </a:tabLst>
            </a:pPr>
            <a:r>
              <a:rPr sz="3450" spc="-290" dirty="0">
                <a:solidFill>
                  <a:srgbClr val="6D6D6D"/>
                </a:solidFill>
                <a:latin typeface="Times New Roman"/>
                <a:cs typeface="Times New Roman"/>
              </a:rPr>
              <a:t>..</a:t>
            </a:r>
            <a:r>
              <a:rPr sz="3300" spc="-290" dirty="0">
                <a:solidFill>
                  <a:srgbClr val="6D6D6D"/>
                </a:solidFill>
                <a:latin typeface="Arial"/>
                <a:cs typeface="Arial"/>
              </a:rPr>
              <a:t>..</a:t>
            </a:r>
            <a:r>
              <a:rPr sz="3300" spc="-380" dirty="0">
                <a:solidFill>
                  <a:srgbClr val="6D6D6D"/>
                </a:solidFill>
                <a:latin typeface="Arial"/>
                <a:cs typeface="Arial"/>
              </a:rPr>
              <a:t> </a:t>
            </a:r>
            <a:r>
              <a:rPr sz="2550" spc="-50" dirty="0">
                <a:solidFill>
                  <a:srgbClr val="6D6D6D"/>
                </a:solidFill>
                <a:latin typeface="Times New Roman"/>
                <a:cs typeface="Times New Roman"/>
              </a:rPr>
              <a:t>-</a:t>
            </a:r>
            <a:r>
              <a:rPr sz="2550" dirty="0">
                <a:solidFill>
                  <a:srgbClr val="6D6D6D"/>
                </a:solidFill>
                <a:latin typeface="Times New Roman"/>
                <a:cs typeface="Times New Roman"/>
              </a:rPr>
              <a:t>	</a:t>
            </a:r>
            <a:r>
              <a:rPr sz="1300" spc="-10" dirty="0">
                <a:solidFill>
                  <a:srgbClr val="21232D"/>
                </a:solidFill>
                <a:latin typeface="Times New Roman"/>
                <a:cs typeface="Times New Roman"/>
              </a:rPr>
              <a:t>.....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3250583" y="2910211"/>
            <a:ext cx="742315" cy="94361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ts val="2900"/>
              </a:lnSpc>
              <a:spcBef>
                <a:spcPts val="110"/>
              </a:spcBef>
              <a:tabLst>
                <a:tab pos="675640" algn="l"/>
              </a:tabLst>
            </a:pPr>
            <a:r>
              <a:rPr sz="2700" b="1" spc="-505" dirty="0">
                <a:solidFill>
                  <a:srgbClr val="A5AAA8"/>
                </a:solidFill>
                <a:latin typeface="Times New Roman"/>
                <a:cs typeface="Times New Roman"/>
              </a:rPr>
              <a:t>lnu</a:t>
            </a:r>
            <a:r>
              <a:rPr sz="2700" b="1" dirty="0">
                <a:solidFill>
                  <a:srgbClr val="A5AAA8"/>
                </a:solidFill>
                <a:latin typeface="Times New Roman"/>
                <a:cs typeface="Times New Roman"/>
              </a:rPr>
              <a:t>	</a:t>
            </a:r>
            <a:r>
              <a:rPr sz="2700" spc="-310" dirty="0">
                <a:solidFill>
                  <a:srgbClr val="828382"/>
                </a:solidFill>
                <a:latin typeface="Times New Roman"/>
                <a:cs typeface="Times New Roman"/>
              </a:rPr>
              <a:t>,</a:t>
            </a:r>
            <a:endParaRPr sz="2700">
              <a:latin typeface="Times New Roman"/>
              <a:cs typeface="Times New Roman"/>
            </a:endParaRPr>
          </a:p>
          <a:p>
            <a:pPr marL="95885">
              <a:lnSpc>
                <a:spcPts val="1880"/>
              </a:lnSpc>
            </a:pPr>
            <a:r>
              <a:rPr sz="1850" spc="-25" dirty="0">
                <a:solidFill>
                  <a:srgbClr val="A5AAA8"/>
                </a:solidFill>
                <a:latin typeface="Times New Roman"/>
                <a:cs typeface="Times New Roman"/>
              </a:rPr>
              <a:t>,..</a:t>
            </a:r>
            <a:endParaRPr sz="1850">
              <a:latin typeface="Times New Roman"/>
              <a:cs typeface="Times New Roman"/>
            </a:endParaRPr>
          </a:p>
          <a:p>
            <a:pPr marL="106045">
              <a:lnSpc>
                <a:spcPct val="100000"/>
              </a:lnSpc>
              <a:spcBef>
                <a:spcPts val="1295"/>
              </a:spcBef>
            </a:pPr>
            <a:r>
              <a:rPr sz="950" i="1" spc="-25" dirty="0">
                <a:solidFill>
                  <a:srgbClr val="A5AAA8"/>
                </a:solidFill>
                <a:latin typeface="Times New Roman"/>
                <a:cs typeface="Times New Roman"/>
              </a:rPr>
              <a:t>nn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14098643" y="3670358"/>
            <a:ext cx="114935" cy="189230"/>
          </a:xfrm>
          <a:custGeom>
            <a:avLst/>
            <a:gdLst/>
            <a:ahLst/>
            <a:cxnLst/>
            <a:rect l="l" t="t" r="r" b="b"/>
            <a:pathLst>
              <a:path w="114934" h="189229">
                <a:moveTo>
                  <a:pt x="114617" y="188991"/>
                </a:moveTo>
                <a:lnTo>
                  <a:pt x="0" y="188991"/>
                </a:lnTo>
                <a:lnTo>
                  <a:pt x="0" y="0"/>
                </a:lnTo>
                <a:lnTo>
                  <a:pt x="114617" y="0"/>
                </a:lnTo>
                <a:lnTo>
                  <a:pt x="114617" y="188991"/>
                </a:lnTo>
                <a:close/>
              </a:path>
            </a:pathLst>
          </a:custGeom>
          <a:solidFill>
            <a:srgbClr val="D6EB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14393631" y="3670358"/>
            <a:ext cx="26034" cy="189230"/>
          </a:xfrm>
          <a:custGeom>
            <a:avLst/>
            <a:gdLst/>
            <a:ahLst/>
            <a:cxnLst/>
            <a:rect l="l" t="t" r="r" b="b"/>
            <a:pathLst>
              <a:path w="26034" h="189229">
                <a:moveTo>
                  <a:pt x="25470" y="188991"/>
                </a:moveTo>
                <a:lnTo>
                  <a:pt x="0" y="188991"/>
                </a:lnTo>
                <a:lnTo>
                  <a:pt x="0" y="0"/>
                </a:lnTo>
                <a:lnTo>
                  <a:pt x="25470" y="0"/>
                </a:lnTo>
                <a:lnTo>
                  <a:pt x="25470" y="188991"/>
                </a:lnTo>
                <a:close/>
              </a:path>
            </a:pathLst>
          </a:custGeom>
          <a:solidFill>
            <a:srgbClr val="D6EB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15253575" y="3663213"/>
            <a:ext cx="352425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i="1" spc="1175" dirty="0">
                <a:solidFill>
                  <a:srgbClr val="525770"/>
                </a:solidFill>
                <a:latin typeface="Times New Roman"/>
                <a:cs typeface="Times New Roman"/>
              </a:rPr>
              <a:t>'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16006559" y="3650450"/>
            <a:ext cx="98425" cy="209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150" dirty="0">
                <a:solidFill>
                  <a:srgbClr val="6D6D6D"/>
                </a:solidFill>
                <a:latin typeface="Times New Roman"/>
                <a:cs typeface="Times New Roman"/>
              </a:rPr>
              <a:t>l</a:t>
            </a:r>
            <a:r>
              <a:rPr sz="1200" spc="-155" dirty="0">
                <a:solidFill>
                  <a:srgbClr val="6D6D6D"/>
                </a:solidFill>
                <a:latin typeface="Times New Roman"/>
                <a:cs typeface="Times New Roman"/>
              </a:rPr>
              <a:t> </a:t>
            </a:r>
            <a:r>
              <a:rPr sz="1200" spc="-120" dirty="0">
                <a:solidFill>
                  <a:srgbClr val="A5AAA8"/>
                </a:solidFill>
                <a:latin typeface="Times New Roman"/>
                <a:cs typeface="Times New Roman"/>
              </a:rPr>
              <a:t>·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3346036" y="3950373"/>
            <a:ext cx="230504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spc="-10" dirty="0">
                <a:solidFill>
                  <a:srgbClr val="A5AAA8"/>
                </a:solidFill>
                <a:latin typeface="Times New Roman"/>
                <a:cs typeface="Times New Roman"/>
              </a:rPr>
              <a:t>n.!1-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14016673" y="3589190"/>
            <a:ext cx="737870" cy="5105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9215">
              <a:lnSpc>
                <a:spcPct val="144600"/>
              </a:lnSpc>
              <a:spcBef>
                <a:spcPts val="100"/>
              </a:spcBef>
            </a:pPr>
            <a:r>
              <a:rPr sz="1100" spc="-25" dirty="0">
                <a:solidFill>
                  <a:srgbClr val="A5AAA8"/>
                </a:solidFill>
                <a:latin typeface="Times New Roman"/>
                <a:cs typeface="Times New Roman"/>
              </a:rPr>
              <a:t>:ii</a:t>
            </a:r>
            <a:r>
              <a:rPr sz="1100" spc="-25" dirty="0">
                <a:solidFill>
                  <a:srgbClr val="899CAA"/>
                </a:solidFill>
                <a:latin typeface="Times New Roman"/>
                <a:cs typeface="Times New Roman"/>
              </a:rPr>
              <a:t>""ii</a:t>
            </a:r>
            <a:r>
              <a:rPr sz="1100" spc="-25" dirty="0">
                <a:solidFill>
                  <a:srgbClr val="A5AAA8"/>
                </a:solidFill>
                <a:latin typeface="Times New Roman"/>
                <a:cs typeface="Times New Roman"/>
              </a:rPr>
              <a:t>c</a:t>
            </a:r>
            <a:r>
              <a:rPr sz="1100" spc="-25" dirty="0">
                <a:solidFill>
                  <a:srgbClr val="899CAA"/>
                </a:solidFill>
                <a:latin typeface="Times New Roman"/>
                <a:cs typeface="Times New Roman"/>
              </a:rPr>
              <a:t>!h.</a:t>
            </a:r>
            <a:r>
              <a:rPr sz="1100" spc="-25" dirty="0">
                <a:solidFill>
                  <a:srgbClr val="828382"/>
                </a:solidFill>
                <a:latin typeface="Times New Roman"/>
                <a:cs typeface="Times New Roman"/>
              </a:rPr>
              <a:t>'&lt;f a..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14914435" y="3701500"/>
            <a:ext cx="904240" cy="4394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641985" algn="l"/>
              </a:tabLst>
            </a:pPr>
            <a:r>
              <a:rPr sz="2700" spc="-180" dirty="0">
                <a:solidFill>
                  <a:srgbClr val="828382"/>
                </a:solidFill>
                <a:latin typeface="Arial"/>
                <a:cs typeface="Arial"/>
              </a:rPr>
              <a:t>djf</a:t>
            </a:r>
            <a:r>
              <a:rPr sz="2700" spc="-300" dirty="0">
                <a:solidFill>
                  <a:srgbClr val="828382"/>
                </a:solidFill>
                <a:latin typeface="Arial"/>
                <a:cs typeface="Arial"/>
              </a:rPr>
              <a:t> </a:t>
            </a:r>
            <a:r>
              <a:rPr sz="2700" spc="-50" dirty="0">
                <a:solidFill>
                  <a:srgbClr val="828382"/>
                </a:solidFill>
                <a:latin typeface="Arial"/>
                <a:cs typeface="Arial"/>
              </a:rPr>
              <a:t>·</a:t>
            </a:r>
            <a:r>
              <a:rPr sz="2700" dirty="0">
                <a:solidFill>
                  <a:srgbClr val="828382"/>
                </a:solidFill>
                <a:latin typeface="Arial"/>
                <a:cs typeface="Arial"/>
              </a:rPr>
              <a:t>	</a:t>
            </a:r>
            <a:r>
              <a:rPr sz="2700" spc="-390" dirty="0">
                <a:solidFill>
                  <a:srgbClr val="828382"/>
                </a:solidFill>
                <a:latin typeface="Arial"/>
                <a:cs typeface="Arial"/>
              </a:rPr>
              <a:t>:/.\</a:t>
            </a:r>
            <a:r>
              <a:rPr sz="2700" spc="-484" dirty="0">
                <a:solidFill>
                  <a:srgbClr val="828382"/>
                </a:solidFill>
                <a:latin typeface="Arial"/>
                <a:cs typeface="Arial"/>
              </a:rPr>
              <a:t> </a:t>
            </a:r>
            <a:r>
              <a:rPr sz="600" spc="-90" dirty="0">
                <a:solidFill>
                  <a:srgbClr val="828382"/>
                </a:solidFill>
                <a:latin typeface="Times New Roman"/>
                <a:cs typeface="Times New Roman"/>
              </a:rPr>
              <a:t>di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13339877" y="4148196"/>
            <a:ext cx="128905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25" dirty="0">
                <a:solidFill>
                  <a:srgbClr val="A5AAA8"/>
                </a:solidFill>
                <a:latin typeface="Arial"/>
                <a:cs typeface="Arial"/>
              </a:rPr>
              <a:t>nn</a:t>
            </a:r>
            <a:endParaRPr sz="800"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13540345" y="4097146"/>
            <a:ext cx="3164840" cy="3511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1009">
              <a:lnSpc>
                <a:spcPts val="830"/>
              </a:lnSpc>
              <a:spcBef>
                <a:spcPts val="105"/>
              </a:spcBef>
              <a:tabLst>
                <a:tab pos="2085339" algn="l"/>
              </a:tabLst>
            </a:pPr>
            <a:r>
              <a:rPr sz="1000" spc="795" dirty="0">
                <a:solidFill>
                  <a:srgbClr val="B8C1BA"/>
                </a:solidFill>
                <a:latin typeface="Arial"/>
                <a:cs typeface="Arial"/>
              </a:rPr>
              <a:t>-</a:t>
            </a:r>
            <a:r>
              <a:rPr sz="1000" dirty="0">
                <a:solidFill>
                  <a:srgbClr val="B8C1BA"/>
                </a:solidFill>
                <a:latin typeface="Arial"/>
                <a:cs typeface="Arial"/>
              </a:rPr>
              <a:t>	</a:t>
            </a:r>
            <a:r>
              <a:rPr sz="1000" spc="-25" dirty="0">
                <a:solidFill>
                  <a:srgbClr val="6D6D6D"/>
                </a:solidFill>
                <a:latin typeface="Arial"/>
                <a:cs typeface="Arial"/>
              </a:rPr>
              <a:t>Yo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ts val="1730"/>
              </a:lnSpc>
            </a:pPr>
            <a:r>
              <a:rPr sz="1750" dirty="0">
                <a:solidFill>
                  <a:srgbClr val="B8C1BA"/>
                </a:solidFill>
                <a:latin typeface="Arial"/>
                <a:cs typeface="Arial"/>
              </a:rPr>
              <a:t>'---,-.,,--.</a:t>
            </a:r>
            <a:r>
              <a:rPr sz="1750" dirty="0">
                <a:solidFill>
                  <a:srgbClr val="828382"/>
                </a:solidFill>
                <a:latin typeface="Arial"/>
                <a:cs typeface="Arial"/>
              </a:rPr>
              <a:t>,</a:t>
            </a:r>
            <a:r>
              <a:rPr sz="1750" dirty="0">
                <a:solidFill>
                  <a:srgbClr val="B8C1BA"/>
                </a:solidFill>
                <a:latin typeface="Arial"/>
                <a:cs typeface="Arial"/>
              </a:rPr>
              <a:t>-,</a:t>
            </a:r>
            <a:r>
              <a:rPr sz="1750" spc="35" dirty="0">
                <a:solidFill>
                  <a:srgbClr val="B8C1BA"/>
                </a:solidFill>
                <a:latin typeface="Arial"/>
                <a:cs typeface="Arial"/>
              </a:rPr>
              <a:t> </a:t>
            </a:r>
            <a:r>
              <a:rPr sz="1750" spc="145" dirty="0">
                <a:solidFill>
                  <a:srgbClr val="B8C1BA"/>
                </a:solidFill>
                <a:latin typeface="Arial"/>
                <a:cs typeface="Arial"/>
              </a:rPr>
              <a:t>---</a:t>
            </a:r>
            <a:r>
              <a:rPr sz="1750" spc="130" dirty="0">
                <a:solidFill>
                  <a:srgbClr val="B8C1BA"/>
                </a:solidFill>
                <a:latin typeface="Arial"/>
                <a:cs typeface="Arial"/>
              </a:rPr>
              <a:t>,-</a:t>
            </a:r>
            <a:r>
              <a:rPr sz="1750" spc="145" dirty="0">
                <a:solidFill>
                  <a:srgbClr val="B8C1BA"/>
                </a:solidFill>
                <a:latin typeface="Arial"/>
                <a:cs typeface="Arial"/>
              </a:rPr>
              <a:t>-</a:t>
            </a:r>
            <a:r>
              <a:rPr sz="1750" spc="150" dirty="0">
                <a:solidFill>
                  <a:srgbClr val="B8C1BA"/>
                </a:solidFill>
                <a:latin typeface="Arial"/>
                <a:cs typeface="Arial"/>
              </a:rPr>
              <a:t>,.u-</a:t>
            </a:r>
            <a:r>
              <a:rPr sz="1750" spc="140" dirty="0">
                <a:solidFill>
                  <a:srgbClr val="B8C1BA"/>
                </a:solidFill>
                <a:latin typeface="Arial"/>
                <a:cs typeface="Arial"/>
              </a:rPr>
              <a:t>-</a:t>
            </a:r>
            <a:r>
              <a:rPr sz="1750" spc="135" dirty="0">
                <a:solidFill>
                  <a:srgbClr val="B8C1BA"/>
                </a:solidFill>
                <a:latin typeface="Arial"/>
                <a:cs typeface="Arial"/>
              </a:rPr>
              <a:t>,"-</a:t>
            </a:r>
            <a:r>
              <a:rPr sz="1750" spc="130" dirty="0">
                <a:solidFill>
                  <a:srgbClr val="B8C1BA"/>
                </a:solidFill>
                <a:latin typeface="Arial"/>
                <a:cs typeface="Arial"/>
              </a:rPr>
              <a:t>,-</a:t>
            </a:r>
            <a:r>
              <a:rPr sz="1750" spc="145" dirty="0">
                <a:solidFill>
                  <a:srgbClr val="B8C1BA"/>
                </a:solidFill>
                <a:latin typeface="Arial"/>
                <a:cs typeface="Arial"/>
              </a:rPr>
              <a:t>-</a:t>
            </a:r>
            <a:r>
              <a:rPr sz="1750" spc="135" dirty="0">
                <a:solidFill>
                  <a:srgbClr val="B8C1BA"/>
                </a:solidFill>
                <a:latin typeface="Arial"/>
                <a:cs typeface="Arial"/>
              </a:rPr>
              <a:t>,"-</a:t>
            </a:r>
            <a:r>
              <a:rPr sz="1750" spc="145" dirty="0">
                <a:solidFill>
                  <a:srgbClr val="B8C1BA"/>
                </a:solidFill>
                <a:latin typeface="Arial"/>
                <a:cs typeface="Arial"/>
              </a:rPr>
              <a:t>•-</a:t>
            </a:r>
            <a:r>
              <a:rPr sz="1750" spc="30" dirty="0">
                <a:solidFill>
                  <a:srgbClr val="B8C1BA"/>
                </a:solidFill>
                <a:latin typeface="Arial"/>
                <a:cs typeface="Arial"/>
              </a:rPr>
              <a:t>'</a:t>
            </a:r>
            <a:endParaRPr sz="1750">
              <a:latin typeface="Arial"/>
              <a:cs typeface="Aria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6321031" y="4397069"/>
            <a:ext cx="150495" cy="2171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50" spc="70" dirty="0">
                <a:solidFill>
                  <a:srgbClr val="90BF4F"/>
                </a:solidFill>
                <a:latin typeface="Arial"/>
                <a:cs typeface="Arial"/>
              </a:rPr>
              <a:t>•,</a:t>
            </a:r>
            <a:endParaRPr sz="1250">
              <a:latin typeface="Arial"/>
              <a:cs typeface="Aria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17472355" y="4397069"/>
            <a:ext cx="74295" cy="2171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50" spc="35" dirty="0">
                <a:solidFill>
                  <a:srgbClr val="90BF4F"/>
                </a:solidFill>
                <a:latin typeface="Arial"/>
                <a:cs typeface="Arial"/>
              </a:rPr>
              <a:t>,</a:t>
            </a:r>
            <a:endParaRPr sz="1250">
              <a:latin typeface="Arial"/>
              <a:cs typeface="Aria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6280668" y="4454502"/>
            <a:ext cx="140970" cy="4699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900" spc="-835" dirty="0">
                <a:solidFill>
                  <a:srgbClr val="A0C36E"/>
                </a:solidFill>
                <a:latin typeface="Courier New"/>
                <a:cs typeface="Courier New"/>
              </a:rPr>
              <a:t>'</a:t>
            </a:r>
            <a:endParaRPr sz="2900">
              <a:latin typeface="Courier New"/>
              <a:cs typeface="Courier New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6410333" y="4732986"/>
            <a:ext cx="10993120" cy="0"/>
          </a:xfrm>
          <a:custGeom>
            <a:avLst/>
            <a:gdLst/>
            <a:ahLst/>
            <a:cxnLst/>
            <a:rect l="l" t="t" r="r" b="b"/>
            <a:pathLst>
              <a:path w="10993119">
                <a:moveTo>
                  <a:pt x="0" y="0"/>
                </a:moveTo>
                <a:lnTo>
                  <a:pt x="10993042" y="0"/>
                </a:lnTo>
              </a:path>
            </a:pathLst>
          </a:custGeom>
          <a:ln w="21790">
            <a:solidFill>
              <a:srgbClr val="9FC26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 txBox="1"/>
          <p:nvPr/>
        </p:nvSpPr>
        <p:spPr>
          <a:xfrm>
            <a:off x="17509349" y="4454502"/>
            <a:ext cx="140970" cy="4699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900" spc="-835" dirty="0">
                <a:solidFill>
                  <a:srgbClr val="90BF4F"/>
                </a:solidFill>
                <a:latin typeface="Courier New"/>
                <a:cs typeface="Courier New"/>
              </a:rPr>
              <a:t>;</a:t>
            </a:r>
            <a:endParaRPr sz="2900">
              <a:latin typeface="Courier New"/>
              <a:cs typeface="Courier New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4532584" y="5132457"/>
            <a:ext cx="1127760" cy="59880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679450">
              <a:lnSpc>
                <a:spcPct val="100000"/>
              </a:lnSpc>
              <a:spcBef>
                <a:spcPts val="395"/>
              </a:spcBef>
            </a:pPr>
            <a:r>
              <a:rPr sz="1800" b="1" spc="-25" dirty="0">
                <a:solidFill>
                  <a:srgbClr val="C18C5D"/>
                </a:solidFill>
                <a:latin typeface="Times New Roman"/>
                <a:cs typeface="Times New Roman"/>
              </a:rPr>
              <a:t>COz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sz="1500" b="1" spc="-10" dirty="0">
                <a:solidFill>
                  <a:srgbClr val="C18C5D"/>
                </a:solidFill>
                <a:latin typeface="Arial"/>
                <a:cs typeface="Arial"/>
              </a:rPr>
              <a:t>Respiration</a:t>
            </a:r>
            <a:endParaRPr sz="1500">
              <a:latin typeface="Arial"/>
              <a:cs typeface="Arial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7747409" y="3027523"/>
            <a:ext cx="5022215" cy="1586865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545"/>
              </a:spcBef>
            </a:pPr>
            <a:r>
              <a:rPr sz="2700" baseline="3086" dirty="0">
                <a:solidFill>
                  <a:srgbClr val="6D6D6D"/>
                </a:solidFill>
                <a:latin typeface="Arial"/>
                <a:cs typeface="Arial"/>
              </a:rPr>
              <a:t>NEE</a:t>
            </a:r>
            <a:r>
              <a:rPr sz="2700" spc="-330" baseline="3086" dirty="0">
                <a:solidFill>
                  <a:srgbClr val="6D6D6D"/>
                </a:solidFill>
                <a:latin typeface="Arial"/>
                <a:cs typeface="Arial"/>
              </a:rPr>
              <a:t> </a:t>
            </a:r>
            <a:r>
              <a:rPr sz="1950" spc="-55" dirty="0">
                <a:solidFill>
                  <a:srgbClr val="828382"/>
                </a:solidFill>
                <a:latin typeface="Arial"/>
                <a:cs typeface="Arial"/>
              </a:rPr>
              <a:t>=</a:t>
            </a:r>
            <a:r>
              <a:rPr sz="1950" spc="-245" dirty="0">
                <a:solidFill>
                  <a:srgbClr val="828382"/>
                </a:solidFill>
                <a:latin typeface="Arial"/>
                <a:cs typeface="Arial"/>
              </a:rPr>
              <a:t> </a:t>
            </a:r>
            <a:r>
              <a:rPr sz="2700" spc="82" baseline="3086" dirty="0">
                <a:solidFill>
                  <a:srgbClr val="6D6D6D"/>
                </a:solidFill>
                <a:latin typeface="Arial"/>
                <a:cs typeface="Arial"/>
              </a:rPr>
              <a:t>R</a:t>
            </a:r>
            <a:r>
              <a:rPr sz="1750" b="1" spc="55" dirty="0">
                <a:solidFill>
                  <a:srgbClr val="6D6D6D"/>
                </a:solidFill>
                <a:latin typeface="Arial"/>
                <a:cs typeface="Arial"/>
              </a:rPr>
              <a:t>eco-</a:t>
            </a:r>
            <a:r>
              <a:rPr sz="1750" b="1" spc="-110" dirty="0">
                <a:solidFill>
                  <a:srgbClr val="6D6D6D"/>
                </a:solidFill>
                <a:latin typeface="Arial"/>
                <a:cs typeface="Arial"/>
              </a:rPr>
              <a:t> </a:t>
            </a:r>
            <a:r>
              <a:rPr sz="2700" spc="104" baseline="12345" dirty="0">
                <a:solidFill>
                  <a:srgbClr val="6D6D6D"/>
                </a:solidFill>
                <a:latin typeface="Arial"/>
                <a:cs typeface="Arial"/>
              </a:rPr>
              <a:t>Gpp</a:t>
            </a:r>
            <a:r>
              <a:rPr sz="3525" spc="104" baseline="23640" dirty="0">
                <a:solidFill>
                  <a:srgbClr val="6D6D6D"/>
                </a:solidFill>
                <a:latin typeface="Arial"/>
                <a:cs typeface="Arial"/>
              </a:rPr>
              <a:t>*</a:t>
            </a:r>
            <a:endParaRPr sz="3525" baseline="23640">
              <a:latin typeface="Arial"/>
              <a:cs typeface="Arial"/>
            </a:endParaRPr>
          </a:p>
          <a:p>
            <a:pPr marL="38100" marR="30480" indent="3175">
              <a:lnSpc>
                <a:spcPct val="97700"/>
              </a:lnSpc>
              <a:spcBef>
                <a:spcPts val="390"/>
              </a:spcBef>
            </a:pPr>
            <a:r>
              <a:rPr sz="1800" spc="-25" dirty="0">
                <a:solidFill>
                  <a:srgbClr val="828382"/>
                </a:solidFill>
                <a:latin typeface="Arial"/>
                <a:cs typeface="Arial"/>
              </a:rPr>
              <a:t>NEE</a:t>
            </a:r>
            <a:r>
              <a:rPr sz="1800" spc="-229" dirty="0">
                <a:solidFill>
                  <a:srgbClr val="828382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8E9A90"/>
                </a:solidFill>
                <a:latin typeface="Arial"/>
                <a:cs typeface="Arial"/>
              </a:rPr>
              <a:t>is</a:t>
            </a:r>
            <a:r>
              <a:rPr sz="1800" spc="145" dirty="0">
                <a:solidFill>
                  <a:srgbClr val="8E9A9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828382"/>
                </a:solidFill>
                <a:latin typeface="Arial"/>
                <a:cs typeface="Arial"/>
              </a:rPr>
              <a:t>the</a:t>
            </a:r>
            <a:r>
              <a:rPr sz="1800" spc="395" dirty="0">
                <a:solidFill>
                  <a:srgbClr val="828382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828382"/>
                </a:solidFill>
                <a:latin typeface="Arial"/>
                <a:cs typeface="Arial"/>
              </a:rPr>
              <a:t>net</a:t>
            </a:r>
            <a:r>
              <a:rPr sz="1800" spc="434" dirty="0">
                <a:solidFill>
                  <a:srgbClr val="828382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828382"/>
                </a:solidFill>
                <a:latin typeface="Arial"/>
                <a:cs typeface="Arial"/>
              </a:rPr>
              <a:t>exchange</a:t>
            </a:r>
            <a:r>
              <a:rPr sz="1800" spc="25" dirty="0">
                <a:solidFill>
                  <a:srgbClr val="828382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828382"/>
                </a:solidFill>
                <a:latin typeface="Arial"/>
                <a:cs typeface="Arial"/>
              </a:rPr>
              <a:t>of</a:t>
            </a:r>
            <a:r>
              <a:rPr sz="1800" spc="150" dirty="0">
                <a:solidFill>
                  <a:srgbClr val="828382"/>
                </a:solidFill>
                <a:latin typeface="Arial"/>
                <a:cs typeface="Arial"/>
              </a:rPr>
              <a:t> </a:t>
            </a:r>
            <a:r>
              <a:rPr sz="1800" spc="-145" dirty="0">
                <a:solidFill>
                  <a:srgbClr val="828382"/>
                </a:solidFill>
                <a:latin typeface="Arial"/>
                <a:cs typeface="Arial"/>
              </a:rPr>
              <a:t>CO2</a:t>
            </a:r>
            <a:r>
              <a:rPr sz="1800" spc="-90" dirty="0">
                <a:solidFill>
                  <a:srgbClr val="828382"/>
                </a:solidFill>
                <a:latin typeface="Arial"/>
                <a:cs typeface="Arial"/>
              </a:rPr>
              <a:t> </a:t>
            </a:r>
            <a:r>
              <a:rPr sz="1800" spc="100" dirty="0">
                <a:solidFill>
                  <a:srgbClr val="828382"/>
                </a:solidFill>
                <a:latin typeface="Arial"/>
                <a:cs typeface="Arial"/>
              </a:rPr>
              <a:t>between</a:t>
            </a:r>
            <a:r>
              <a:rPr sz="1800" spc="-75" dirty="0">
                <a:solidFill>
                  <a:srgbClr val="828382"/>
                </a:solidFill>
                <a:latin typeface="Arial"/>
                <a:cs typeface="Arial"/>
              </a:rPr>
              <a:t> </a:t>
            </a:r>
            <a:r>
              <a:rPr sz="1800" spc="80" dirty="0">
                <a:solidFill>
                  <a:srgbClr val="828382"/>
                </a:solidFill>
                <a:latin typeface="Arial"/>
                <a:cs typeface="Arial"/>
              </a:rPr>
              <a:t>an </a:t>
            </a:r>
            <a:r>
              <a:rPr sz="1800" spc="70" dirty="0">
                <a:solidFill>
                  <a:srgbClr val="828382"/>
                </a:solidFill>
                <a:latin typeface="Arial"/>
                <a:cs typeface="Arial"/>
              </a:rPr>
              <a:t>ecosystem</a:t>
            </a:r>
            <a:r>
              <a:rPr sz="1800" spc="25" dirty="0">
                <a:solidFill>
                  <a:srgbClr val="828382"/>
                </a:solidFill>
                <a:latin typeface="Arial"/>
                <a:cs typeface="Arial"/>
              </a:rPr>
              <a:t> </a:t>
            </a:r>
            <a:r>
              <a:rPr sz="1800" spc="75" dirty="0">
                <a:solidFill>
                  <a:srgbClr val="828382"/>
                </a:solidFill>
                <a:latin typeface="Arial"/>
                <a:cs typeface="Arial"/>
              </a:rPr>
              <a:t>and</a:t>
            </a:r>
            <a:r>
              <a:rPr sz="1800" spc="5" dirty="0">
                <a:solidFill>
                  <a:srgbClr val="828382"/>
                </a:solidFill>
                <a:latin typeface="Arial"/>
                <a:cs typeface="Arial"/>
              </a:rPr>
              <a:t> </a:t>
            </a:r>
            <a:r>
              <a:rPr sz="1800" spc="60" dirty="0">
                <a:solidFill>
                  <a:srgbClr val="828382"/>
                </a:solidFill>
                <a:latin typeface="Arial"/>
                <a:cs typeface="Arial"/>
              </a:rPr>
              <a:t>the</a:t>
            </a:r>
            <a:r>
              <a:rPr sz="1800" spc="75" dirty="0">
                <a:solidFill>
                  <a:srgbClr val="828382"/>
                </a:solidFill>
                <a:latin typeface="Arial"/>
                <a:cs typeface="Arial"/>
              </a:rPr>
              <a:t> </a:t>
            </a:r>
            <a:r>
              <a:rPr sz="1800" spc="80" dirty="0">
                <a:solidFill>
                  <a:srgbClr val="828382"/>
                </a:solidFill>
                <a:latin typeface="Arial"/>
                <a:cs typeface="Arial"/>
              </a:rPr>
              <a:t>atmosphere.</a:t>
            </a:r>
            <a:r>
              <a:rPr sz="1800" spc="60" dirty="0">
                <a:solidFill>
                  <a:srgbClr val="828382"/>
                </a:solidFill>
                <a:latin typeface="Arial"/>
                <a:cs typeface="Arial"/>
              </a:rPr>
              <a:t> </a:t>
            </a:r>
            <a:r>
              <a:rPr sz="1800" spc="65" dirty="0">
                <a:solidFill>
                  <a:srgbClr val="828382"/>
                </a:solidFill>
                <a:latin typeface="Arial"/>
                <a:cs typeface="Arial"/>
              </a:rPr>
              <a:t>When</a:t>
            </a:r>
            <a:r>
              <a:rPr sz="1800" spc="-195" dirty="0">
                <a:solidFill>
                  <a:srgbClr val="828382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6D6D6D"/>
                </a:solidFill>
                <a:latin typeface="Arial"/>
                <a:cs typeface="Arial"/>
              </a:rPr>
              <a:t>NEE</a:t>
            </a:r>
            <a:r>
              <a:rPr sz="1800" spc="-135" dirty="0">
                <a:solidFill>
                  <a:srgbClr val="6D6D6D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828382"/>
                </a:solidFill>
                <a:latin typeface="Arial"/>
                <a:cs typeface="Arial"/>
              </a:rPr>
              <a:t>is </a:t>
            </a:r>
            <a:r>
              <a:rPr sz="1800" spc="60" dirty="0">
                <a:solidFill>
                  <a:srgbClr val="828382"/>
                </a:solidFill>
                <a:latin typeface="Arial"/>
                <a:cs typeface="Arial"/>
              </a:rPr>
              <a:t>negative,</a:t>
            </a:r>
            <a:r>
              <a:rPr sz="1800" spc="-195" dirty="0">
                <a:solidFill>
                  <a:srgbClr val="828382"/>
                </a:solidFill>
                <a:latin typeface="Arial"/>
                <a:cs typeface="Arial"/>
              </a:rPr>
              <a:t> </a:t>
            </a:r>
            <a:r>
              <a:rPr sz="1800" spc="60" dirty="0">
                <a:solidFill>
                  <a:srgbClr val="828382"/>
                </a:solidFill>
                <a:latin typeface="Arial"/>
                <a:cs typeface="Arial"/>
              </a:rPr>
              <a:t>the</a:t>
            </a:r>
            <a:r>
              <a:rPr sz="1800" spc="180" dirty="0">
                <a:solidFill>
                  <a:srgbClr val="828382"/>
                </a:solidFill>
                <a:latin typeface="Arial"/>
                <a:cs typeface="Arial"/>
              </a:rPr>
              <a:t> </a:t>
            </a:r>
            <a:r>
              <a:rPr sz="1800" spc="70" dirty="0">
                <a:solidFill>
                  <a:srgbClr val="828382"/>
                </a:solidFill>
                <a:latin typeface="Arial"/>
                <a:cs typeface="Arial"/>
              </a:rPr>
              <a:t>ecosystem</a:t>
            </a:r>
            <a:r>
              <a:rPr sz="1800" spc="35" dirty="0">
                <a:solidFill>
                  <a:srgbClr val="828382"/>
                </a:solidFill>
                <a:latin typeface="Arial"/>
                <a:cs typeface="Arial"/>
              </a:rPr>
              <a:t> </a:t>
            </a:r>
            <a:r>
              <a:rPr sz="1800" spc="65" dirty="0">
                <a:solidFill>
                  <a:srgbClr val="828382"/>
                </a:solidFill>
                <a:latin typeface="Arial"/>
                <a:cs typeface="Arial"/>
              </a:rPr>
              <a:t>absorbs</a:t>
            </a:r>
            <a:r>
              <a:rPr sz="1800" spc="-25" dirty="0">
                <a:solidFill>
                  <a:srgbClr val="828382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828382"/>
                </a:solidFill>
                <a:latin typeface="Arial"/>
                <a:cs typeface="Arial"/>
              </a:rPr>
              <a:t>CO2.</a:t>
            </a:r>
            <a:endParaRPr sz="1800">
              <a:latin typeface="Arial"/>
              <a:cs typeface="Arial"/>
            </a:endParaRPr>
          </a:p>
          <a:p>
            <a:pPr marL="41275">
              <a:lnSpc>
                <a:spcPct val="100000"/>
              </a:lnSpc>
              <a:spcBef>
                <a:spcPts val="800"/>
              </a:spcBef>
            </a:pPr>
            <a:r>
              <a:rPr sz="1250" spc="-30" dirty="0">
                <a:solidFill>
                  <a:srgbClr val="545454"/>
                </a:solidFill>
                <a:latin typeface="Arial"/>
                <a:cs typeface="Arial"/>
              </a:rPr>
              <a:t>*GPP:</a:t>
            </a:r>
            <a:r>
              <a:rPr sz="1250" spc="-8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363636"/>
                </a:solidFill>
                <a:latin typeface="Arial"/>
                <a:cs typeface="Arial"/>
              </a:rPr>
              <a:t>G</a:t>
            </a:r>
            <a:r>
              <a:rPr sz="1250" dirty="0">
                <a:solidFill>
                  <a:srgbClr val="828382"/>
                </a:solidFill>
                <a:latin typeface="Arial"/>
                <a:cs typeface="Arial"/>
              </a:rPr>
              <a:t>r</a:t>
            </a:r>
            <a:r>
              <a:rPr sz="1250" dirty="0">
                <a:solidFill>
                  <a:srgbClr val="545454"/>
                </a:solidFill>
                <a:latin typeface="Arial"/>
                <a:cs typeface="Arial"/>
              </a:rPr>
              <a:t>oss</a:t>
            </a:r>
            <a:r>
              <a:rPr sz="1250" spc="-9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6D6D6D"/>
                </a:solidFill>
                <a:latin typeface="Arial"/>
                <a:cs typeface="Arial"/>
              </a:rPr>
              <a:t>P</a:t>
            </a:r>
            <a:r>
              <a:rPr sz="1250" dirty="0">
                <a:solidFill>
                  <a:srgbClr val="545454"/>
                </a:solidFill>
                <a:latin typeface="Arial"/>
                <a:cs typeface="Arial"/>
              </a:rPr>
              <a:t>r</a:t>
            </a:r>
            <a:r>
              <a:rPr sz="1250" dirty="0">
                <a:solidFill>
                  <a:srgbClr val="21232D"/>
                </a:solidFill>
                <a:latin typeface="Arial"/>
                <a:cs typeface="Arial"/>
              </a:rPr>
              <a:t>i</a:t>
            </a:r>
            <a:r>
              <a:rPr sz="1250" dirty="0">
                <a:solidFill>
                  <a:srgbClr val="545454"/>
                </a:solidFill>
                <a:latin typeface="Arial"/>
                <a:cs typeface="Arial"/>
              </a:rPr>
              <a:t>mary</a:t>
            </a:r>
            <a:r>
              <a:rPr sz="1250" spc="17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250" spc="40" dirty="0">
                <a:solidFill>
                  <a:srgbClr val="545454"/>
                </a:solidFill>
                <a:latin typeface="Arial"/>
                <a:cs typeface="Arial"/>
              </a:rPr>
              <a:t>P</a:t>
            </a:r>
            <a:r>
              <a:rPr sz="1250" spc="40" dirty="0">
                <a:solidFill>
                  <a:srgbClr val="828382"/>
                </a:solidFill>
                <a:latin typeface="Arial"/>
                <a:cs typeface="Arial"/>
              </a:rPr>
              <a:t>r</a:t>
            </a:r>
            <a:r>
              <a:rPr sz="1250" spc="40" dirty="0">
                <a:solidFill>
                  <a:srgbClr val="545454"/>
                </a:solidFill>
                <a:latin typeface="Arial"/>
                <a:cs typeface="Arial"/>
              </a:rPr>
              <a:t>o</a:t>
            </a:r>
            <a:r>
              <a:rPr sz="1250" spc="40" dirty="0">
                <a:solidFill>
                  <a:srgbClr val="363636"/>
                </a:solidFill>
                <a:latin typeface="Arial"/>
                <a:cs typeface="Arial"/>
              </a:rPr>
              <a:t>d</a:t>
            </a:r>
            <a:r>
              <a:rPr sz="1250" spc="40" dirty="0">
                <a:solidFill>
                  <a:srgbClr val="6D6D6D"/>
                </a:solidFill>
                <a:latin typeface="Arial"/>
                <a:cs typeface="Arial"/>
              </a:rPr>
              <a:t>u</a:t>
            </a:r>
            <a:r>
              <a:rPr sz="1250" spc="40" dirty="0">
                <a:solidFill>
                  <a:srgbClr val="545454"/>
                </a:solidFill>
                <a:latin typeface="Arial"/>
                <a:cs typeface="Arial"/>
              </a:rPr>
              <a:t>c</a:t>
            </a:r>
            <a:r>
              <a:rPr sz="1250" spc="40" dirty="0">
                <a:solidFill>
                  <a:srgbClr val="6D6D6D"/>
                </a:solidFill>
                <a:latin typeface="Arial"/>
                <a:cs typeface="Arial"/>
              </a:rPr>
              <a:t>t</a:t>
            </a:r>
            <a:r>
              <a:rPr sz="1250" spc="40" dirty="0">
                <a:solidFill>
                  <a:srgbClr val="363636"/>
                </a:solidFill>
                <a:latin typeface="Arial"/>
                <a:cs typeface="Arial"/>
              </a:rPr>
              <a:t>i</a:t>
            </a:r>
            <a:r>
              <a:rPr sz="1250" spc="40" dirty="0">
                <a:solidFill>
                  <a:srgbClr val="545454"/>
                </a:solidFill>
                <a:latin typeface="Arial"/>
                <a:cs typeface="Arial"/>
              </a:rPr>
              <a:t>v</a:t>
            </a:r>
            <a:r>
              <a:rPr sz="1250" spc="40" dirty="0">
                <a:solidFill>
                  <a:srgbClr val="828382"/>
                </a:solidFill>
                <a:latin typeface="Arial"/>
                <a:cs typeface="Arial"/>
              </a:rPr>
              <a:t>i</a:t>
            </a:r>
            <a:r>
              <a:rPr sz="1250" spc="40" dirty="0">
                <a:solidFill>
                  <a:srgbClr val="545454"/>
                </a:solidFill>
                <a:latin typeface="Arial"/>
                <a:cs typeface="Arial"/>
              </a:rPr>
              <a:t>ty</a:t>
            </a:r>
            <a:endParaRPr sz="1250">
              <a:latin typeface="Arial"/>
              <a:cs typeface="Arial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17104436" y="6681595"/>
            <a:ext cx="107950" cy="638175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409"/>
              </a:spcBef>
            </a:pPr>
            <a:r>
              <a:rPr sz="1750" spc="-70" dirty="0">
                <a:solidFill>
                  <a:srgbClr val="A5AAA8"/>
                </a:solidFill>
                <a:latin typeface="Arial"/>
                <a:cs typeface="Arial"/>
              </a:rPr>
              <a:t>•</a:t>
            </a:r>
            <a:endParaRPr sz="17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10"/>
              </a:spcBef>
            </a:pPr>
            <a:r>
              <a:rPr sz="1750" spc="-70" dirty="0">
                <a:solidFill>
                  <a:srgbClr val="CFCFCF"/>
                </a:solidFill>
                <a:latin typeface="Arial"/>
                <a:cs typeface="Arial"/>
              </a:rPr>
              <a:t>•</a:t>
            </a:r>
            <a:endParaRPr sz="1750">
              <a:latin typeface="Arial"/>
              <a:cs typeface="Arial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4544623" y="8525742"/>
            <a:ext cx="102235" cy="0"/>
          </a:xfrm>
          <a:custGeom>
            <a:avLst/>
            <a:gdLst/>
            <a:ahLst/>
            <a:cxnLst/>
            <a:rect l="l" t="t" r="r" b="b"/>
            <a:pathLst>
              <a:path w="102235">
                <a:moveTo>
                  <a:pt x="0" y="0"/>
                </a:moveTo>
                <a:lnTo>
                  <a:pt x="101882" y="0"/>
                </a:lnTo>
              </a:path>
            </a:pathLst>
          </a:custGeom>
          <a:ln w="12762">
            <a:solidFill>
              <a:srgbClr val="7E603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 txBox="1"/>
          <p:nvPr/>
        </p:nvSpPr>
        <p:spPr>
          <a:xfrm>
            <a:off x="4531922" y="8040824"/>
            <a:ext cx="161925" cy="5924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700" spc="-160" dirty="0">
                <a:solidFill>
                  <a:srgbClr val="7E603B"/>
                </a:solidFill>
                <a:latin typeface="Arial"/>
                <a:cs typeface="Arial"/>
              </a:rPr>
              <a:t>-</a:t>
            </a:r>
            <a:endParaRPr sz="3700">
              <a:latin typeface="Arial"/>
              <a:cs typeface="Aria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1071759" y="8423705"/>
            <a:ext cx="829944" cy="4241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725805" algn="l"/>
              </a:tabLst>
            </a:pPr>
            <a:r>
              <a:rPr sz="2600" spc="-90" dirty="0">
                <a:solidFill>
                  <a:srgbClr val="957B54"/>
                </a:solidFill>
                <a:latin typeface="Times New Roman"/>
                <a:cs typeface="Times New Roman"/>
              </a:rPr>
              <a:t>.</a:t>
            </a:r>
            <a:r>
              <a:rPr sz="2600" spc="-110" dirty="0">
                <a:solidFill>
                  <a:srgbClr val="957B54"/>
                </a:solidFill>
                <a:latin typeface="Times New Roman"/>
                <a:cs typeface="Times New Roman"/>
              </a:rPr>
              <a:t> </a:t>
            </a:r>
            <a:r>
              <a:rPr sz="2600" spc="-25" dirty="0">
                <a:solidFill>
                  <a:srgbClr val="957B54"/>
                </a:solidFill>
                <a:latin typeface="Times New Roman"/>
                <a:cs typeface="Times New Roman"/>
              </a:rPr>
              <a:t>.·</a:t>
            </a:r>
            <a:r>
              <a:rPr sz="2600" spc="-25" dirty="0">
                <a:solidFill>
                  <a:srgbClr val="7E603B"/>
                </a:solidFill>
                <a:latin typeface="Times New Roman"/>
                <a:cs typeface="Times New Roman"/>
              </a:rPr>
              <a:t>·</a:t>
            </a:r>
            <a:r>
              <a:rPr sz="2600" dirty="0">
                <a:solidFill>
                  <a:srgbClr val="7E603B"/>
                </a:solidFill>
                <a:latin typeface="Times New Roman"/>
                <a:cs typeface="Times New Roman"/>
              </a:rPr>
              <a:t>	</a:t>
            </a:r>
            <a:r>
              <a:rPr sz="2600" spc="15" dirty="0">
                <a:solidFill>
                  <a:srgbClr val="957B54"/>
                </a:solidFill>
                <a:latin typeface="Times New Roman"/>
                <a:cs typeface="Times New Roman"/>
              </a:rPr>
              <a:t>.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2396299" y="8423705"/>
            <a:ext cx="2926715" cy="4241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  <a:tabLst>
                <a:tab pos="674370" algn="l"/>
                <a:tab pos="1222375" algn="l"/>
                <a:tab pos="1955164" algn="l"/>
                <a:tab pos="2506980" algn="l"/>
              </a:tabLst>
            </a:pPr>
            <a:r>
              <a:rPr sz="2600" spc="-300" dirty="0">
                <a:solidFill>
                  <a:srgbClr val="60492D"/>
                </a:solidFill>
                <a:latin typeface="Times New Roman"/>
                <a:cs typeface="Times New Roman"/>
              </a:rPr>
              <a:t>.,.,</a:t>
            </a:r>
            <a:r>
              <a:rPr sz="2600" spc="-1185" dirty="0">
                <a:solidFill>
                  <a:srgbClr val="60492D"/>
                </a:solidFill>
                <a:latin typeface="Times New Roman"/>
                <a:cs typeface="Times New Roman"/>
              </a:rPr>
              <a:t>_</a:t>
            </a:r>
            <a:r>
              <a:rPr sz="2600" spc="-300" dirty="0">
                <a:solidFill>
                  <a:srgbClr val="60492D"/>
                </a:solidFill>
                <a:latin typeface="Times New Roman"/>
                <a:cs typeface="Times New Roman"/>
              </a:rPr>
              <a:t>..</a:t>
            </a:r>
            <a:r>
              <a:rPr sz="2600" spc="-260" dirty="0">
                <a:solidFill>
                  <a:srgbClr val="60492D"/>
                </a:solidFill>
                <a:latin typeface="Times New Roman"/>
                <a:cs typeface="Times New Roman"/>
              </a:rPr>
              <a:t>.</a:t>
            </a:r>
            <a:r>
              <a:rPr sz="2600" spc="-300" dirty="0">
                <a:solidFill>
                  <a:srgbClr val="60492D"/>
                </a:solidFill>
                <a:latin typeface="Times New Roman"/>
                <a:cs typeface="Times New Roman"/>
              </a:rPr>
              <a:t>..,</a:t>
            </a:r>
            <a:r>
              <a:rPr sz="2600" dirty="0">
                <a:solidFill>
                  <a:srgbClr val="60492D"/>
                </a:solidFill>
                <a:latin typeface="Times New Roman"/>
                <a:cs typeface="Times New Roman"/>
              </a:rPr>
              <a:t>	</a:t>
            </a:r>
            <a:r>
              <a:rPr sz="2600" spc="-50" dirty="0">
                <a:solidFill>
                  <a:srgbClr val="7E603B"/>
                </a:solidFill>
                <a:latin typeface="Times New Roman"/>
                <a:cs typeface="Times New Roman"/>
              </a:rPr>
              <a:t>.</a:t>
            </a:r>
            <a:r>
              <a:rPr sz="2600" dirty="0">
                <a:solidFill>
                  <a:srgbClr val="7E603B"/>
                </a:solidFill>
                <a:latin typeface="Times New Roman"/>
                <a:cs typeface="Times New Roman"/>
              </a:rPr>
              <a:t>	</a:t>
            </a:r>
            <a:r>
              <a:rPr sz="2600" spc="-195" dirty="0">
                <a:solidFill>
                  <a:srgbClr val="957B54"/>
                </a:solidFill>
                <a:latin typeface="Times New Roman"/>
                <a:cs typeface="Times New Roman"/>
              </a:rPr>
              <a:t>.-</a:t>
            </a:r>
            <a:r>
              <a:rPr sz="2600" spc="-1065" dirty="0">
                <a:solidFill>
                  <a:srgbClr val="60492D"/>
                </a:solidFill>
                <a:latin typeface="Times New Roman"/>
                <a:cs typeface="Times New Roman"/>
              </a:rPr>
              <a:t>0</a:t>
            </a:r>
            <a:r>
              <a:rPr sz="2600" spc="-5" dirty="0">
                <a:solidFill>
                  <a:srgbClr val="957B54"/>
                </a:solidFill>
                <a:latin typeface="Times New Roman"/>
                <a:cs typeface="Times New Roman"/>
              </a:rPr>
              <a:t>.</a:t>
            </a:r>
            <a:r>
              <a:rPr sz="2600" dirty="0">
                <a:solidFill>
                  <a:srgbClr val="957B54"/>
                </a:solidFill>
                <a:latin typeface="Times New Roman"/>
                <a:cs typeface="Times New Roman"/>
              </a:rPr>
              <a:t>	</a:t>
            </a:r>
            <a:r>
              <a:rPr sz="600" baseline="125000" dirty="0">
                <a:solidFill>
                  <a:srgbClr val="957B54"/>
                </a:solidFill>
                <a:latin typeface="Arial"/>
                <a:cs typeface="Arial"/>
              </a:rPr>
              <a:t>0</a:t>
            </a:r>
            <a:r>
              <a:rPr sz="1900" spc="-5" dirty="0">
                <a:solidFill>
                  <a:srgbClr val="60492D"/>
                </a:solidFill>
                <a:latin typeface="Times New Roman"/>
                <a:cs typeface="Times New Roman"/>
              </a:rPr>
              <a:t>/i</a:t>
            </a:r>
            <a:r>
              <a:rPr sz="1900" dirty="0">
                <a:solidFill>
                  <a:srgbClr val="60492D"/>
                </a:solidFill>
                <a:latin typeface="Times New Roman"/>
                <a:cs typeface="Times New Roman"/>
              </a:rPr>
              <a:t>l</a:t>
            </a:r>
            <a:r>
              <a:rPr sz="1900" spc="325" dirty="0">
                <a:solidFill>
                  <a:srgbClr val="60492D"/>
                </a:solidFill>
                <a:latin typeface="Times New Roman"/>
                <a:cs typeface="Times New Roman"/>
              </a:rPr>
              <a:t> </a:t>
            </a:r>
            <a:r>
              <a:rPr sz="1900" spc="-50" dirty="0">
                <a:solidFill>
                  <a:srgbClr val="7E603B"/>
                </a:solidFill>
                <a:latin typeface="Times New Roman"/>
                <a:cs typeface="Times New Roman"/>
              </a:rPr>
              <a:t>·</a:t>
            </a:r>
            <a:r>
              <a:rPr sz="1900" dirty="0">
                <a:solidFill>
                  <a:srgbClr val="7E603B"/>
                </a:solidFill>
                <a:latin typeface="Times New Roman"/>
                <a:cs typeface="Times New Roman"/>
              </a:rPr>
              <a:t>	</a:t>
            </a:r>
            <a:r>
              <a:rPr sz="2600" spc="-25" dirty="0">
                <a:solidFill>
                  <a:srgbClr val="60492D"/>
                </a:solidFill>
                <a:latin typeface="Times New Roman"/>
                <a:cs typeface="Times New Roman"/>
              </a:rPr>
              <a:t>Ci</a:t>
            </a:r>
            <a:r>
              <a:rPr sz="2600" spc="-25" dirty="0">
                <a:solidFill>
                  <a:srgbClr val="957B54"/>
                </a:solidFill>
                <a:latin typeface="Times New Roman"/>
                <a:cs typeface="Times New Roman"/>
              </a:rPr>
              <a:t>.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1091066" y="8564095"/>
            <a:ext cx="1243330" cy="5619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966469" algn="l"/>
              </a:tabLst>
            </a:pPr>
            <a:r>
              <a:rPr sz="3500" b="1" spc="-300" dirty="0">
                <a:solidFill>
                  <a:srgbClr val="60492D"/>
                </a:solidFill>
                <a:latin typeface="Times New Roman"/>
                <a:cs typeface="Times New Roman"/>
              </a:rPr>
              <a:t>O</a:t>
            </a:r>
            <a:r>
              <a:rPr sz="3500" b="1" spc="-100" dirty="0">
                <a:solidFill>
                  <a:srgbClr val="60492D"/>
                </a:solidFill>
                <a:latin typeface="Times New Roman"/>
                <a:cs typeface="Times New Roman"/>
              </a:rPr>
              <a:t> </a:t>
            </a:r>
            <a:r>
              <a:rPr sz="3500" b="1" spc="-50" dirty="0">
                <a:solidFill>
                  <a:srgbClr val="60492D"/>
                </a:solidFill>
                <a:latin typeface="Times New Roman"/>
                <a:cs typeface="Times New Roman"/>
              </a:rPr>
              <a:t>o</a:t>
            </a:r>
            <a:r>
              <a:rPr sz="3500" b="1" dirty="0">
                <a:solidFill>
                  <a:srgbClr val="60492D"/>
                </a:solidFill>
                <a:latin typeface="Times New Roman"/>
                <a:cs typeface="Times New Roman"/>
              </a:rPr>
              <a:t>	</a:t>
            </a:r>
            <a:r>
              <a:rPr sz="3500" dirty="0">
                <a:solidFill>
                  <a:srgbClr val="7E603B"/>
                </a:solidFill>
                <a:latin typeface="Times New Roman"/>
                <a:cs typeface="Times New Roman"/>
              </a:rPr>
              <a:t>'</a:t>
            </a:r>
            <a:r>
              <a:rPr sz="3500" spc="-215" dirty="0">
                <a:solidFill>
                  <a:srgbClr val="7E603B"/>
                </a:solidFill>
                <a:latin typeface="Times New Roman"/>
                <a:cs typeface="Times New Roman"/>
              </a:rPr>
              <a:t> </a:t>
            </a:r>
            <a:r>
              <a:rPr sz="3500" spc="-50" dirty="0">
                <a:solidFill>
                  <a:srgbClr val="60492D"/>
                </a:solidFill>
                <a:latin typeface="Times New Roman"/>
                <a:cs typeface="Times New Roman"/>
              </a:rPr>
              <a:t>.</a:t>
            </a:r>
            <a:endParaRPr sz="3500">
              <a:latin typeface="Times New Roman"/>
              <a:cs typeface="Times New Roman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2786176" y="8615147"/>
            <a:ext cx="2950845" cy="5003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  <a:tabLst>
                <a:tab pos="1420495" algn="l"/>
              </a:tabLst>
            </a:pPr>
            <a:r>
              <a:rPr sz="3100" b="1" spc="1145" dirty="0">
                <a:solidFill>
                  <a:srgbClr val="60492D"/>
                </a:solidFill>
                <a:latin typeface="Times New Roman"/>
                <a:cs typeface="Times New Roman"/>
              </a:rPr>
              <a:t>w</a:t>
            </a:r>
            <a:r>
              <a:rPr sz="3100" b="1" spc="1145" dirty="0">
                <a:solidFill>
                  <a:srgbClr val="7E603B"/>
                </a:solidFill>
                <a:latin typeface="Times New Roman"/>
                <a:cs typeface="Times New Roman"/>
              </a:rPr>
              <a:t>.</a:t>
            </a:r>
            <a:r>
              <a:rPr sz="3100" b="1" spc="1145" dirty="0">
                <a:solidFill>
                  <a:srgbClr val="60492D"/>
                </a:solidFill>
                <a:latin typeface="Times New Roman"/>
                <a:cs typeface="Times New Roman"/>
              </a:rPr>
              <a:t>0</a:t>
            </a:r>
            <a:r>
              <a:rPr sz="3100" b="1" dirty="0">
                <a:solidFill>
                  <a:srgbClr val="60492D"/>
                </a:solidFill>
                <a:latin typeface="Times New Roman"/>
                <a:cs typeface="Times New Roman"/>
              </a:rPr>
              <a:t>	</a:t>
            </a:r>
            <a:r>
              <a:rPr sz="3100" b="1" spc="994" dirty="0">
                <a:solidFill>
                  <a:srgbClr val="7E603B"/>
                </a:solidFill>
                <a:latin typeface="Times New Roman"/>
                <a:cs typeface="Times New Roman"/>
              </a:rPr>
              <a:t>o</a:t>
            </a:r>
            <a:r>
              <a:rPr sz="3100" b="1" spc="994" dirty="0">
                <a:solidFill>
                  <a:srgbClr val="60492D"/>
                </a:solidFill>
                <a:latin typeface="Times New Roman"/>
                <a:cs typeface="Times New Roman"/>
              </a:rPr>
              <a:t>-</a:t>
            </a:r>
            <a:r>
              <a:rPr sz="3100" b="1" spc="610" dirty="0">
                <a:solidFill>
                  <a:srgbClr val="7E603B"/>
                </a:solidFill>
                <a:latin typeface="Times New Roman"/>
                <a:cs typeface="Times New Roman"/>
              </a:rPr>
              <a:t>·</a:t>
            </a:r>
            <a:r>
              <a:rPr sz="1500" b="1" spc="914" baseline="50000" dirty="0">
                <a:solidFill>
                  <a:srgbClr val="60492D"/>
                </a:solidFill>
                <a:latin typeface="Arial"/>
                <a:cs typeface="Arial"/>
              </a:rPr>
              <a:t>0</a:t>
            </a:r>
            <a:r>
              <a:rPr sz="1500" b="1" spc="600" baseline="50000" dirty="0">
                <a:solidFill>
                  <a:srgbClr val="60492D"/>
                </a:solidFill>
                <a:latin typeface="Arial"/>
                <a:cs typeface="Arial"/>
              </a:rPr>
              <a:t> </a:t>
            </a:r>
            <a:r>
              <a:rPr sz="1500" b="1" spc="360" dirty="0">
                <a:solidFill>
                  <a:srgbClr val="60492D"/>
                </a:solidFill>
                <a:latin typeface="Times New Roman"/>
                <a:cs typeface="Times New Roman"/>
              </a:rPr>
              <a:t>:a,.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1074128" y="8940596"/>
            <a:ext cx="895350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66065" algn="l"/>
                <a:tab pos="775970" algn="l"/>
              </a:tabLst>
            </a:pPr>
            <a:r>
              <a:rPr sz="1200" spc="270" dirty="0">
                <a:solidFill>
                  <a:srgbClr val="7E603B"/>
                </a:solidFill>
                <a:latin typeface="Times New Roman"/>
                <a:cs typeface="Times New Roman"/>
              </a:rPr>
              <a:t>•</a:t>
            </a:r>
            <a:r>
              <a:rPr sz="1200" dirty="0">
                <a:solidFill>
                  <a:srgbClr val="7E603B"/>
                </a:solidFill>
                <a:latin typeface="Times New Roman"/>
                <a:cs typeface="Times New Roman"/>
              </a:rPr>
              <a:t>	</a:t>
            </a:r>
            <a:r>
              <a:rPr sz="1350" spc="310" dirty="0">
                <a:solidFill>
                  <a:srgbClr val="7E603B"/>
                </a:solidFill>
                <a:latin typeface="Arial"/>
                <a:cs typeface="Arial"/>
              </a:rPr>
              <a:t>•</a:t>
            </a:r>
            <a:r>
              <a:rPr sz="1350" dirty="0">
                <a:solidFill>
                  <a:srgbClr val="7E603B"/>
                </a:solidFill>
                <a:latin typeface="Arial"/>
                <a:cs typeface="Arial"/>
              </a:rPr>
              <a:t>	</a:t>
            </a:r>
            <a:r>
              <a:rPr sz="1350" spc="310" dirty="0">
                <a:solidFill>
                  <a:srgbClr val="7E603B"/>
                </a:solidFill>
                <a:latin typeface="Arial"/>
                <a:cs typeface="Arial"/>
              </a:rPr>
              <a:t>•</a:t>
            </a:r>
            <a:endParaRPr sz="1350">
              <a:latin typeface="Arial"/>
              <a:cs typeface="Arial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3813614" y="8915070"/>
            <a:ext cx="385445" cy="2628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01625" algn="l"/>
              </a:tabLst>
            </a:pPr>
            <a:r>
              <a:rPr sz="1000" spc="215" dirty="0">
                <a:solidFill>
                  <a:srgbClr val="7E603B"/>
                </a:solidFill>
                <a:latin typeface="Times New Roman"/>
                <a:cs typeface="Times New Roman"/>
              </a:rPr>
              <a:t>•</a:t>
            </a:r>
            <a:r>
              <a:rPr sz="1000" dirty="0">
                <a:solidFill>
                  <a:srgbClr val="7E603B"/>
                </a:solidFill>
                <a:latin typeface="Times New Roman"/>
                <a:cs typeface="Times New Roman"/>
              </a:rPr>
              <a:t>	</a:t>
            </a:r>
            <a:r>
              <a:rPr sz="1550" spc="-50" dirty="0">
                <a:solidFill>
                  <a:srgbClr val="7E603B"/>
                </a:solidFill>
                <a:latin typeface="Arial"/>
                <a:cs typeface="Arial"/>
              </a:rPr>
              <a:t>•</a:t>
            </a:r>
            <a:endParaRPr sz="1550">
              <a:latin typeface="Arial"/>
              <a:cs typeface="Arial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7544255" y="8044547"/>
            <a:ext cx="5626100" cy="1114425"/>
          </a:xfrm>
          <a:prstGeom prst="rect">
            <a:avLst/>
          </a:prstGeom>
        </p:spPr>
        <p:txBody>
          <a:bodyPr vert="horz" wrap="square" lIns="0" tIns="144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35"/>
              </a:spcBef>
            </a:pPr>
            <a:r>
              <a:rPr sz="1750" b="1" spc="50" dirty="0">
                <a:solidFill>
                  <a:srgbClr val="60839A"/>
                </a:solidFill>
                <a:latin typeface="Arial"/>
                <a:cs typeface="Arial"/>
              </a:rPr>
              <a:t>Soil</a:t>
            </a:r>
            <a:r>
              <a:rPr sz="1750" b="1" spc="-185" dirty="0">
                <a:solidFill>
                  <a:srgbClr val="60839A"/>
                </a:solidFill>
                <a:latin typeface="Arial"/>
                <a:cs typeface="Arial"/>
              </a:rPr>
              <a:t> </a:t>
            </a:r>
            <a:r>
              <a:rPr sz="1750" b="1" dirty="0">
                <a:solidFill>
                  <a:srgbClr val="60839A"/>
                </a:solidFill>
                <a:latin typeface="Arial"/>
                <a:cs typeface="Arial"/>
              </a:rPr>
              <a:t>Organic</a:t>
            </a:r>
            <a:r>
              <a:rPr sz="1750" b="1" spc="-35" dirty="0">
                <a:solidFill>
                  <a:srgbClr val="60839A"/>
                </a:solidFill>
                <a:latin typeface="Arial"/>
                <a:cs typeface="Arial"/>
              </a:rPr>
              <a:t> </a:t>
            </a:r>
            <a:r>
              <a:rPr sz="1750" b="1" spc="55" dirty="0">
                <a:solidFill>
                  <a:srgbClr val="60839A"/>
                </a:solidFill>
                <a:latin typeface="Arial"/>
                <a:cs typeface="Arial"/>
              </a:rPr>
              <a:t>Carbon</a:t>
            </a:r>
            <a:r>
              <a:rPr sz="1750" b="1" spc="25" dirty="0">
                <a:solidFill>
                  <a:srgbClr val="60839A"/>
                </a:solidFill>
                <a:latin typeface="Arial"/>
                <a:cs typeface="Arial"/>
              </a:rPr>
              <a:t> </a:t>
            </a:r>
            <a:r>
              <a:rPr sz="1750" b="1" spc="-10" dirty="0">
                <a:solidFill>
                  <a:srgbClr val="60839A"/>
                </a:solidFill>
                <a:latin typeface="Arial"/>
                <a:cs typeface="Arial"/>
              </a:rPr>
              <a:t>Stock</a:t>
            </a:r>
            <a:endParaRPr sz="1750">
              <a:latin typeface="Arial"/>
              <a:cs typeface="Arial"/>
            </a:endParaRPr>
          </a:p>
          <a:p>
            <a:pPr marL="247015" marR="5080" indent="-15875">
              <a:lnSpc>
                <a:spcPct val="102400"/>
              </a:lnSpc>
              <a:spcBef>
                <a:spcPts val="1010"/>
              </a:spcBef>
            </a:pPr>
            <a:r>
              <a:rPr sz="1800" spc="85" dirty="0">
                <a:solidFill>
                  <a:srgbClr val="828382"/>
                </a:solidFill>
                <a:latin typeface="Arial"/>
                <a:cs typeface="Arial"/>
              </a:rPr>
              <a:t>The</a:t>
            </a:r>
            <a:r>
              <a:rPr sz="1800" spc="-165" dirty="0">
                <a:solidFill>
                  <a:srgbClr val="828382"/>
                </a:solidFill>
                <a:latin typeface="Arial"/>
                <a:cs typeface="Arial"/>
              </a:rPr>
              <a:t> </a:t>
            </a:r>
            <a:r>
              <a:rPr sz="1800" spc="175" dirty="0">
                <a:solidFill>
                  <a:srgbClr val="828382"/>
                </a:solidFill>
                <a:latin typeface="Arial"/>
                <a:cs typeface="Arial"/>
              </a:rPr>
              <a:t>total</a:t>
            </a:r>
            <a:r>
              <a:rPr sz="1800" spc="-245" dirty="0">
                <a:solidFill>
                  <a:srgbClr val="828382"/>
                </a:solidFill>
                <a:latin typeface="Arial"/>
                <a:cs typeface="Arial"/>
              </a:rPr>
              <a:t> </a:t>
            </a:r>
            <a:r>
              <a:rPr sz="1800" spc="105" dirty="0">
                <a:solidFill>
                  <a:srgbClr val="828382"/>
                </a:solidFill>
                <a:latin typeface="Arial"/>
                <a:cs typeface="Arial"/>
              </a:rPr>
              <a:t>amount</a:t>
            </a:r>
            <a:r>
              <a:rPr sz="1800" spc="-50" dirty="0">
                <a:solidFill>
                  <a:srgbClr val="828382"/>
                </a:solidFill>
                <a:latin typeface="Arial"/>
                <a:cs typeface="Arial"/>
              </a:rPr>
              <a:t> </a:t>
            </a:r>
            <a:r>
              <a:rPr sz="1800" spc="80" dirty="0">
                <a:solidFill>
                  <a:srgbClr val="828382"/>
                </a:solidFill>
                <a:latin typeface="Arial"/>
                <a:cs typeface="Arial"/>
              </a:rPr>
              <a:t>of</a:t>
            </a:r>
            <a:r>
              <a:rPr sz="1800" spc="140" dirty="0">
                <a:solidFill>
                  <a:srgbClr val="828382"/>
                </a:solidFill>
                <a:latin typeface="Arial"/>
                <a:cs typeface="Arial"/>
              </a:rPr>
              <a:t> </a:t>
            </a:r>
            <a:r>
              <a:rPr sz="1800" spc="114" dirty="0">
                <a:solidFill>
                  <a:srgbClr val="828382"/>
                </a:solidFill>
                <a:latin typeface="Arial"/>
                <a:cs typeface="Arial"/>
              </a:rPr>
              <a:t>carbon</a:t>
            </a:r>
            <a:r>
              <a:rPr sz="1800" spc="-95" dirty="0">
                <a:solidFill>
                  <a:srgbClr val="828382"/>
                </a:solidFill>
                <a:latin typeface="Arial"/>
                <a:cs typeface="Arial"/>
              </a:rPr>
              <a:t> </a:t>
            </a:r>
            <a:r>
              <a:rPr sz="1800" spc="95" dirty="0">
                <a:solidFill>
                  <a:srgbClr val="828382"/>
                </a:solidFill>
                <a:latin typeface="Arial"/>
                <a:cs typeface="Arial"/>
              </a:rPr>
              <a:t>stored</a:t>
            </a:r>
            <a:r>
              <a:rPr sz="1800" spc="-55" dirty="0">
                <a:solidFill>
                  <a:srgbClr val="828382"/>
                </a:solidFill>
                <a:latin typeface="Arial"/>
                <a:cs typeface="Arial"/>
              </a:rPr>
              <a:t> </a:t>
            </a:r>
            <a:r>
              <a:rPr sz="1800" spc="80" dirty="0">
                <a:solidFill>
                  <a:srgbClr val="6D6D6D"/>
                </a:solidFill>
                <a:latin typeface="Arial"/>
                <a:cs typeface="Arial"/>
              </a:rPr>
              <a:t>in</a:t>
            </a:r>
            <a:r>
              <a:rPr sz="1800" spc="10" dirty="0">
                <a:solidFill>
                  <a:srgbClr val="6D6D6D"/>
                </a:solidFill>
                <a:latin typeface="Arial"/>
                <a:cs typeface="Arial"/>
              </a:rPr>
              <a:t> </a:t>
            </a:r>
            <a:r>
              <a:rPr sz="1800" spc="140" dirty="0">
                <a:solidFill>
                  <a:srgbClr val="828382"/>
                </a:solidFill>
                <a:latin typeface="Arial"/>
                <a:cs typeface="Arial"/>
              </a:rPr>
              <a:t>soil</a:t>
            </a:r>
            <a:r>
              <a:rPr sz="1800" spc="-270" dirty="0">
                <a:solidFill>
                  <a:srgbClr val="828382"/>
                </a:solidFill>
                <a:latin typeface="Arial"/>
                <a:cs typeface="Arial"/>
              </a:rPr>
              <a:t> </a:t>
            </a:r>
            <a:r>
              <a:rPr sz="1800" spc="50" dirty="0">
                <a:solidFill>
                  <a:srgbClr val="828382"/>
                </a:solidFill>
                <a:latin typeface="Arial"/>
                <a:cs typeface="Arial"/>
              </a:rPr>
              <a:t>organic </a:t>
            </a:r>
            <a:r>
              <a:rPr sz="1800" spc="114" dirty="0">
                <a:solidFill>
                  <a:srgbClr val="828382"/>
                </a:solidFill>
                <a:latin typeface="Arial"/>
                <a:cs typeface="Arial"/>
              </a:rPr>
              <a:t>matter</a:t>
            </a:r>
            <a:r>
              <a:rPr sz="1800" spc="5" dirty="0">
                <a:solidFill>
                  <a:srgbClr val="828382"/>
                </a:solidFill>
                <a:latin typeface="Arial"/>
                <a:cs typeface="Arial"/>
              </a:rPr>
              <a:t> </a:t>
            </a:r>
            <a:r>
              <a:rPr sz="1800" spc="125" dirty="0">
                <a:solidFill>
                  <a:srgbClr val="828382"/>
                </a:solidFill>
                <a:latin typeface="Arial"/>
                <a:cs typeface="Arial"/>
              </a:rPr>
              <a:t>within</a:t>
            </a:r>
            <a:r>
              <a:rPr sz="1800" spc="-140" dirty="0">
                <a:solidFill>
                  <a:srgbClr val="828382"/>
                </a:solidFill>
                <a:latin typeface="Arial"/>
                <a:cs typeface="Arial"/>
              </a:rPr>
              <a:t> </a:t>
            </a:r>
            <a:r>
              <a:rPr sz="1800" spc="170" dirty="0">
                <a:solidFill>
                  <a:srgbClr val="828382"/>
                </a:solidFill>
                <a:latin typeface="Arial"/>
                <a:cs typeface="Arial"/>
              </a:rPr>
              <a:t>a</a:t>
            </a:r>
            <a:r>
              <a:rPr sz="1800" spc="-160" dirty="0">
                <a:solidFill>
                  <a:srgbClr val="828382"/>
                </a:solidFill>
                <a:latin typeface="Arial"/>
                <a:cs typeface="Arial"/>
              </a:rPr>
              <a:t> </a:t>
            </a:r>
            <a:r>
              <a:rPr sz="1800" spc="80" dirty="0">
                <a:solidFill>
                  <a:srgbClr val="828382"/>
                </a:solidFill>
                <a:latin typeface="Arial"/>
                <a:cs typeface="Arial"/>
              </a:rPr>
              <a:t>specific</a:t>
            </a:r>
            <a:r>
              <a:rPr sz="1800" spc="40" dirty="0">
                <a:solidFill>
                  <a:srgbClr val="828382"/>
                </a:solidFill>
                <a:latin typeface="Arial"/>
                <a:cs typeface="Arial"/>
              </a:rPr>
              <a:t> </a:t>
            </a:r>
            <a:r>
              <a:rPr sz="1800" spc="140" dirty="0">
                <a:solidFill>
                  <a:srgbClr val="828382"/>
                </a:solidFill>
                <a:latin typeface="Arial"/>
                <a:cs typeface="Arial"/>
              </a:rPr>
              <a:t>depth</a:t>
            </a:r>
            <a:r>
              <a:rPr sz="1800" spc="-120" dirty="0">
                <a:solidFill>
                  <a:srgbClr val="828382"/>
                </a:solidFill>
                <a:latin typeface="Arial"/>
                <a:cs typeface="Arial"/>
              </a:rPr>
              <a:t> </a:t>
            </a:r>
            <a:r>
              <a:rPr sz="1800" spc="155" dirty="0">
                <a:solidFill>
                  <a:srgbClr val="828382"/>
                </a:solidFill>
                <a:latin typeface="Arial"/>
                <a:cs typeface="Arial"/>
              </a:rPr>
              <a:t>and</a:t>
            </a:r>
            <a:r>
              <a:rPr sz="1800" spc="-285" dirty="0">
                <a:solidFill>
                  <a:srgbClr val="828382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828382"/>
                </a:solidFill>
                <a:latin typeface="Arial"/>
                <a:cs typeface="Arial"/>
              </a:rPr>
              <a:t>area.</a:t>
            </a:r>
            <a:endParaRPr sz="1800">
              <a:latin typeface="Arial"/>
              <a:cs typeface="Arial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13403986" y="7811096"/>
            <a:ext cx="227329" cy="3016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00" spc="-25" dirty="0">
                <a:solidFill>
                  <a:srgbClr val="A5AAA8"/>
                </a:solidFill>
                <a:latin typeface="Arial"/>
                <a:cs typeface="Arial"/>
              </a:rPr>
              <a:t>,,.</a:t>
            </a:r>
            <a:endParaRPr sz="1800">
              <a:latin typeface="Arial"/>
              <a:cs typeface="Arial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13338326" y="8245027"/>
            <a:ext cx="98425" cy="4241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600" spc="-295" dirty="0">
                <a:solidFill>
                  <a:srgbClr val="A5AAA8"/>
                </a:solidFill>
                <a:latin typeface="Times New Roman"/>
                <a:cs typeface="Times New Roman"/>
              </a:rPr>
              <a:t>I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73" name="object 73"/>
          <p:cNvSpPr/>
          <p:nvPr/>
        </p:nvSpPr>
        <p:spPr>
          <a:xfrm>
            <a:off x="15113089" y="7735607"/>
            <a:ext cx="101600" cy="499109"/>
          </a:xfrm>
          <a:custGeom>
            <a:avLst/>
            <a:gdLst/>
            <a:ahLst/>
            <a:cxnLst/>
            <a:rect l="l" t="t" r="r" b="b"/>
            <a:pathLst>
              <a:path w="101600" h="499109">
                <a:moveTo>
                  <a:pt x="101485" y="189357"/>
                </a:moveTo>
                <a:lnTo>
                  <a:pt x="87769" y="189357"/>
                </a:lnTo>
                <a:lnTo>
                  <a:pt x="87769" y="167944"/>
                </a:lnTo>
                <a:lnTo>
                  <a:pt x="56286" y="167944"/>
                </a:lnTo>
                <a:lnTo>
                  <a:pt x="56286" y="0"/>
                </a:lnTo>
                <a:lnTo>
                  <a:pt x="30822" y="0"/>
                </a:lnTo>
                <a:lnTo>
                  <a:pt x="30822" y="262331"/>
                </a:lnTo>
                <a:lnTo>
                  <a:pt x="0" y="262331"/>
                </a:lnTo>
                <a:lnTo>
                  <a:pt x="0" y="416953"/>
                </a:lnTo>
                <a:lnTo>
                  <a:pt x="49568" y="416953"/>
                </a:lnTo>
                <a:lnTo>
                  <a:pt x="49568" y="498754"/>
                </a:lnTo>
                <a:lnTo>
                  <a:pt x="87769" y="498754"/>
                </a:lnTo>
                <a:lnTo>
                  <a:pt x="87769" y="441820"/>
                </a:lnTo>
                <a:lnTo>
                  <a:pt x="101485" y="441820"/>
                </a:lnTo>
                <a:lnTo>
                  <a:pt x="101485" y="189357"/>
                </a:lnTo>
                <a:close/>
              </a:path>
            </a:pathLst>
          </a:custGeom>
          <a:solidFill>
            <a:srgbClr val="D6EB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 txBox="1"/>
          <p:nvPr/>
        </p:nvSpPr>
        <p:spPr>
          <a:xfrm>
            <a:off x="14975611" y="7734520"/>
            <a:ext cx="321310" cy="3778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2300" spc="-700" dirty="0">
                <a:solidFill>
                  <a:srgbClr val="8E9A90"/>
                </a:solidFill>
                <a:latin typeface="Arial"/>
                <a:cs typeface="Arial"/>
              </a:rPr>
              <a:t>.</a:t>
            </a:r>
            <a:r>
              <a:rPr sz="2850" spc="-937" baseline="-26315" dirty="0">
                <a:solidFill>
                  <a:srgbClr val="8E9A90"/>
                </a:solidFill>
                <a:latin typeface="Arial"/>
                <a:cs typeface="Arial"/>
              </a:rPr>
              <a:t>.</a:t>
            </a:r>
            <a:r>
              <a:rPr sz="2700" spc="-217" baseline="-18518" dirty="0">
                <a:solidFill>
                  <a:srgbClr val="8E9A90"/>
                </a:solidFill>
                <a:latin typeface="Arial"/>
                <a:cs typeface="Arial"/>
              </a:rPr>
              <a:t>.</a:t>
            </a:r>
            <a:r>
              <a:rPr sz="2850" spc="-742" baseline="-26315" dirty="0">
                <a:solidFill>
                  <a:srgbClr val="8E9A90"/>
                </a:solidFill>
                <a:latin typeface="Arial"/>
                <a:cs typeface="Arial"/>
              </a:rPr>
              <a:t>.</a:t>
            </a:r>
            <a:r>
              <a:rPr sz="2300" spc="-100" dirty="0">
                <a:solidFill>
                  <a:srgbClr val="8E9A90"/>
                </a:solidFill>
                <a:latin typeface="Arial"/>
                <a:cs typeface="Arial"/>
              </a:rPr>
              <a:t>.</a:t>
            </a:r>
            <a:r>
              <a:rPr sz="2300" spc="-90" dirty="0">
                <a:solidFill>
                  <a:srgbClr val="B8C1BA"/>
                </a:solidFill>
                <a:latin typeface="Arial"/>
                <a:cs typeface="Arial"/>
              </a:rPr>
              <a:t>.</a:t>
            </a:r>
            <a:r>
              <a:rPr sz="2850" spc="-150" baseline="-26315" dirty="0">
                <a:solidFill>
                  <a:srgbClr val="8E9A90"/>
                </a:solidFill>
                <a:latin typeface="Arial"/>
                <a:cs typeface="Arial"/>
              </a:rPr>
              <a:t>.</a:t>
            </a:r>
            <a:endParaRPr sz="2850" baseline="-26315">
              <a:latin typeface="Arial"/>
              <a:cs typeface="Arial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15083167" y="7936105"/>
            <a:ext cx="146685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805"/>
              </a:lnSpc>
            </a:pPr>
            <a:r>
              <a:rPr sz="900" spc="-265" dirty="0">
                <a:solidFill>
                  <a:srgbClr val="828382"/>
                </a:solidFill>
                <a:latin typeface="Times New Roman"/>
                <a:cs typeface="Times New Roman"/>
              </a:rPr>
              <a:t>.</a:t>
            </a:r>
            <a:r>
              <a:rPr sz="2625" spc="-397" baseline="-19047" dirty="0">
                <a:solidFill>
                  <a:srgbClr val="8E9A90"/>
                </a:solidFill>
                <a:latin typeface="Times New Roman"/>
                <a:cs typeface="Times New Roman"/>
              </a:rPr>
              <a:t>.</a:t>
            </a:r>
            <a:r>
              <a:rPr sz="900" spc="-265" dirty="0">
                <a:solidFill>
                  <a:srgbClr val="A5AAA8"/>
                </a:solidFill>
                <a:latin typeface="Times New Roman"/>
                <a:cs typeface="Times New Roman"/>
              </a:rPr>
              <a:t>,.</a:t>
            </a:r>
            <a:r>
              <a:rPr sz="2850" spc="-397" baseline="-8771" dirty="0">
                <a:solidFill>
                  <a:srgbClr val="8E9A90"/>
                </a:solidFill>
                <a:latin typeface="Arial"/>
                <a:cs typeface="Arial"/>
              </a:rPr>
              <a:t>.</a:t>
            </a:r>
            <a:r>
              <a:rPr sz="2850" spc="-397" baseline="-17543" dirty="0">
                <a:solidFill>
                  <a:srgbClr val="B8C1BA"/>
                </a:solidFill>
                <a:latin typeface="Arial"/>
                <a:cs typeface="Arial"/>
              </a:rPr>
              <a:t>.</a:t>
            </a:r>
            <a:r>
              <a:rPr sz="2850" spc="-397" baseline="-8771" dirty="0">
                <a:solidFill>
                  <a:srgbClr val="B8C1BA"/>
                </a:solidFill>
                <a:latin typeface="Arial"/>
                <a:cs typeface="Arial"/>
              </a:rPr>
              <a:t>.</a:t>
            </a:r>
            <a:r>
              <a:rPr sz="1450" spc="-265" dirty="0">
                <a:solidFill>
                  <a:srgbClr val="B8C1BA"/>
                </a:solidFill>
                <a:latin typeface="Arial"/>
                <a:cs typeface="Arial"/>
              </a:rPr>
              <a:t>.</a:t>
            </a:r>
            <a:endParaRPr sz="1450">
              <a:latin typeface="Arial"/>
              <a:cs typeface="Arial"/>
            </a:endParaRPr>
          </a:p>
        </p:txBody>
      </p:sp>
      <p:sp>
        <p:nvSpPr>
          <p:cNvPr id="76" name="object 76"/>
          <p:cNvSpPr/>
          <p:nvPr/>
        </p:nvSpPr>
        <p:spPr>
          <a:xfrm>
            <a:off x="15132964" y="7941829"/>
            <a:ext cx="38735" cy="330835"/>
          </a:xfrm>
          <a:custGeom>
            <a:avLst/>
            <a:gdLst/>
            <a:ahLst/>
            <a:cxnLst/>
            <a:rect l="l" t="t" r="r" b="b"/>
            <a:pathLst>
              <a:path w="38734" h="330834">
                <a:moveTo>
                  <a:pt x="38205" y="330820"/>
                </a:moveTo>
                <a:lnTo>
                  <a:pt x="0" y="330820"/>
                </a:lnTo>
                <a:lnTo>
                  <a:pt x="0" y="0"/>
                </a:lnTo>
                <a:lnTo>
                  <a:pt x="38205" y="0"/>
                </a:lnTo>
                <a:lnTo>
                  <a:pt x="38205" y="330820"/>
                </a:lnTo>
                <a:close/>
              </a:path>
            </a:pathLst>
          </a:custGeom>
          <a:solidFill>
            <a:srgbClr val="D6EB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 txBox="1"/>
          <p:nvPr/>
        </p:nvSpPr>
        <p:spPr>
          <a:xfrm>
            <a:off x="14744051" y="8171040"/>
            <a:ext cx="26034" cy="920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710"/>
              </a:lnSpc>
            </a:pPr>
            <a:r>
              <a:rPr sz="650" spc="-15" dirty="0">
                <a:solidFill>
                  <a:srgbClr val="B8C1BA"/>
                </a:solidFill>
                <a:latin typeface="Times New Roman"/>
                <a:cs typeface="Times New Roman"/>
              </a:rPr>
              <a:t>-</a:t>
            </a:r>
            <a:endParaRPr sz="650">
              <a:latin typeface="Times New Roman"/>
              <a:cs typeface="Times New Roman"/>
            </a:endParaRPr>
          </a:p>
        </p:txBody>
      </p:sp>
      <p:sp>
        <p:nvSpPr>
          <p:cNvPr id="78" name="object 78"/>
          <p:cNvSpPr/>
          <p:nvPr/>
        </p:nvSpPr>
        <p:spPr>
          <a:xfrm>
            <a:off x="14871713" y="8012782"/>
            <a:ext cx="38735" cy="300990"/>
          </a:xfrm>
          <a:custGeom>
            <a:avLst/>
            <a:gdLst/>
            <a:ahLst/>
            <a:cxnLst/>
            <a:rect l="l" t="t" r="r" b="b"/>
            <a:pathLst>
              <a:path w="38734" h="300990">
                <a:moveTo>
                  <a:pt x="38205" y="300668"/>
                </a:moveTo>
                <a:lnTo>
                  <a:pt x="0" y="300668"/>
                </a:lnTo>
                <a:lnTo>
                  <a:pt x="0" y="0"/>
                </a:lnTo>
                <a:lnTo>
                  <a:pt x="38205" y="0"/>
                </a:lnTo>
                <a:lnTo>
                  <a:pt x="38205" y="300668"/>
                </a:lnTo>
                <a:close/>
              </a:path>
            </a:pathLst>
          </a:custGeom>
          <a:solidFill>
            <a:srgbClr val="D6EB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14616613" y="8097506"/>
            <a:ext cx="26034" cy="243840"/>
          </a:xfrm>
          <a:custGeom>
            <a:avLst/>
            <a:gdLst/>
            <a:ahLst/>
            <a:cxnLst/>
            <a:rect l="l" t="t" r="r" b="b"/>
            <a:pathLst>
              <a:path w="26034" h="243840">
                <a:moveTo>
                  <a:pt x="25470" y="243762"/>
                </a:moveTo>
                <a:lnTo>
                  <a:pt x="0" y="243762"/>
                </a:lnTo>
                <a:lnTo>
                  <a:pt x="0" y="0"/>
                </a:lnTo>
                <a:lnTo>
                  <a:pt x="25470" y="0"/>
                </a:lnTo>
                <a:lnTo>
                  <a:pt x="25470" y="243762"/>
                </a:lnTo>
                <a:close/>
              </a:path>
            </a:pathLst>
          </a:custGeom>
          <a:solidFill>
            <a:srgbClr val="D6EB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14693470" y="8097506"/>
            <a:ext cx="115570" cy="243840"/>
          </a:xfrm>
          <a:custGeom>
            <a:avLst/>
            <a:gdLst/>
            <a:ahLst/>
            <a:cxnLst/>
            <a:rect l="l" t="t" r="r" b="b"/>
            <a:pathLst>
              <a:path w="115569" h="243840">
                <a:moveTo>
                  <a:pt x="115062" y="243762"/>
                </a:moveTo>
                <a:lnTo>
                  <a:pt x="0" y="243762"/>
                </a:lnTo>
                <a:lnTo>
                  <a:pt x="0" y="0"/>
                </a:lnTo>
                <a:lnTo>
                  <a:pt x="115062" y="0"/>
                </a:lnTo>
                <a:lnTo>
                  <a:pt x="115062" y="243762"/>
                </a:lnTo>
                <a:close/>
              </a:path>
            </a:pathLst>
          </a:custGeom>
          <a:solidFill>
            <a:srgbClr val="D6EB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15093125" y="8012785"/>
            <a:ext cx="122555" cy="328930"/>
          </a:xfrm>
          <a:custGeom>
            <a:avLst/>
            <a:gdLst/>
            <a:ahLst/>
            <a:cxnLst/>
            <a:rect l="l" t="t" r="r" b="b"/>
            <a:pathLst>
              <a:path w="122555" h="328929">
                <a:moveTo>
                  <a:pt x="122440" y="0"/>
                </a:moveTo>
                <a:lnTo>
                  <a:pt x="0" y="0"/>
                </a:lnTo>
                <a:lnTo>
                  <a:pt x="0" y="300672"/>
                </a:lnTo>
                <a:lnTo>
                  <a:pt x="33172" y="300672"/>
                </a:lnTo>
                <a:lnTo>
                  <a:pt x="33172" y="328485"/>
                </a:lnTo>
                <a:lnTo>
                  <a:pt x="97066" y="328485"/>
                </a:lnTo>
                <a:lnTo>
                  <a:pt x="97066" y="300672"/>
                </a:lnTo>
                <a:lnTo>
                  <a:pt x="122440" y="300672"/>
                </a:lnTo>
                <a:lnTo>
                  <a:pt x="122440" y="0"/>
                </a:lnTo>
                <a:close/>
              </a:path>
            </a:pathLst>
          </a:custGeom>
          <a:solidFill>
            <a:srgbClr val="D6EB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 txBox="1"/>
          <p:nvPr/>
        </p:nvSpPr>
        <p:spPr>
          <a:xfrm>
            <a:off x="14578507" y="8028061"/>
            <a:ext cx="701040" cy="3168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1400" spc="-225" dirty="0">
                <a:solidFill>
                  <a:srgbClr val="B8C1BA"/>
                </a:solidFill>
                <a:latin typeface="Arial"/>
                <a:cs typeface="Arial"/>
              </a:rPr>
              <a:t>.....</a:t>
            </a:r>
            <a:r>
              <a:rPr sz="1400" spc="-225" dirty="0">
                <a:solidFill>
                  <a:srgbClr val="828382"/>
                </a:solidFill>
                <a:latin typeface="Arial"/>
                <a:cs typeface="Arial"/>
              </a:rPr>
              <a:t>•.</a:t>
            </a:r>
            <a:r>
              <a:rPr sz="2625" spc="-337" baseline="9523" dirty="0">
                <a:solidFill>
                  <a:srgbClr val="A5AAA8"/>
                </a:solidFill>
                <a:latin typeface="Times New Roman"/>
                <a:cs typeface="Times New Roman"/>
              </a:rPr>
              <a:t>.</a:t>
            </a:r>
            <a:r>
              <a:rPr sz="1400" spc="-225" dirty="0">
                <a:solidFill>
                  <a:srgbClr val="828382"/>
                </a:solidFill>
                <a:latin typeface="Arial"/>
                <a:cs typeface="Arial"/>
              </a:rPr>
              <a:t>.</a:t>
            </a:r>
            <a:r>
              <a:rPr sz="2625" spc="-337" baseline="9523" dirty="0">
                <a:solidFill>
                  <a:srgbClr val="8E9A90"/>
                </a:solidFill>
                <a:latin typeface="Times New Roman"/>
                <a:cs typeface="Times New Roman"/>
              </a:rPr>
              <a:t>.</a:t>
            </a:r>
            <a:r>
              <a:rPr sz="1400" spc="-225" dirty="0">
                <a:solidFill>
                  <a:srgbClr val="828382"/>
                </a:solidFill>
                <a:latin typeface="Arial"/>
                <a:cs typeface="Arial"/>
              </a:rPr>
              <a:t>.</a:t>
            </a:r>
            <a:r>
              <a:rPr sz="2625" spc="-337" baseline="22222" dirty="0">
                <a:solidFill>
                  <a:srgbClr val="A5AAA8"/>
                </a:solidFill>
                <a:latin typeface="Times New Roman"/>
                <a:cs typeface="Times New Roman"/>
              </a:rPr>
              <a:t>.</a:t>
            </a:r>
            <a:r>
              <a:rPr sz="2625" spc="-337" baseline="9523" dirty="0">
                <a:solidFill>
                  <a:srgbClr val="8E9A90"/>
                </a:solidFill>
                <a:latin typeface="Times New Roman"/>
                <a:cs typeface="Times New Roman"/>
              </a:rPr>
              <a:t>.</a:t>
            </a:r>
            <a:r>
              <a:rPr sz="1400" spc="-225" dirty="0">
                <a:solidFill>
                  <a:srgbClr val="828382"/>
                </a:solidFill>
                <a:latin typeface="Arial"/>
                <a:cs typeface="Arial"/>
              </a:rPr>
              <a:t>.</a:t>
            </a:r>
            <a:r>
              <a:rPr sz="2625" spc="-337" baseline="9523" dirty="0">
                <a:solidFill>
                  <a:srgbClr val="8E9A90"/>
                </a:solidFill>
                <a:latin typeface="Times New Roman"/>
                <a:cs typeface="Times New Roman"/>
              </a:rPr>
              <a:t>.</a:t>
            </a:r>
            <a:r>
              <a:rPr sz="1400" spc="-225" dirty="0">
                <a:solidFill>
                  <a:srgbClr val="828382"/>
                </a:solidFill>
                <a:latin typeface="Arial"/>
                <a:cs typeface="Arial"/>
              </a:rPr>
              <a:t>.</a:t>
            </a:r>
            <a:r>
              <a:rPr sz="2625" spc="-337" baseline="9523" dirty="0">
                <a:solidFill>
                  <a:srgbClr val="8E9A90"/>
                </a:solidFill>
                <a:latin typeface="Times New Roman"/>
                <a:cs typeface="Times New Roman"/>
              </a:rPr>
              <a:t>.</a:t>
            </a:r>
            <a:r>
              <a:rPr sz="1400" spc="-225" dirty="0">
                <a:solidFill>
                  <a:srgbClr val="A5AAA8"/>
                </a:solidFill>
                <a:latin typeface="Arial"/>
                <a:cs typeface="Arial"/>
              </a:rPr>
              <a:t>..</a:t>
            </a:r>
            <a:r>
              <a:rPr sz="2625" spc="-337" baseline="9523" dirty="0">
                <a:solidFill>
                  <a:srgbClr val="B8C1BA"/>
                </a:solidFill>
                <a:latin typeface="Times New Roman"/>
                <a:cs typeface="Times New Roman"/>
              </a:rPr>
              <a:t>.</a:t>
            </a:r>
            <a:r>
              <a:rPr sz="1400" spc="-225" dirty="0">
                <a:solidFill>
                  <a:srgbClr val="A5AAA8"/>
                </a:solidFill>
                <a:latin typeface="Arial"/>
                <a:cs typeface="Arial"/>
              </a:rPr>
              <a:t>.</a:t>
            </a:r>
            <a:r>
              <a:rPr sz="2625" spc="-337" baseline="9523" dirty="0">
                <a:solidFill>
                  <a:srgbClr val="B8C1BA"/>
                </a:solidFill>
                <a:latin typeface="Times New Roman"/>
                <a:cs typeface="Times New Roman"/>
              </a:rPr>
              <a:t>.</a:t>
            </a:r>
            <a:r>
              <a:rPr sz="1400" spc="-225" dirty="0">
                <a:solidFill>
                  <a:srgbClr val="A5AAA8"/>
                </a:solidFill>
                <a:latin typeface="Arial"/>
                <a:cs typeface="Arial"/>
              </a:rPr>
              <a:t>.</a:t>
            </a:r>
            <a:r>
              <a:rPr sz="2625" spc="-337" baseline="9523" dirty="0">
                <a:solidFill>
                  <a:srgbClr val="B8C1BA"/>
                </a:solidFill>
                <a:latin typeface="Times New Roman"/>
                <a:cs typeface="Times New Roman"/>
              </a:rPr>
              <a:t>.</a:t>
            </a:r>
            <a:r>
              <a:rPr sz="2850" spc="-337" baseline="20467" dirty="0">
                <a:solidFill>
                  <a:srgbClr val="8E9A90"/>
                </a:solidFill>
                <a:latin typeface="Arial"/>
                <a:cs typeface="Arial"/>
              </a:rPr>
              <a:t>.</a:t>
            </a:r>
            <a:r>
              <a:rPr sz="1400" spc="-225" dirty="0">
                <a:solidFill>
                  <a:srgbClr val="828382"/>
                </a:solidFill>
                <a:latin typeface="Arial"/>
                <a:cs typeface="Arial"/>
              </a:rPr>
              <a:t>.</a:t>
            </a:r>
            <a:endParaRPr sz="1400">
              <a:latin typeface="Arial"/>
              <a:cs typeface="Arial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14456295" y="8187595"/>
            <a:ext cx="280670" cy="1714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41300" algn="l"/>
              </a:tabLst>
            </a:pPr>
            <a:r>
              <a:rPr sz="950" spc="-50" dirty="0">
                <a:solidFill>
                  <a:srgbClr val="B8C1BA"/>
                </a:solidFill>
                <a:latin typeface="Arial"/>
                <a:cs typeface="Arial"/>
              </a:rPr>
              <a:t>.</a:t>
            </a:r>
            <a:r>
              <a:rPr sz="950" dirty="0">
                <a:solidFill>
                  <a:srgbClr val="B8C1BA"/>
                </a:solidFill>
                <a:latin typeface="Arial"/>
                <a:cs typeface="Arial"/>
              </a:rPr>
              <a:t>	</a:t>
            </a:r>
            <a:r>
              <a:rPr sz="950" spc="-50" dirty="0">
                <a:solidFill>
                  <a:srgbClr val="B8C1BA"/>
                </a:solidFill>
                <a:latin typeface="Arial"/>
                <a:cs typeface="Arial"/>
              </a:rPr>
              <a:t>.</a:t>
            </a:r>
            <a:endParaRPr sz="950">
              <a:latin typeface="Arial"/>
              <a:cs typeface="Arial"/>
            </a:endParaRPr>
          </a:p>
        </p:txBody>
      </p:sp>
      <p:sp>
        <p:nvSpPr>
          <p:cNvPr id="84" name="object 84"/>
          <p:cNvSpPr/>
          <p:nvPr/>
        </p:nvSpPr>
        <p:spPr>
          <a:xfrm>
            <a:off x="15080304" y="8195498"/>
            <a:ext cx="51435" cy="165735"/>
          </a:xfrm>
          <a:custGeom>
            <a:avLst/>
            <a:gdLst/>
            <a:ahLst/>
            <a:cxnLst/>
            <a:rect l="l" t="t" r="r" b="b"/>
            <a:pathLst>
              <a:path w="51434" h="165734">
                <a:moveTo>
                  <a:pt x="50941" y="165410"/>
                </a:moveTo>
                <a:lnTo>
                  <a:pt x="0" y="165410"/>
                </a:lnTo>
                <a:lnTo>
                  <a:pt x="0" y="0"/>
                </a:lnTo>
                <a:lnTo>
                  <a:pt x="50941" y="0"/>
                </a:lnTo>
                <a:lnTo>
                  <a:pt x="50941" y="165410"/>
                </a:lnTo>
                <a:close/>
              </a:path>
            </a:pathLst>
          </a:custGeom>
          <a:solidFill>
            <a:srgbClr val="D6EB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 txBox="1"/>
          <p:nvPr/>
        </p:nvSpPr>
        <p:spPr>
          <a:xfrm>
            <a:off x="15067598" y="8187595"/>
            <a:ext cx="77470" cy="1714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50" spc="-40" dirty="0">
                <a:solidFill>
                  <a:srgbClr val="B8C1BA"/>
                </a:solidFill>
                <a:latin typeface="Arial"/>
                <a:cs typeface="Arial"/>
              </a:rPr>
              <a:t>..</a:t>
            </a:r>
            <a:endParaRPr sz="950">
              <a:latin typeface="Arial"/>
              <a:cs typeface="Arial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13951177" y="8334367"/>
            <a:ext cx="64769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spc="-95" dirty="0">
                <a:solidFill>
                  <a:srgbClr val="828382"/>
                </a:solidFill>
                <a:latin typeface="Times New Roman"/>
                <a:cs typeface="Times New Roman"/>
              </a:rPr>
              <a:t>1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17104436" y="5481899"/>
            <a:ext cx="85725" cy="2940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50" spc="-140" dirty="0">
                <a:solidFill>
                  <a:srgbClr val="A5AAA8"/>
                </a:solidFill>
                <a:latin typeface="Arial"/>
                <a:cs typeface="Arial"/>
              </a:rPr>
              <a:t>•</a:t>
            </a:r>
            <a:endParaRPr sz="1750">
              <a:latin typeface="Arial"/>
              <a:cs typeface="Arial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17101642" y="5590383"/>
            <a:ext cx="146685" cy="7797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ts val="4250"/>
              </a:lnSpc>
              <a:spcBef>
                <a:spcPts val="114"/>
              </a:spcBef>
            </a:pPr>
            <a:r>
              <a:rPr sz="3700" spc="-285" dirty="0">
                <a:solidFill>
                  <a:srgbClr val="A5AAA8"/>
                </a:solidFill>
                <a:latin typeface="Arial"/>
                <a:cs typeface="Arial"/>
              </a:rPr>
              <a:t>-</a:t>
            </a:r>
            <a:endParaRPr sz="3700">
              <a:latin typeface="Arial"/>
              <a:cs typeface="Arial"/>
            </a:endParaRPr>
          </a:p>
          <a:p>
            <a:pPr marL="29209">
              <a:lnSpc>
                <a:spcPts val="1670"/>
              </a:lnSpc>
            </a:pPr>
            <a:r>
              <a:rPr sz="1550" spc="-60" dirty="0">
                <a:solidFill>
                  <a:srgbClr val="A5AAA8"/>
                </a:solidFill>
                <a:latin typeface="Arial"/>
                <a:cs typeface="Arial"/>
              </a:rPr>
              <a:t>•</a:t>
            </a:r>
            <a:endParaRPr sz="1550">
              <a:latin typeface="Arial"/>
              <a:cs typeface="Arial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13367322" y="8379036"/>
            <a:ext cx="306705" cy="5384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3350" spc="-760" dirty="0">
                <a:solidFill>
                  <a:srgbClr val="A5AAA8"/>
                </a:solidFill>
                <a:latin typeface="Times New Roman"/>
                <a:cs typeface="Times New Roman"/>
              </a:rPr>
              <a:t>.</a:t>
            </a:r>
            <a:r>
              <a:rPr sz="1350" spc="-262" baseline="111111" dirty="0">
                <a:solidFill>
                  <a:srgbClr val="A5AAA8"/>
                </a:solidFill>
                <a:latin typeface="Arial"/>
                <a:cs typeface="Arial"/>
              </a:rPr>
              <a:t>u</a:t>
            </a:r>
            <a:r>
              <a:rPr sz="1350" spc="-794" baseline="111111" dirty="0">
                <a:solidFill>
                  <a:srgbClr val="A5AAA8"/>
                </a:solidFill>
                <a:latin typeface="Arial"/>
                <a:cs typeface="Arial"/>
              </a:rPr>
              <a:t>n</a:t>
            </a:r>
            <a:r>
              <a:rPr sz="3350" spc="-165" dirty="0">
                <a:solidFill>
                  <a:srgbClr val="A5AAA8"/>
                </a:solidFill>
                <a:latin typeface="Times New Roman"/>
                <a:cs typeface="Times New Roman"/>
              </a:rPr>
              <a:t>..</a:t>
            </a:r>
            <a:endParaRPr sz="3350">
              <a:latin typeface="Times New Roman"/>
              <a:cs typeface="Times New Roman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13890434" y="9214994"/>
            <a:ext cx="3698875" cy="8642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508634" algn="r">
              <a:lnSpc>
                <a:spcPct val="100000"/>
              </a:lnSpc>
              <a:spcBef>
                <a:spcPts val="105"/>
              </a:spcBef>
            </a:pPr>
            <a:r>
              <a:rPr sz="1700" spc="-95" dirty="0">
                <a:solidFill>
                  <a:srgbClr val="B8C1BA"/>
                </a:solidFill>
                <a:latin typeface="Arial"/>
                <a:cs typeface="Arial"/>
              </a:rPr>
              <a:t>'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350" b="1" spc="-65" dirty="0">
                <a:solidFill>
                  <a:srgbClr val="363636"/>
                </a:solidFill>
                <a:latin typeface="Arial"/>
                <a:cs typeface="Arial"/>
              </a:rPr>
              <a:t>The</a:t>
            </a:r>
            <a:r>
              <a:rPr sz="1350" b="1" spc="-190" dirty="0">
                <a:solidFill>
                  <a:srgbClr val="363636"/>
                </a:solidFill>
                <a:latin typeface="Arial"/>
                <a:cs typeface="Arial"/>
              </a:rPr>
              <a:t> </a:t>
            </a:r>
            <a:r>
              <a:rPr sz="1350" b="1" spc="-50" dirty="0">
                <a:solidFill>
                  <a:srgbClr val="363636"/>
                </a:solidFill>
                <a:latin typeface="Arial"/>
                <a:cs typeface="Arial"/>
              </a:rPr>
              <a:t>following</a:t>
            </a:r>
            <a:r>
              <a:rPr sz="1350" b="1" spc="-215" dirty="0">
                <a:solidFill>
                  <a:srgbClr val="363636"/>
                </a:solidFill>
                <a:latin typeface="Arial"/>
                <a:cs typeface="Arial"/>
              </a:rPr>
              <a:t> </a:t>
            </a:r>
            <a:r>
              <a:rPr sz="1350" b="1" spc="-10" dirty="0">
                <a:solidFill>
                  <a:srgbClr val="363636"/>
                </a:solidFill>
                <a:latin typeface="Arial"/>
                <a:cs typeface="Arial"/>
              </a:rPr>
              <a:t>data</a:t>
            </a:r>
            <a:r>
              <a:rPr sz="1350" b="1" spc="-210" dirty="0">
                <a:solidFill>
                  <a:srgbClr val="363636"/>
                </a:solidFill>
                <a:latin typeface="Arial"/>
                <a:cs typeface="Arial"/>
              </a:rPr>
              <a:t> </a:t>
            </a:r>
            <a:r>
              <a:rPr sz="1350" b="1" spc="-45" dirty="0">
                <a:solidFill>
                  <a:srgbClr val="363636"/>
                </a:solidFill>
                <a:latin typeface="Arial"/>
                <a:cs typeface="Arial"/>
              </a:rPr>
              <a:t>areGauss</a:t>
            </a:r>
            <a:r>
              <a:rPr sz="1350" b="1" spc="-45" dirty="0">
                <a:solidFill>
                  <a:srgbClr val="050705"/>
                </a:solidFill>
                <a:latin typeface="Arial"/>
                <a:cs typeface="Arial"/>
              </a:rPr>
              <a:t>·</a:t>
            </a:r>
            <a:r>
              <a:rPr sz="1350" b="1" spc="-45" dirty="0">
                <a:solidFill>
                  <a:srgbClr val="21232D"/>
                </a:solidFill>
                <a:latin typeface="Arial"/>
                <a:cs typeface="Arial"/>
              </a:rPr>
              <a:t>Kriging</a:t>
            </a:r>
            <a:r>
              <a:rPr sz="1350" b="1" spc="-45" dirty="0">
                <a:solidFill>
                  <a:srgbClr val="363636"/>
                </a:solidFill>
                <a:latin typeface="Arial"/>
                <a:cs typeface="Arial"/>
              </a:rPr>
              <a:t>interpolated</a:t>
            </a:r>
            <a:endParaRPr sz="1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98634" y="204454"/>
            <a:ext cx="865998" cy="867864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585822" y="2169913"/>
            <a:ext cx="4533900" cy="1914525"/>
            <a:chOff x="585822" y="2169913"/>
            <a:chExt cx="4533900" cy="191452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5822" y="2195437"/>
              <a:ext cx="2215937" cy="148047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01761" y="2169913"/>
              <a:ext cx="2317821" cy="1914407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36763" y="4211947"/>
            <a:ext cx="2139527" cy="148047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22146" y="5845574"/>
            <a:ext cx="3986141" cy="193993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686581" y="6943168"/>
            <a:ext cx="407528" cy="38288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954583" y="4288523"/>
            <a:ext cx="2139527" cy="1327322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661112" y="9291508"/>
            <a:ext cx="407528" cy="127627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730875" y="2144387"/>
            <a:ext cx="3158349" cy="2271763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061991" y="4824557"/>
            <a:ext cx="2699879" cy="1965458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5718139" y="7453676"/>
            <a:ext cx="3196555" cy="2246238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9067517" y="2833573"/>
            <a:ext cx="331117" cy="791288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0442927" y="1633879"/>
            <a:ext cx="916940" cy="944440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1894749" y="1863606"/>
            <a:ext cx="840528" cy="459457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3957858" y="1787030"/>
            <a:ext cx="254705" cy="382881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4874799" y="1863606"/>
            <a:ext cx="840528" cy="459457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6110125" y="1710455"/>
            <a:ext cx="853263" cy="867864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1920219" y="4747981"/>
            <a:ext cx="4966757" cy="4671154"/>
          </a:xfrm>
          <a:prstGeom prst="rect">
            <a:avLst/>
          </a:prstGeom>
        </p:spPr>
      </p:pic>
      <p:sp>
        <p:nvSpPr>
          <p:cNvPr id="21" name="object 21"/>
          <p:cNvSpPr/>
          <p:nvPr/>
        </p:nvSpPr>
        <p:spPr>
          <a:xfrm>
            <a:off x="585822" y="2220962"/>
            <a:ext cx="0" cy="1710689"/>
          </a:xfrm>
          <a:custGeom>
            <a:avLst/>
            <a:gdLst/>
            <a:ahLst/>
            <a:cxnLst/>
            <a:rect l="l" t="t" r="r" b="b"/>
            <a:pathLst>
              <a:path h="1710689">
                <a:moveTo>
                  <a:pt x="0" y="1710203"/>
                </a:moveTo>
                <a:lnTo>
                  <a:pt x="0" y="0"/>
                </a:lnTo>
              </a:path>
            </a:pathLst>
          </a:custGeom>
          <a:ln w="382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585822" y="383131"/>
            <a:ext cx="0" cy="459740"/>
          </a:xfrm>
          <a:custGeom>
            <a:avLst/>
            <a:gdLst/>
            <a:ahLst/>
            <a:cxnLst/>
            <a:rect l="l" t="t" r="r" b="b"/>
            <a:pathLst>
              <a:path h="459740">
                <a:moveTo>
                  <a:pt x="0" y="459457"/>
                </a:moveTo>
                <a:lnTo>
                  <a:pt x="0" y="0"/>
                </a:lnTo>
              </a:path>
            </a:pathLst>
          </a:custGeom>
          <a:ln w="382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960111" y="4722454"/>
            <a:ext cx="0" cy="2169795"/>
          </a:xfrm>
          <a:custGeom>
            <a:avLst/>
            <a:gdLst/>
            <a:ahLst/>
            <a:cxnLst/>
            <a:rect l="l" t="t" r="r" b="b"/>
            <a:pathLst>
              <a:path h="2169795">
                <a:moveTo>
                  <a:pt x="0" y="2169661"/>
                </a:moveTo>
                <a:lnTo>
                  <a:pt x="0" y="0"/>
                </a:lnTo>
              </a:path>
            </a:pathLst>
          </a:custGeom>
          <a:ln w="127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8863755" y="4722454"/>
            <a:ext cx="0" cy="2169795"/>
          </a:xfrm>
          <a:custGeom>
            <a:avLst/>
            <a:gdLst/>
            <a:ahLst/>
            <a:cxnLst/>
            <a:rect l="l" t="t" r="r" b="b"/>
            <a:pathLst>
              <a:path h="2169795">
                <a:moveTo>
                  <a:pt x="0" y="2169661"/>
                </a:moveTo>
                <a:lnTo>
                  <a:pt x="0" y="0"/>
                </a:lnTo>
              </a:path>
            </a:pathLst>
          </a:custGeom>
          <a:ln w="127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9092990" y="7479200"/>
            <a:ext cx="0" cy="2144395"/>
          </a:xfrm>
          <a:custGeom>
            <a:avLst/>
            <a:gdLst/>
            <a:ahLst/>
            <a:cxnLst/>
            <a:rect l="l" t="t" r="r" b="b"/>
            <a:pathLst>
              <a:path h="2144395">
                <a:moveTo>
                  <a:pt x="0" y="2144135"/>
                </a:moveTo>
                <a:lnTo>
                  <a:pt x="0" y="0"/>
                </a:lnTo>
              </a:path>
            </a:pathLst>
          </a:custGeom>
          <a:ln w="7641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9086622" y="2195437"/>
            <a:ext cx="114935" cy="638175"/>
          </a:xfrm>
          <a:custGeom>
            <a:avLst/>
            <a:gdLst/>
            <a:ahLst/>
            <a:cxnLst/>
            <a:rect l="l" t="t" r="r" b="b"/>
            <a:pathLst>
              <a:path w="114934" h="638175">
                <a:moveTo>
                  <a:pt x="0" y="0"/>
                </a:moveTo>
                <a:lnTo>
                  <a:pt x="114618" y="0"/>
                </a:lnTo>
                <a:lnTo>
                  <a:pt x="114618" y="638135"/>
                </a:lnTo>
                <a:lnTo>
                  <a:pt x="0" y="63813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9169402" y="4722454"/>
            <a:ext cx="0" cy="2169795"/>
          </a:xfrm>
          <a:custGeom>
            <a:avLst/>
            <a:gdLst/>
            <a:ahLst/>
            <a:cxnLst/>
            <a:rect l="l" t="t" r="r" b="b"/>
            <a:pathLst>
              <a:path h="2169795">
                <a:moveTo>
                  <a:pt x="0" y="2169661"/>
                </a:moveTo>
                <a:lnTo>
                  <a:pt x="0" y="0"/>
                </a:lnTo>
              </a:path>
            </a:pathLst>
          </a:custGeom>
          <a:ln w="7641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0251901" y="4773505"/>
            <a:ext cx="0" cy="4824730"/>
          </a:xfrm>
          <a:custGeom>
            <a:avLst/>
            <a:gdLst/>
            <a:ahLst/>
            <a:cxnLst/>
            <a:rect l="l" t="t" r="r" b="b"/>
            <a:pathLst>
              <a:path h="4824730">
                <a:moveTo>
                  <a:pt x="0" y="4824305"/>
                </a:moveTo>
                <a:lnTo>
                  <a:pt x="0" y="0"/>
                </a:lnTo>
              </a:path>
            </a:pathLst>
          </a:custGeom>
          <a:ln w="127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3461192" y="1608352"/>
            <a:ext cx="0" cy="791845"/>
          </a:xfrm>
          <a:custGeom>
            <a:avLst/>
            <a:gdLst/>
            <a:ahLst/>
            <a:cxnLst/>
            <a:rect l="l" t="t" r="r" b="b"/>
            <a:pathLst>
              <a:path h="791844">
                <a:moveTo>
                  <a:pt x="0" y="791288"/>
                </a:moveTo>
                <a:lnTo>
                  <a:pt x="0" y="0"/>
                </a:lnTo>
              </a:path>
            </a:pathLst>
          </a:custGeom>
          <a:ln w="254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6836042" y="6177403"/>
            <a:ext cx="0" cy="3420745"/>
          </a:xfrm>
          <a:custGeom>
            <a:avLst/>
            <a:gdLst/>
            <a:ahLst/>
            <a:cxnLst/>
            <a:rect l="l" t="t" r="r" b="b"/>
            <a:pathLst>
              <a:path h="3420745">
                <a:moveTo>
                  <a:pt x="0" y="3420406"/>
                </a:moveTo>
                <a:lnTo>
                  <a:pt x="0" y="0"/>
                </a:lnTo>
              </a:path>
            </a:pathLst>
          </a:custGeom>
          <a:ln w="254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3448456" y="1799793"/>
            <a:ext cx="509905" cy="0"/>
          </a:xfrm>
          <a:custGeom>
            <a:avLst/>
            <a:gdLst/>
            <a:ahLst/>
            <a:cxnLst/>
            <a:rect l="l" t="t" r="r" b="b"/>
            <a:pathLst>
              <a:path w="509905">
                <a:moveTo>
                  <a:pt x="0" y="0"/>
                </a:moveTo>
                <a:lnTo>
                  <a:pt x="509411" y="0"/>
                </a:lnTo>
              </a:path>
            </a:pathLst>
          </a:custGeom>
          <a:ln w="25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3244692" y="2348589"/>
            <a:ext cx="789940" cy="0"/>
          </a:xfrm>
          <a:custGeom>
            <a:avLst/>
            <a:gdLst/>
            <a:ahLst/>
            <a:cxnLst/>
            <a:rect l="l" t="t" r="r" b="b"/>
            <a:pathLst>
              <a:path w="789940">
                <a:moveTo>
                  <a:pt x="0" y="0"/>
                </a:moveTo>
                <a:lnTo>
                  <a:pt x="789587" y="0"/>
                </a:lnTo>
              </a:path>
            </a:pathLst>
          </a:custGeom>
          <a:ln w="25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3260232" y="3943928"/>
            <a:ext cx="1833880" cy="0"/>
          </a:xfrm>
          <a:custGeom>
            <a:avLst/>
            <a:gdLst/>
            <a:ahLst/>
            <a:cxnLst/>
            <a:rect l="l" t="t" r="r" b="b"/>
            <a:pathLst>
              <a:path w="1833879">
                <a:moveTo>
                  <a:pt x="0" y="0"/>
                </a:moveTo>
                <a:lnTo>
                  <a:pt x="1833880" y="0"/>
                </a:lnTo>
              </a:path>
            </a:pathLst>
          </a:custGeom>
          <a:ln w="127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528233" y="3918403"/>
            <a:ext cx="1273810" cy="0"/>
          </a:xfrm>
          <a:custGeom>
            <a:avLst/>
            <a:gdLst/>
            <a:ahLst/>
            <a:cxnLst/>
            <a:rect l="l" t="t" r="r" b="b"/>
            <a:pathLst>
              <a:path w="1273810">
                <a:moveTo>
                  <a:pt x="0" y="0"/>
                </a:moveTo>
                <a:lnTo>
                  <a:pt x="1273528" y="0"/>
                </a:lnTo>
              </a:path>
            </a:pathLst>
          </a:custGeom>
          <a:ln w="25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2852703" y="4148132"/>
            <a:ext cx="2241550" cy="0"/>
          </a:xfrm>
          <a:custGeom>
            <a:avLst/>
            <a:gdLst/>
            <a:ahLst/>
            <a:cxnLst/>
            <a:rect l="l" t="t" r="r" b="b"/>
            <a:pathLst>
              <a:path w="2241550">
                <a:moveTo>
                  <a:pt x="0" y="0"/>
                </a:moveTo>
                <a:lnTo>
                  <a:pt x="2241409" y="0"/>
                </a:lnTo>
              </a:path>
            </a:pathLst>
          </a:custGeom>
          <a:ln w="127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534881" y="4160894"/>
            <a:ext cx="2241550" cy="0"/>
          </a:xfrm>
          <a:custGeom>
            <a:avLst/>
            <a:gdLst/>
            <a:ahLst/>
            <a:cxnLst/>
            <a:rect l="l" t="t" r="r" b="b"/>
            <a:pathLst>
              <a:path w="2241550">
                <a:moveTo>
                  <a:pt x="0" y="0"/>
                </a:moveTo>
                <a:lnTo>
                  <a:pt x="2241409" y="0"/>
                </a:lnTo>
              </a:path>
            </a:pathLst>
          </a:custGeom>
          <a:ln w="127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5960111" y="4747979"/>
            <a:ext cx="2929255" cy="0"/>
          </a:xfrm>
          <a:custGeom>
            <a:avLst/>
            <a:gdLst/>
            <a:ahLst/>
            <a:cxnLst/>
            <a:rect l="l" t="t" r="r" b="b"/>
            <a:pathLst>
              <a:path w="2929254">
                <a:moveTo>
                  <a:pt x="0" y="0"/>
                </a:moveTo>
                <a:lnTo>
                  <a:pt x="2929114" y="0"/>
                </a:lnTo>
              </a:path>
            </a:pathLst>
          </a:custGeom>
          <a:ln w="127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0239166" y="4799030"/>
            <a:ext cx="5425440" cy="0"/>
          </a:xfrm>
          <a:custGeom>
            <a:avLst/>
            <a:gdLst/>
            <a:ahLst/>
            <a:cxnLst/>
            <a:rect l="l" t="t" r="r" b="b"/>
            <a:pathLst>
              <a:path w="5425440">
                <a:moveTo>
                  <a:pt x="0" y="0"/>
                </a:moveTo>
                <a:lnTo>
                  <a:pt x="5425229" y="0"/>
                </a:lnTo>
              </a:path>
            </a:pathLst>
          </a:custGeom>
          <a:ln w="127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2852703" y="5832810"/>
            <a:ext cx="2241550" cy="0"/>
          </a:xfrm>
          <a:custGeom>
            <a:avLst/>
            <a:gdLst/>
            <a:ahLst/>
            <a:cxnLst/>
            <a:rect l="l" t="t" r="r" b="b"/>
            <a:pathLst>
              <a:path w="2241550">
                <a:moveTo>
                  <a:pt x="0" y="0"/>
                </a:moveTo>
                <a:lnTo>
                  <a:pt x="2241409" y="0"/>
                </a:lnTo>
              </a:path>
            </a:pathLst>
          </a:custGeom>
          <a:ln w="127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4508289" y="6049776"/>
            <a:ext cx="560705" cy="0"/>
          </a:xfrm>
          <a:custGeom>
            <a:avLst/>
            <a:gdLst/>
            <a:ahLst/>
            <a:cxnLst/>
            <a:rect l="l" t="t" r="r" b="b"/>
            <a:pathLst>
              <a:path w="560704">
                <a:moveTo>
                  <a:pt x="0" y="0"/>
                </a:moveTo>
                <a:lnTo>
                  <a:pt x="560352" y="0"/>
                </a:lnTo>
              </a:path>
            </a:pathLst>
          </a:custGeom>
          <a:ln w="127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5960111" y="6866590"/>
            <a:ext cx="2929255" cy="0"/>
          </a:xfrm>
          <a:custGeom>
            <a:avLst/>
            <a:gdLst/>
            <a:ahLst/>
            <a:cxnLst/>
            <a:rect l="l" t="t" r="r" b="b"/>
            <a:pathLst>
              <a:path w="2929254">
                <a:moveTo>
                  <a:pt x="0" y="0"/>
                </a:moveTo>
                <a:lnTo>
                  <a:pt x="2929114" y="0"/>
                </a:lnTo>
              </a:path>
            </a:pathLst>
          </a:custGeom>
          <a:ln w="127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4457348" y="7989708"/>
            <a:ext cx="611505" cy="0"/>
          </a:xfrm>
          <a:custGeom>
            <a:avLst/>
            <a:gdLst/>
            <a:ahLst/>
            <a:cxnLst/>
            <a:rect l="l" t="t" r="r" b="b"/>
            <a:pathLst>
              <a:path w="611504">
                <a:moveTo>
                  <a:pt x="0" y="0"/>
                </a:moveTo>
                <a:lnTo>
                  <a:pt x="611293" y="0"/>
                </a:lnTo>
              </a:path>
            </a:pathLst>
          </a:custGeom>
          <a:ln w="127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10239166" y="9559522"/>
            <a:ext cx="6622415" cy="0"/>
          </a:xfrm>
          <a:custGeom>
            <a:avLst/>
            <a:gdLst/>
            <a:ahLst/>
            <a:cxnLst/>
            <a:rect l="l" t="t" r="r" b="b"/>
            <a:pathLst>
              <a:path w="6622415">
                <a:moveTo>
                  <a:pt x="0" y="0"/>
                </a:moveTo>
                <a:lnTo>
                  <a:pt x="6622346" y="0"/>
                </a:lnTo>
              </a:path>
            </a:pathLst>
          </a:custGeom>
          <a:ln w="127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4610171" y="9597810"/>
            <a:ext cx="458470" cy="0"/>
          </a:xfrm>
          <a:custGeom>
            <a:avLst/>
            <a:gdLst/>
            <a:ahLst/>
            <a:cxnLst/>
            <a:rect l="l" t="t" r="r" b="b"/>
            <a:pathLst>
              <a:path w="458470">
                <a:moveTo>
                  <a:pt x="0" y="0"/>
                </a:moveTo>
                <a:lnTo>
                  <a:pt x="458470" y="0"/>
                </a:lnTo>
              </a:path>
            </a:pathLst>
          </a:custGeom>
          <a:ln w="127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1986703" y="9610573"/>
            <a:ext cx="509905" cy="0"/>
          </a:xfrm>
          <a:custGeom>
            <a:avLst/>
            <a:gdLst/>
            <a:ahLst/>
            <a:cxnLst/>
            <a:rect l="l" t="t" r="r" b="b"/>
            <a:pathLst>
              <a:path w="509905">
                <a:moveTo>
                  <a:pt x="0" y="0"/>
                </a:moveTo>
                <a:lnTo>
                  <a:pt x="509411" y="0"/>
                </a:lnTo>
              </a:path>
            </a:pathLst>
          </a:custGeom>
          <a:ln w="3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1010210" y="370432"/>
            <a:ext cx="7367270" cy="3778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300" spc="325" dirty="0">
                <a:latin typeface="Arial"/>
                <a:cs typeface="Arial"/>
              </a:rPr>
              <a:t>Land</a:t>
            </a:r>
            <a:r>
              <a:rPr sz="2300" spc="200" dirty="0">
                <a:latin typeface="Arial"/>
                <a:cs typeface="Arial"/>
              </a:rPr>
              <a:t> </a:t>
            </a:r>
            <a:r>
              <a:rPr sz="2300" spc="310" dirty="0">
                <a:latin typeface="Arial"/>
                <a:cs typeface="Arial"/>
              </a:rPr>
              <a:t>Acquistion:</a:t>
            </a:r>
            <a:r>
              <a:rPr sz="2300" spc="125" dirty="0">
                <a:latin typeface="Arial"/>
                <a:cs typeface="Arial"/>
              </a:rPr>
              <a:t> </a:t>
            </a:r>
            <a:r>
              <a:rPr sz="2300" spc="335" dirty="0">
                <a:latin typeface="Arial"/>
                <a:cs typeface="Arial"/>
              </a:rPr>
              <a:t>Carbon</a:t>
            </a:r>
            <a:r>
              <a:rPr sz="2300" spc="204" dirty="0">
                <a:latin typeface="Arial"/>
                <a:cs typeface="Arial"/>
              </a:rPr>
              <a:t> </a:t>
            </a:r>
            <a:r>
              <a:rPr sz="2300" spc="375" dirty="0">
                <a:latin typeface="Arial"/>
                <a:cs typeface="Arial"/>
              </a:rPr>
              <a:t>Stock</a:t>
            </a:r>
            <a:r>
              <a:rPr sz="2300" spc="190" dirty="0">
                <a:latin typeface="Arial"/>
                <a:cs typeface="Arial"/>
              </a:rPr>
              <a:t> </a:t>
            </a:r>
            <a:r>
              <a:rPr sz="2300" spc="290" dirty="0">
                <a:latin typeface="Arial"/>
                <a:cs typeface="Arial"/>
              </a:rPr>
              <a:t>in</a:t>
            </a:r>
            <a:r>
              <a:rPr sz="2300" spc="165" dirty="0">
                <a:latin typeface="Arial"/>
                <a:cs typeface="Arial"/>
              </a:rPr>
              <a:t> </a:t>
            </a:r>
            <a:r>
              <a:rPr sz="2300" spc="500" dirty="0">
                <a:latin typeface="Arial"/>
                <a:cs typeface="Arial"/>
              </a:rPr>
              <a:t>Raw</a:t>
            </a:r>
            <a:r>
              <a:rPr sz="2300" spc="-340" dirty="0">
                <a:latin typeface="Arial"/>
                <a:cs typeface="Arial"/>
              </a:rPr>
              <a:t> </a:t>
            </a:r>
            <a:r>
              <a:rPr sz="2300" spc="305" dirty="0">
                <a:latin typeface="Arial"/>
                <a:cs typeface="Arial"/>
              </a:rPr>
              <a:t>Land</a:t>
            </a:r>
            <a:endParaRPr sz="230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0328378" y="357669"/>
            <a:ext cx="1395095" cy="7035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ts val="2180"/>
              </a:lnSpc>
              <a:spcBef>
                <a:spcPts val="110"/>
              </a:spcBef>
            </a:pPr>
            <a:r>
              <a:rPr sz="1350" i="1" spc="-275" dirty="0">
                <a:solidFill>
                  <a:srgbClr val="728A93"/>
                </a:solidFill>
                <a:latin typeface="Arial"/>
                <a:cs typeface="Arial"/>
              </a:rPr>
              <a:t>111</a:t>
            </a:r>
            <a:r>
              <a:rPr sz="1200" spc="-275" dirty="0">
                <a:solidFill>
                  <a:srgbClr val="728A93"/>
                </a:solidFill>
                <a:latin typeface="Arial"/>
                <a:cs typeface="Arial"/>
              </a:rPr>
              <a:t>1!11</a:t>
            </a:r>
            <a:r>
              <a:rPr sz="1200" spc="-204" dirty="0">
                <a:solidFill>
                  <a:srgbClr val="728A93"/>
                </a:solidFill>
                <a:latin typeface="Arial"/>
                <a:cs typeface="Arial"/>
              </a:rPr>
              <a:t> </a:t>
            </a:r>
            <a:r>
              <a:rPr sz="1750" spc="-110" dirty="0">
                <a:solidFill>
                  <a:srgbClr val="728A93"/>
                </a:solidFill>
                <a:latin typeface="Times New Roman"/>
                <a:cs typeface="Times New Roman"/>
              </a:rPr>
              <a:t>It</a:t>
            </a:r>
            <a:r>
              <a:rPr sz="1750" spc="95" dirty="0">
                <a:solidFill>
                  <a:srgbClr val="728A93"/>
                </a:solidFill>
                <a:latin typeface="Times New Roman"/>
                <a:cs typeface="Times New Roman"/>
              </a:rPr>
              <a:t> </a:t>
            </a:r>
            <a:r>
              <a:rPr sz="1650" b="1" spc="-185" dirty="0">
                <a:solidFill>
                  <a:srgbClr val="728A93"/>
                </a:solidFill>
                <a:latin typeface="Arial"/>
                <a:cs typeface="Arial"/>
              </a:rPr>
              <a:t>JII</a:t>
            </a:r>
            <a:r>
              <a:rPr sz="2000" spc="-185" dirty="0">
                <a:solidFill>
                  <a:srgbClr val="728A93"/>
                </a:solidFill>
                <a:latin typeface="Times New Roman"/>
                <a:cs typeface="Times New Roman"/>
              </a:rPr>
              <a:t>tt</a:t>
            </a:r>
            <a:r>
              <a:rPr sz="2000" spc="25" dirty="0">
                <a:solidFill>
                  <a:srgbClr val="728A93"/>
                </a:solidFill>
                <a:latin typeface="Times New Roman"/>
                <a:cs typeface="Times New Roman"/>
              </a:rPr>
              <a:t> </a:t>
            </a:r>
            <a:r>
              <a:rPr sz="1600" b="1" spc="-200" dirty="0">
                <a:solidFill>
                  <a:srgbClr val="728A93"/>
                </a:solidFill>
                <a:latin typeface="Arial"/>
                <a:cs typeface="Arial"/>
              </a:rPr>
              <a:t>1J</a:t>
            </a:r>
            <a:r>
              <a:rPr sz="1600" spc="-200" dirty="0">
                <a:solidFill>
                  <a:srgbClr val="728A93"/>
                </a:solidFill>
                <a:latin typeface="Arial"/>
                <a:cs typeface="Arial"/>
              </a:rPr>
              <a:t>l12</a:t>
            </a:r>
            <a:r>
              <a:rPr sz="1650" spc="-200" dirty="0">
                <a:solidFill>
                  <a:srgbClr val="728A93"/>
                </a:solidFill>
                <a:latin typeface="Arial"/>
                <a:cs typeface="Arial"/>
              </a:rPr>
              <a:t>€:l</a:t>
            </a:r>
            <a:endParaRPr sz="1650">
              <a:latin typeface="Arial"/>
              <a:cs typeface="Arial"/>
            </a:endParaRPr>
          </a:p>
          <a:p>
            <a:pPr marL="34290" marR="9525" indent="-4445">
              <a:lnSpc>
                <a:spcPts val="1510"/>
              </a:lnSpc>
              <a:spcBef>
                <a:spcPts val="120"/>
              </a:spcBef>
            </a:pPr>
            <a:r>
              <a:rPr sz="1550" spc="-135" dirty="0">
                <a:solidFill>
                  <a:srgbClr val="728A93"/>
                </a:solidFill>
                <a:latin typeface="Times New Roman"/>
                <a:cs typeface="Times New Roman"/>
              </a:rPr>
              <a:t>Common</a:t>
            </a:r>
            <a:r>
              <a:rPr sz="1550" spc="-5" dirty="0">
                <a:solidFill>
                  <a:srgbClr val="728A93"/>
                </a:solidFill>
                <a:latin typeface="Times New Roman"/>
                <a:cs typeface="Times New Roman"/>
              </a:rPr>
              <a:t> </a:t>
            </a:r>
            <a:r>
              <a:rPr sz="1550" spc="-10" dirty="0">
                <a:solidFill>
                  <a:srgbClr val="728A93"/>
                </a:solidFill>
                <a:latin typeface="Times New Roman"/>
                <a:cs typeface="Times New Roman"/>
              </a:rPr>
              <a:t>Spatial </a:t>
            </a:r>
            <a:r>
              <a:rPr sz="1550" spc="-130" dirty="0">
                <a:solidFill>
                  <a:srgbClr val="728A93"/>
                </a:solidFill>
                <a:latin typeface="Times New Roman"/>
                <a:cs typeface="Times New Roman"/>
              </a:rPr>
              <a:t>Data</a:t>
            </a:r>
            <a:r>
              <a:rPr sz="1550" spc="-20" dirty="0">
                <a:solidFill>
                  <a:srgbClr val="728A93"/>
                </a:solidFill>
                <a:latin typeface="Times New Roman"/>
                <a:cs typeface="Times New Roman"/>
              </a:rPr>
              <a:t> </a:t>
            </a:r>
            <a:r>
              <a:rPr sz="1550" spc="-55" dirty="0">
                <a:solidFill>
                  <a:srgbClr val="728A93"/>
                </a:solidFill>
                <a:latin typeface="Times New Roman"/>
                <a:cs typeface="Times New Roman"/>
              </a:rPr>
              <a:t>Infrastructure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14470113" y="427864"/>
            <a:ext cx="2642870" cy="3244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950" b="1" spc="380" dirty="0">
                <a:solidFill>
                  <a:srgbClr val="3A6244"/>
                </a:solidFill>
                <a:latin typeface="Times New Roman"/>
                <a:cs typeface="Times New Roman"/>
              </a:rPr>
              <a:t>CARBONOPOLIS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938172" y="1563747"/>
            <a:ext cx="1757045" cy="3244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950" spc="160" dirty="0">
                <a:solidFill>
                  <a:srgbClr val="3A6244"/>
                </a:solidFill>
                <a:latin typeface="Arial"/>
                <a:cs typeface="Arial"/>
              </a:rPr>
              <a:t>Input</a:t>
            </a:r>
            <a:r>
              <a:rPr sz="1950" spc="-180" dirty="0">
                <a:solidFill>
                  <a:srgbClr val="3A6244"/>
                </a:solidFill>
                <a:latin typeface="Arial"/>
                <a:cs typeface="Arial"/>
              </a:rPr>
              <a:t> </a:t>
            </a:r>
            <a:r>
              <a:rPr sz="1950" spc="-10" dirty="0">
                <a:solidFill>
                  <a:srgbClr val="3A6244"/>
                </a:solidFill>
                <a:latin typeface="Arial"/>
                <a:cs typeface="Arial"/>
              </a:rPr>
              <a:t>Features</a:t>
            </a:r>
            <a:endParaRPr sz="195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6603932" y="1563747"/>
            <a:ext cx="1906270" cy="3244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950" dirty="0">
                <a:solidFill>
                  <a:srgbClr val="3A6244"/>
                </a:solidFill>
                <a:latin typeface="Arial"/>
                <a:cs typeface="Arial"/>
              </a:rPr>
              <a:t>Target</a:t>
            </a:r>
            <a:r>
              <a:rPr sz="1950" spc="35" dirty="0">
                <a:solidFill>
                  <a:srgbClr val="3A6244"/>
                </a:solidFill>
                <a:latin typeface="Arial"/>
                <a:cs typeface="Arial"/>
              </a:rPr>
              <a:t> </a:t>
            </a:r>
            <a:r>
              <a:rPr sz="1950" spc="-10" dirty="0">
                <a:solidFill>
                  <a:srgbClr val="3A6244"/>
                </a:solidFill>
                <a:latin typeface="Arial"/>
                <a:cs typeface="Arial"/>
              </a:rPr>
              <a:t>Variables</a:t>
            </a:r>
            <a:endParaRPr sz="195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533707" y="3880179"/>
            <a:ext cx="1709420" cy="255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500" spc="210" dirty="0">
                <a:solidFill>
                  <a:srgbClr val="161618"/>
                </a:solidFill>
                <a:latin typeface="Arial"/>
                <a:cs typeface="Arial"/>
              </a:rPr>
              <a:t>Lan</a:t>
            </a:r>
            <a:r>
              <a:rPr sz="1500" spc="210" dirty="0">
                <a:solidFill>
                  <a:srgbClr val="4F4F4F"/>
                </a:solidFill>
                <a:latin typeface="Arial"/>
                <a:cs typeface="Arial"/>
              </a:rPr>
              <a:t>d</a:t>
            </a:r>
            <a:r>
              <a:rPr sz="1500" spc="210" dirty="0">
                <a:latin typeface="Arial"/>
                <a:cs typeface="Arial"/>
              </a:rPr>
              <a:t>Utillzat</a:t>
            </a:r>
            <a:r>
              <a:rPr sz="1500" spc="210" dirty="0">
                <a:solidFill>
                  <a:srgbClr val="2A2A2A"/>
                </a:solidFill>
                <a:latin typeface="Arial"/>
                <a:cs typeface="Arial"/>
              </a:rPr>
              <a:t>io</a:t>
            </a:r>
            <a:r>
              <a:rPr sz="1500" spc="210" dirty="0">
                <a:latin typeface="Arial"/>
                <a:cs typeface="Arial"/>
              </a:rPr>
              <a:t>n</a:t>
            </a:r>
            <a:endParaRPr sz="150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4733928" y="5609527"/>
            <a:ext cx="365125" cy="1714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50" spc="180" dirty="0">
                <a:solidFill>
                  <a:srgbClr val="AAAAA8"/>
                </a:solidFill>
                <a:latin typeface="Times New Roman"/>
                <a:cs typeface="Times New Roman"/>
              </a:rPr>
              <a:t>iiicb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1110487" y="6139180"/>
            <a:ext cx="384810" cy="8070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100" spc="1040" dirty="0">
                <a:solidFill>
                  <a:srgbClr val="A74D60"/>
                </a:solidFill>
                <a:latin typeface="Times New Roman"/>
                <a:cs typeface="Times New Roman"/>
              </a:rPr>
              <a:t>•</a:t>
            </a:r>
            <a:endParaRPr sz="510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889632" y="6994282"/>
            <a:ext cx="193675" cy="5924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700" spc="85" dirty="0">
                <a:solidFill>
                  <a:srgbClr val="BCBCBA"/>
                </a:solidFill>
                <a:latin typeface="Arial"/>
                <a:cs typeface="Arial"/>
              </a:rPr>
              <a:t>-</a:t>
            </a:r>
            <a:endParaRPr sz="3700">
              <a:latin typeface="Arial"/>
              <a:cs typeface="Aria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307189" y="7964248"/>
            <a:ext cx="278130" cy="5156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200" spc="919" dirty="0">
                <a:solidFill>
                  <a:srgbClr val="898987"/>
                </a:solidFill>
                <a:latin typeface="Times New Roman"/>
                <a:cs typeface="Times New Roman"/>
              </a:rPr>
              <a:t>-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984330" y="7721757"/>
            <a:ext cx="803275" cy="7150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72110" indent="-360045">
              <a:lnSpc>
                <a:spcPct val="100000"/>
              </a:lnSpc>
              <a:spcBef>
                <a:spcPts val="120"/>
              </a:spcBef>
              <a:buClr>
                <a:srgbClr val="54AEC8"/>
              </a:buClr>
              <a:buSzPct val="53333"/>
              <a:buFont typeface="Arial"/>
              <a:buChar char="■"/>
              <a:tabLst>
                <a:tab pos="372745" algn="l"/>
              </a:tabLst>
            </a:pPr>
            <a:r>
              <a:rPr sz="4500" spc="40" dirty="0">
                <a:solidFill>
                  <a:srgbClr val="2F89B3"/>
                </a:solidFill>
                <a:latin typeface="Times New Roman"/>
                <a:cs typeface="Times New Roman"/>
              </a:rPr>
              <a:t>•</a:t>
            </a:r>
            <a:r>
              <a:rPr sz="4500" spc="40" dirty="0">
                <a:solidFill>
                  <a:srgbClr val="AAAAA8"/>
                </a:solidFill>
                <a:latin typeface="Times New Roman"/>
                <a:cs typeface="Times New Roman"/>
              </a:rPr>
              <a:t>•</a:t>
            </a:r>
            <a:endParaRPr sz="4500">
              <a:latin typeface="Times New Roman"/>
              <a:cs typeface="Times New Roman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627742" y="8359892"/>
            <a:ext cx="943610" cy="3930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381635" algn="l"/>
                <a:tab pos="738505" algn="l"/>
              </a:tabLst>
            </a:pPr>
            <a:r>
              <a:rPr sz="2400" spc="5" dirty="0">
                <a:solidFill>
                  <a:srgbClr val="085493"/>
                </a:solidFill>
                <a:latin typeface="Arial"/>
                <a:cs typeface="Arial"/>
              </a:rPr>
              <a:t>■</a:t>
            </a:r>
            <a:r>
              <a:rPr sz="2400" dirty="0">
                <a:solidFill>
                  <a:srgbClr val="085493"/>
                </a:solidFill>
                <a:latin typeface="Arial"/>
                <a:cs typeface="Arial"/>
              </a:rPr>
              <a:t>	</a:t>
            </a:r>
            <a:r>
              <a:rPr sz="2400" spc="5" dirty="0">
                <a:solidFill>
                  <a:srgbClr val="54AEC8"/>
                </a:solidFill>
                <a:latin typeface="Arial"/>
                <a:cs typeface="Arial"/>
              </a:rPr>
              <a:t>■</a:t>
            </a:r>
            <a:r>
              <a:rPr sz="2400" dirty="0">
                <a:solidFill>
                  <a:srgbClr val="54AEC8"/>
                </a:solidFill>
                <a:latin typeface="Arial"/>
                <a:cs typeface="Arial"/>
              </a:rPr>
              <a:t>	</a:t>
            </a:r>
            <a:r>
              <a:rPr sz="2400" spc="5" dirty="0">
                <a:solidFill>
                  <a:srgbClr val="80C8BD"/>
                </a:solidFill>
                <a:latin typeface="Arial"/>
                <a:cs typeface="Arial"/>
              </a:rPr>
              <a:t>■</a:t>
            </a:r>
            <a:endParaRPr sz="2400">
              <a:latin typeface="Arial"/>
              <a:cs typeface="Arial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1373573" y="8334367"/>
            <a:ext cx="146685" cy="5924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700" spc="-285" dirty="0">
                <a:solidFill>
                  <a:srgbClr val="AAAAA8"/>
                </a:solidFill>
                <a:latin typeface="Arial"/>
                <a:cs typeface="Arial"/>
              </a:rPr>
              <a:t>-</a:t>
            </a:r>
            <a:endParaRPr sz="3700">
              <a:latin typeface="Arial"/>
              <a:cs typeface="Arial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1710241" y="8742774"/>
            <a:ext cx="228600" cy="3930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400" spc="145" dirty="0">
                <a:solidFill>
                  <a:srgbClr val="80C8BD"/>
                </a:solidFill>
                <a:latin typeface="Arial"/>
                <a:cs typeface="Arial"/>
              </a:rPr>
              <a:t>■</a:t>
            </a:r>
            <a:endParaRPr sz="2400">
              <a:latin typeface="Arial"/>
              <a:cs typeface="Arial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971665" y="8653435"/>
            <a:ext cx="596900" cy="5156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2400" spc="75" dirty="0">
                <a:solidFill>
                  <a:srgbClr val="085493"/>
                </a:solidFill>
                <a:latin typeface="Arial"/>
                <a:cs typeface="Arial"/>
              </a:rPr>
              <a:t>■</a:t>
            </a:r>
            <a:r>
              <a:rPr sz="4800" spc="112" baseline="-8680" dirty="0">
                <a:solidFill>
                  <a:srgbClr val="BCBCBA"/>
                </a:solidFill>
                <a:latin typeface="Times New Roman"/>
                <a:cs typeface="Times New Roman"/>
              </a:rPr>
              <a:t>-</a:t>
            </a:r>
            <a:r>
              <a:rPr sz="2700" spc="-1155" dirty="0">
                <a:solidFill>
                  <a:srgbClr val="54AEC8"/>
                </a:solidFill>
                <a:latin typeface="Arial"/>
                <a:cs typeface="Arial"/>
              </a:rPr>
              <a:t>■</a:t>
            </a:r>
            <a:r>
              <a:rPr sz="3750" spc="60" baseline="-11111" dirty="0">
                <a:solidFill>
                  <a:srgbClr val="BCBCBA"/>
                </a:solidFill>
                <a:latin typeface="Times New Roman"/>
                <a:cs typeface="Times New Roman"/>
              </a:rPr>
              <a:t>-</a:t>
            </a:r>
            <a:endParaRPr sz="3750" baseline="-11111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627742" y="8714695"/>
            <a:ext cx="228600" cy="817244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z="2400" spc="-335" dirty="0">
                <a:solidFill>
                  <a:srgbClr val="2F89B3"/>
                </a:solidFill>
                <a:latin typeface="Arial"/>
                <a:cs typeface="Arial"/>
              </a:rPr>
              <a:t>■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sz="2400" spc="145" dirty="0">
                <a:solidFill>
                  <a:srgbClr val="085493"/>
                </a:solidFill>
                <a:latin typeface="Arial"/>
                <a:cs typeface="Arial"/>
              </a:rPr>
              <a:t>■</a:t>
            </a:r>
            <a:endParaRPr sz="2400">
              <a:latin typeface="Arial"/>
              <a:cs typeface="Arial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1310342" y="8551333"/>
            <a:ext cx="593090" cy="11283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7200" spc="80" dirty="0">
                <a:solidFill>
                  <a:srgbClr val="54AEC8"/>
                </a:solidFill>
                <a:latin typeface="Times New Roman"/>
                <a:cs typeface="Times New Roman"/>
              </a:rPr>
              <a:t>.</a:t>
            </a:r>
            <a:r>
              <a:rPr sz="2900" spc="80" dirty="0">
                <a:solidFill>
                  <a:srgbClr val="AAAAA8"/>
                </a:solidFill>
                <a:latin typeface="Arial"/>
                <a:cs typeface="Arial"/>
              </a:rPr>
              <a:t>-</a:t>
            </a:r>
            <a:r>
              <a:rPr sz="2900" spc="-190" dirty="0">
                <a:solidFill>
                  <a:srgbClr val="898987"/>
                </a:solidFill>
                <a:latin typeface="Arial"/>
                <a:cs typeface="Arial"/>
              </a:rPr>
              <a:t>·</a:t>
            </a:r>
            <a:r>
              <a:rPr sz="2900" spc="-960" dirty="0">
                <a:solidFill>
                  <a:srgbClr val="898987"/>
                </a:solidFill>
                <a:latin typeface="Arial"/>
                <a:cs typeface="Arial"/>
              </a:rPr>
              <a:t>·</a:t>
            </a:r>
            <a:endParaRPr sz="2900">
              <a:latin typeface="Arial"/>
              <a:cs typeface="Aria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1794506" y="9080986"/>
            <a:ext cx="220345" cy="4775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950" spc="-215" dirty="0">
                <a:solidFill>
                  <a:srgbClr val="898987"/>
                </a:solidFill>
                <a:latin typeface="Times New Roman"/>
                <a:cs typeface="Times New Roman"/>
              </a:rPr>
              <a:t>..</a:t>
            </a:r>
            <a:r>
              <a:rPr sz="2950" spc="-215" dirty="0">
                <a:solidFill>
                  <a:srgbClr val="AAAAA8"/>
                </a:solidFill>
                <a:latin typeface="Times New Roman"/>
                <a:cs typeface="Times New Roman"/>
              </a:rPr>
              <a:t>.</a:t>
            </a:r>
            <a:endParaRPr sz="2950">
              <a:latin typeface="Times New Roman"/>
              <a:cs typeface="Times New Roman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525436" y="7670705"/>
            <a:ext cx="3418840" cy="3168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1500" spc="229" dirty="0">
                <a:solidFill>
                  <a:srgbClr val="2A2A2A"/>
                </a:solidFill>
                <a:latin typeface="Arial"/>
                <a:cs typeface="Arial"/>
              </a:rPr>
              <a:t>Carbon</a:t>
            </a:r>
            <a:r>
              <a:rPr sz="1500" spc="-45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2850" spc="-690" baseline="-26315" dirty="0">
                <a:solidFill>
                  <a:srgbClr val="AAAAA8"/>
                </a:solidFill>
                <a:latin typeface="Times New Roman"/>
                <a:cs typeface="Times New Roman"/>
              </a:rPr>
              <a:t>-</a:t>
            </a:r>
            <a:r>
              <a:rPr sz="1500" spc="280" dirty="0">
                <a:solidFill>
                  <a:srgbClr val="161618"/>
                </a:solidFill>
                <a:latin typeface="Arial"/>
                <a:cs typeface="Arial"/>
              </a:rPr>
              <a:t>A</a:t>
            </a:r>
            <a:r>
              <a:rPr sz="1500" spc="-60" dirty="0">
                <a:solidFill>
                  <a:srgbClr val="161618"/>
                </a:solidFill>
                <a:latin typeface="Arial"/>
                <a:cs typeface="Arial"/>
              </a:rPr>
              <a:t>u</a:t>
            </a:r>
            <a:r>
              <a:rPr sz="2850" spc="-330" baseline="-26315" dirty="0">
                <a:solidFill>
                  <a:srgbClr val="AAAAA8"/>
                </a:solidFill>
                <a:latin typeface="Times New Roman"/>
                <a:cs typeface="Times New Roman"/>
              </a:rPr>
              <a:t>-</a:t>
            </a:r>
            <a:r>
              <a:rPr sz="1500" spc="434" dirty="0">
                <a:solidFill>
                  <a:srgbClr val="161618"/>
                </a:solidFill>
                <a:latin typeface="Arial"/>
                <a:cs typeface="Arial"/>
              </a:rPr>
              <a:t>dit</a:t>
            </a:r>
            <a:r>
              <a:rPr sz="2850" spc="652" baseline="-26315" dirty="0">
                <a:solidFill>
                  <a:srgbClr val="AAAAA8"/>
                </a:solidFill>
                <a:latin typeface="Times New Roman"/>
                <a:cs typeface="Times New Roman"/>
              </a:rPr>
              <a:t>-</a:t>
            </a:r>
            <a:r>
              <a:rPr sz="2850" spc="2362" baseline="-26315" dirty="0">
                <a:solidFill>
                  <a:srgbClr val="AAAAA8"/>
                </a:solidFill>
                <a:latin typeface="Times New Roman"/>
                <a:cs typeface="Times New Roman"/>
              </a:rPr>
              <a:t>-</a:t>
            </a:r>
            <a:r>
              <a:rPr sz="2850" spc="2370" baseline="-26315" dirty="0">
                <a:solidFill>
                  <a:srgbClr val="AAAAA8"/>
                </a:solidFill>
                <a:latin typeface="Times New Roman"/>
                <a:cs typeface="Times New Roman"/>
              </a:rPr>
              <a:t>-</a:t>
            </a:r>
            <a:r>
              <a:rPr sz="2850" spc="-262" baseline="-26315" dirty="0">
                <a:solidFill>
                  <a:srgbClr val="AAAAA8"/>
                </a:solidFill>
                <a:latin typeface="Times New Roman"/>
                <a:cs typeface="Times New Roman"/>
              </a:rPr>
              <a:t> </a:t>
            </a:r>
            <a:r>
              <a:rPr sz="1500" spc="225" dirty="0">
                <a:solidFill>
                  <a:srgbClr val="161618"/>
                </a:solidFill>
                <a:latin typeface="Arial"/>
                <a:cs typeface="Arial"/>
              </a:rPr>
              <a:t>Wetlands</a:t>
            </a:r>
            <a:endParaRPr sz="1500">
              <a:latin typeface="Arial"/>
              <a:cs typeface="Aria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550836" y="9738266"/>
            <a:ext cx="996315" cy="255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500" spc="130" dirty="0">
                <a:solidFill>
                  <a:srgbClr val="386997"/>
                </a:solidFill>
                <a:latin typeface="Arial"/>
                <a:cs typeface="Arial"/>
              </a:rPr>
              <a:t>CECMWF</a:t>
            </a:r>
            <a:endParaRPr sz="1500">
              <a:latin typeface="Arial"/>
              <a:cs typeface="Arial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3832736" y="7740901"/>
            <a:ext cx="256540" cy="5384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350" spc="885" dirty="0">
                <a:solidFill>
                  <a:srgbClr val="AAAAA8"/>
                </a:solidFill>
                <a:latin typeface="Arial"/>
                <a:cs typeface="Arial"/>
              </a:rPr>
              <a:t>.</a:t>
            </a:r>
            <a:endParaRPr sz="3350">
              <a:latin typeface="Arial"/>
              <a:cs typeface="Arial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2066829" y="7843002"/>
            <a:ext cx="757555" cy="41655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532765" indent="-520700">
              <a:lnSpc>
                <a:spcPct val="100000"/>
              </a:lnSpc>
              <a:spcBef>
                <a:spcPts val="110"/>
              </a:spcBef>
              <a:buClr>
                <a:srgbClr val="2F89B3"/>
              </a:buClr>
              <a:buSzPct val="94117"/>
              <a:buFont typeface="Arial"/>
              <a:buChar char="■"/>
              <a:tabLst>
                <a:tab pos="532765" algn="l"/>
                <a:tab pos="533400" algn="l"/>
              </a:tabLst>
            </a:pPr>
            <a:r>
              <a:rPr sz="2550" spc="810" dirty="0">
                <a:solidFill>
                  <a:srgbClr val="AAAAA8"/>
                </a:solidFill>
                <a:latin typeface="Times New Roman"/>
                <a:cs typeface="Times New Roman"/>
              </a:rPr>
              <a:t>-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2334737" y="8079112"/>
            <a:ext cx="444500" cy="5924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4800" spc="-1552" baseline="-24305" dirty="0">
                <a:solidFill>
                  <a:srgbClr val="7CA5A8"/>
                </a:solidFill>
                <a:latin typeface="Times New Roman"/>
                <a:cs typeface="Times New Roman"/>
              </a:rPr>
              <a:t>·</a:t>
            </a:r>
            <a:r>
              <a:rPr sz="3825" spc="-1335" baseline="-17429" dirty="0">
                <a:solidFill>
                  <a:srgbClr val="99C6B8"/>
                </a:solidFill>
                <a:latin typeface="Times New Roman"/>
                <a:cs typeface="Times New Roman"/>
              </a:rPr>
              <a:t>·</a:t>
            </a:r>
            <a:r>
              <a:rPr sz="4800" spc="-442" baseline="-31250" dirty="0">
                <a:solidFill>
                  <a:srgbClr val="4483A8"/>
                </a:solidFill>
                <a:latin typeface="Arial"/>
                <a:cs typeface="Arial"/>
              </a:rPr>
              <a:t>.</a:t>
            </a:r>
            <a:r>
              <a:rPr sz="3825" spc="-1170" baseline="-17429" dirty="0">
                <a:solidFill>
                  <a:srgbClr val="BCBCBA"/>
                </a:solidFill>
                <a:latin typeface="Times New Roman"/>
                <a:cs typeface="Times New Roman"/>
              </a:rPr>
              <a:t>·</a:t>
            </a:r>
            <a:r>
              <a:rPr sz="3150" spc="-655" dirty="0">
                <a:solidFill>
                  <a:srgbClr val="AAAAA8"/>
                </a:solidFill>
                <a:latin typeface="Times New Roman"/>
                <a:cs typeface="Times New Roman"/>
              </a:rPr>
              <a:t>-</a:t>
            </a:r>
            <a:r>
              <a:rPr sz="4800" spc="-1589" baseline="-24305" dirty="0">
                <a:solidFill>
                  <a:srgbClr val="BCBCBA"/>
                </a:solidFill>
                <a:latin typeface="Times New Roman"/>
                <a:cs typeface="Times New Roman"/>
              </a:rPr>
              <a:t>-</a:t>
            </a:r>
            <a:r>
              <a:rPr sz="3700" spc="-969" dirty="0">
                <a:solidFill>
                  <a:srgbClr val="AAAAA8"/>
                </a:solidFill>
                <a:latin typeface="Arial"/>
                <a:cs typeface="Arial"/>
              </a:rPr>
              <a:t>-</a:t>
            </a:r>
            <a:r>
              <a:rPr sz="3825" spc="-1095" baseline="-17429" dirty="0">
                <a:solidFill>
                  <a:srgbClr val="BCBCBA"/>
                </a:solidFill>
                <a:latin typeface="Times New Roman"/>
                <a:cs typeface="Times New Roman"/>
              </a:rPr>
              <a:t>-</a:t>
            </a:r>
            <a:r>
              <a:rPr sz="3150" spc="-335" dirty="0">
                <a:solidFill>
                  <a:srgbClr val="AAAAA8"/>
                </a:solidFill>
                <a:latin typeface="Times New Roman"/>
                <a:cs typeface="Times New Roman"/>
              </a:rPr>
              <a:t>-</a:t>
            </a:r>
            <a:r>
              <a:rPr sz="4800" spc="-1260" baseline="-24305" dirty="0">
                <a:solidFill>
                  <a:srgbClr val="BCBCBA"/>
                </a:solidFill>
                <a:latin typeface="Times New Roman"/>
                <a:cs typeface="Times New Roman"/>
              </a:rPr>
              <a:t>-</a:t>
            </a:r>
            <a:r>
              <a:rPr sz="2250" spc="-50" dirty="0">
                <a:solidFill>
                  <a:srgbClr val="AAAAA8"/>
                </a:solidFill>
                <a:latin typeface="Times New Roman"/>
                <a:cs typeface="Times New Roman"/>
              </a:rPr>
              <a:t>.</a:t>
            </a:r>
            <a:endParaRPr sz="2250">
              <a:latin typeface="Times New Roman"/>
              <a:cs typeface="Times New Roman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2327414" y="8308841"/>
            <a:ext cx="471805" cy="5924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5550" spc="-644" baseline="-15015" dirty="0">
                <a:solidFill>
                  <a:srgbClr val="1D4967"/>
                </a:solidFill>
                <a:latin typeface="Times New Roman"/>
                <a:cs typeface="Times New Roman"/>
              </a:rPr>
              <a:t>·</a:t>
            </a:r>
            <a:r>
              <a:rPr sz="2550" spc="-430" dirty="0">
                <a:solidFill>
                  <a:srgbClr val="BCBCBA"/>
                </a:solidFill>
                <a:latin typeface="Arial"/>
                <a:cs typeface="Arial"/>
              </a:rPr>
              <a:t>·</a:t>
            </a:r>
            <a:r>
              <a:rPr sz="5550" spc="-1597" baseline="-15015" dirty="0">
                <a:solidFill>
                  <a:srgbClr val="AAAAA8"/>
                </a:solidFill>
                <a:latin typeface="Times New Roman"/>
                <a:cs typeface="Times New Roman"/>
              </a:rPr>
              <a:t>-</a:t>
            </a:r>
            <a:r>
              <a:rPr sz="2550" spc="-285" dirty="0">
                <a:solidFill>
                  <a:srgbClr val="BCBCBA"/>
                </a:solidFill>
                <a:latin typeface="Arial"/>
                <a:cs typeface="Arial"/>
              </a:rPr>
              <a:t>-</a:t>
            </a:r>
            <a:r>
              <a:rPr sz="2550" spc="-310" dirty="0">
                <a:solidFill>
                  <a:srgbClr val="BCBCBA"/>
                </a:solidFill>
                <a:latin typeface="Arial"/>
                <a:cs typeface="Arial"/>
              </a:rPr>
              <a:t>·-</a:t>
            </a:r>
            <a:endParaRPr sz="2550">
              <a:latin typeface="Arial"/>
              <a:cs typeface="Arial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2950053" y="8551333"/>
            <a:ext cx="579120" cy="699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450" dirty="0">
                <a:solidFill>
                  <a:srgbClr val="E47018"/>
                </a:solidFill>
                <a:latin typeface="Arial"/>
                <a:cs typeface="Arial"/>
              </a:rPr>
              <a:t>•</a:t>
            </a:r>
            <a:r>
              <a:rPr sz="4450" spc="10" dirty="0">
                <a:solidFill>
                  <a:srgbClr val="E47018"/>
                </a:solidFill>
                <a:latin typeface="Arial"/>
                <a:cs typeface="Arial"/>
              </a:rPr>
              <a:t> </a:t>
            </a:r>
            <a:r>
              <a:rPr sz="4400" spc="-50" dirty="0">
                <a:solidFill>
                  <a:srgbClr val="E47018"/>
                </a:solidFill>
                <a:latin typeface="Arial"/>
                <a:cs typeface="Arial"/>
              </a:rPr>
              <a:t>•</a:t>
            </a:r>
            <a:endParaRPr sz="4400">
              <a:latin typeface="Arial"/>
              <a:cs typeface="Arial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2402844" y="8870401"/>
            <a:ext cx="833119" cy="699770"/>
          </a:xfrm>
          <a:prstGeom prst="rect">
            <a:avLst/>
          </a:prstGeom>
        </p:spPr>
        <p:txBody>
          <a:bodyPr vert="horz" wrap="square" lIns="0" tIns="269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120"/>
              </a:spcBef>
              <a:tabLst>
                <a:tab pos="625475" algn="l"/>
              </a:tabLst>
            </a:pPr>
            <a:r>
              <a:rPr sz="6600" baseline="-8838" dirty="0">
                <a:solidFill>
                  <a:srgbClr val="2F89B3"/>
                </a:solidFill>
                <a:latin typeface="Arial"/>
                <a:cs typeface="Arial"/>
              </a:rPr>
              <a:t>• </a:t>
            </a:r>
            <a:r>
              <a:rPr sz="2400" u="heavy" dirty="0">
                <a:solidFill>
                  <a:srgbClr val="AAAAA8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r>
              <a:rPr sz="2400" u="heavy" spc="-315" dirty="0">
                <a:solidFill>
                  <a:srgbClr val="AAAAA8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.•.</a:t>
            </a:r>
            <a:endParaRPr sz="2400">
              <a:latin typeface="Arial"/>
              <a:cs typeface="Arial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2858959" y="9680833"/>
            <a:ext cx="847725" cy="2628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550" u="heavy" spc="-65" dirty="0">
                <a:solidFill>
                  <a:srgbClr val="87B197"/>
                </a:solidFill>
                <a:uFill>
                  <a:solidFill>
                    <a:srgbClr val="87B197"/>
                  </a:solidFill>
                </a:uFill>
                <a:latin typeface="Arial"/>
                <a:cs typeface="Arial"/>
              </a:rPr>
              <a:t>d'R</a:t>
            </a:r>
            <a:r>
              <a:rPr sz="1550" spc="-65" dirty="0">
                <a:solidFill>
                  <a:srgbClr val="87B197"/>
                </a:solidFill>
                <a:latin typeface="Arial"/>
                <a:cs typeface="Arial"/>
              </a:rPr>
              <a:t>l</a:t>
            </a:r>
            <a:r>
              <a:rPr sz="1550" spc="-254" dirty="0">
                <a:solidFill>
                  <a:srgbClr val="87B197"/>
                </a:solidFill>
                <a:latin typeface="Arial"/>
                <a:cs typeface="Arial"/>
              </a:rPr>
              <a:t> </a:t>
            </a:r>
            <a:r>
              <a:rPr sz="1250" b="1" spc="-10" dirty="0">
                <a:solidFill>
                  <a:srgbClr val="4F4F4F"/>
                </a:solidFill>
                <a:latin typeface="Arial"/>
                <a:cs typeface="Arial"/>
              </a:rPr>
              <a:t>1SRIC</a:t>
            </a:r>
            <a:endParaRPr sz="1250">
              <a:latin typeface="Arial"/>
              <a:cs typeface="Arial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2851906" y="9502155"/>
            <a:ext cx="712470" cy="6153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200" spc="2640" dirty="0">
                <a:solidFill>
                  <a:srgbClr val="AAAAA8"/>
                </a:solidFill>
                <a:latin typeface="Arial"/>
                <a:cs typeface="Arial"/>
              </a:rPr>
              <a:t>-</a:t>
            </a:r>
            <a:r>
              <a:rPr sz="1300" spc="-95" dirty="0">
                <a:solidFill>
                  <a:srgbClr val="AAAAA8"/>
                </a:solidFill>
                <a:latin typeface="Times New Roman"/>
                <a:cs typeface="Times New Roman"/>
              </a:rPr>
              <a:t>..</a:t>
            </a:r>
            <a:r>
              <a:rPr sz="1300" spc="-204" dirty="0">
                <a:solidFill>
                  <a:srgbClr val="AAAAA8"/>
                </a:solidFill>
                <a:latin typeface="Times New Roman"/>
                <a:cs typeface="Times New Roman"/>
              </a:rPr>
              <a:t>.</a:t>
            </a:r>
            <a:r>
              <a:rPr sz="3850" spc="-1285" dirty="0">
                <a:solidFill>
                  <a:srgbClr val="AAAAA8"/>
                </a:solidFill>
                <a:latin typeface="Times New Roman"/>
                <a:cs typeface="Times New Roman"/>
              </a:rPr>
              <a:t>-</a:t>
            </a:r>
            <a:r>
              <a:rPr sz="1300" spc="-50" dirty="0">
                <a:solidFill>
                  <a:srgbClr val="AAAAA8"/>
                </a:solidFill>
                <a:latin typeface="Times New Roman"/>
                <a:cs typeface="Times New Roman"/>
              </a:rPr>
              <a:t>.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3963967" y="9093748"/>
            <a:ext cx="333375" cy="4318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400" spc="-65" dirty="0">
                <a:solidFill>
                  <a:srgbClr val="AAAAA8"/>
                </a:solidFill>
                <a:latin typeface="Arial"/>
                <a:cs typeface="Arial"/>
              </a:rPr>
              <a:t>-</a:t>
            </a:r>
            <a:r>
              <a:rPr sz="2400" spc="-1355" dirty="0">
                <a:solidFill>
                  <a:srgbClr val="C44F0F"/>
                </a:solidFill>
                <a:latin typeface="Arial"/>
                <a:cs typeface="Arial"/>
              </a:rPr>
              <a:t>■</a:t>
            </a:r>
            <a:r>
              <a:rPr sz="2650" spc="-160" dirty="0">
                <a:solidFill>
                  <a:srgbClr val="AAAAA8"/>
                </a:solidFill>
                <a:latin typeface="Times New Roman"/>
                <a:cs typeface="Times New Roman"/>
              </a:rPr>
              <a:t>...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4349024" y="7409070"/>
            <a:ext cx="340995" cy="99821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6350" spc="-790" dirty="0">
                <a:solidFill>
                  <a:srgbClr val="EF9742"/>
                </a:solidFill>
                <a:latin typeface="Times New Roman"/>
                <a:cs typeface="Times New Roman"/>
              </a:rPr>
              <a:t>...</a:t>
            </a:r>
            <a:endParaRPr sz="6350">
              <a:latin typeface="Times New Roman"/>
              <a:cs typeface="Times New Roman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2952753" y="8098256"/>
            <a:ext cx="1536065" cy="7683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366395" algn="l"/>
                <a:tab pos="720090" algn="l"/>
                <a:tab pos="1423035" algn="l"/>
              </a:tabLst>
            </a:pPr>
            <a:r>
              <a:rPr sz="4050" spc="-505" dirty="0">
                <a:solidFill>
                  <a:srgbClr val="E47018"/>
                </a:solidFill>
                <a:latin typeface="Arial"/>
                <a:cs typeface="Arial"/>
              </a:rPr>
              <a:t>•</a:t>
            </a:r>
            <a:r>
              <a:rPr sz="4050" dirty="0">
                <a:solidFill>
                  <a:srgbClr val="E47018"/>
                </a:solidFill>
                <a:latin typeface="Arial"/>
                <a:cs typeface="Arial"/>
              </a:rPr>
              <a:t>	</a:t>
            </a:r>
            <a:r>
              <a:rPr sz="4300" spc="-535" dirty="0">
                <a:solidFill>
                  <a:srgbClr val="E47018"/>
                </a:solidFill>
                <a:latin typeface="Times New Roman"/>
                <a:cs typeface="Times New Roman"/>
              </a:rPr>
              <a:t>•</a:t>
            </a:r>
            <a:r>
              <a:rPr sz="4300" dirty="0">
                <a:solidFill>
                  <a:srgbClr val="E47018"/>
                </a:solidFill>
                <a:latin typeface="Times New Roman"/>
                <a:cs typeface="Times New Roman"/>
              </a:rPr>
              <a:t>	</a:t>
            </a:r>
            <a:r>
              <a:rPr sz="7275" spc="75" baseline="-3436" dirty="0">
                <a:solidFill>
                  <a:srgbClr val="EDC456"/>
                </a:solidFill>
                <a:latin typeface="Arial"/>
                <a:cs typeface="Arial"/>
              </a:rPr>
              <a:t>•</a:t>
            </a:r>
            <a:r>
              <a:rPr sz="7275" baseline="-3436" dirty="0">
                <a:solidFill>
                  <a:srgbClr val="EDC456"/>
                </a:solidFill>
                <a:latin typeface="Arial"/>
                <a:cs typeface="Arial"/>
              </a:rPr>
              <a:t>	</a:t>
            </a:r>
            <a:r>
              <a:rPr sz="4300" spc="-775" dirty="0">
                <a:solidFill>
                  <a:srgbClr val="C44F0F"/>
                </a:solidFill>
                <a:latin typeface="Times New Roman"/>
                <a:cs typeface="Times New Roman"/>
              </a:rPr>
              <a:t>•</a:t>
            </a:r>
            <a:endParaRPr sz="4300">
              <a:latin typeface="Times New Roman"/>
              <a:cs typeface="Times New Roman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4101017" y="8819350"/>
            <a:ext cx="757555" cy="45465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  <a:tabLst>
                <a:tab pos="542290" algn="l"/>
              </a:tabLst>
            </a:pPr>
            <a:r>
              <a:rPr sz="2800" spc="-60" dirty="0">
                <a:solidFill>
                  <a:srgbClr val="AAAAA8"/>
                </a:solidFill>
                <a:latin typeface="Times New Roman"/>
                <a:cs typeface="Times New Roman"/>
              </a:rPr>
              <a:t>..</a:t>
            </a:r>
            <a:r>
              <a:rPr sz="2800" spc="-55" dirty="0">
                <a:solidFill>
                  <a:srgbClr val="AAAAA8"/>
                </a:solidFill>
                <a:latin typeface="Times New Roman"/>
                <a:cs typeface="Times New Roman"/>
              </a:rPr>
              <a:t> </a:t>
            </a:r>
            <a:r>
              <a:rPr sz="3600" spc="-1125" baseline="25462" dirty="0">
                <a:solidFill>
                  <a:srgbClr val="C44F0F"/>
                </a:solidFill>
                <a:latin typeface="Arial"/>
                <a:cs typeface="Arial"/>
              </a:rPr>
              <a:t>■</a:t>
            </a:r>
            <a:r>
              <a:rPr sz="3600" baseline="25462" dirty="0">
                <a:solidFill>
                  <a:srgbClr val="C44F0F"/>
                </a:solidFill>
                <a:latin typeface="Arial"/>
                <a:cs typeface="Arial"/>
              </a:rPr>
              <a:t>	</a:t>
            </a:r>
            <a:r>
              <a:rPr sz="3375" i="1" spc="-540" baseline="-2469" dirty="0">
                <a:solidFill>
                  <a:srgbClr val="B37949"/>
                </a:solidFill>
                <a:latin typeface="Times New Roman"/>
                <a:cs typeface="Times New Roman"/>
              </a:rPr>
              <a:t>:-</a:t>
            </a:r>
            <a:r>
              <a:rPr sz="3375" i="1" spc="-427" baseline="-2469" dirty="0">
                <a:solidFill>
                  <a:srgbClr val="B37949"/>
                </a:solidFill>
                <a:latin typeface="Times New Roman"/>
                <a:cs typeface="Times New Roman"/>
              </a:rPr>
              <a:t> </a:t>
            </a:r>
            <a:r>
              <a:rPr sz="2850" spc="-532" baseline="26315" dirty="0">
                <a:solidFill>
                  <a:srgbClr val="BCBCBA"/>
                </a:solidFill>
                <a:latin typeface="Times New Roman"/>
                <a:cs typeface="Times New Roman"/>
              </a:rPr>
              <a:t>-</a:t>
            </a:r>
            <a:endParaRPr sz="2850" baseline="26315">
              <a:latin typeface="Times New Roman"/>
              <a:cs typeface="Times New Roman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4600368" y="8838494"/>
            <a:ext cx="360680" cy="6610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150" spc="-45" dirty="0">
                <a:solidFill>
                  <a:srgbClr val="6E3411"/>
                </a:solidFill>
                <a:latin typeface="Times New Roman"/>
                <a:cs typeface="Times New Roman"/>
              </a:rPr>
              <a:t>·</a:t>
            </a:r>
            <a:r>
              <a:rPr sz="4150" spc="-45" dirty="0">
                <a:solidFill>
                  <a:srgbClr val="BCBCBA"/>
                </a:solidFill>
                <a:latin typeface="Times New Roman"/>
                <a:cs typeface="Times New Roman"/>
              </a:rPr>
              <a:t>-</a:t>
            </a:r>
            <a:endParaRPr sz="4150">
              <a:latin typeface="Times New Roman"/>
              <a:cs typeface="Times New Roman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5703332" y="2214645"/>
            <a:ext cx="238125" cy="492759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050" spc="-195" dirty="0">
                <a:solidFill>
                  <a:srgbClr val="AAAAA8"/>
                </a:solidFill>
                <a:latin typeface="Times New Roman"/>
                <a:cs typeface="Times New Roman"/>
              </a:rPr>
              <a:t>...</a:t>
            </a:r>
            <a:endParaRPr sz="3050">
              <a:latin typeface="Times New Roman"/>
              <a:cs typeface="Times New Roman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5687451" y="2342271"/>
            <a:ext cx="236854" cy="6000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750" spc="-5" dirty="0">
                <a:solidFill>
                  <a:srgbClr val="AAAAA8"/>
                </a:solidFill>
                <a:latin typeface="Arial"/>
                <a:cs typeface="Arial"/>
              </a:rPr>
              <a:t>.</a:t>
            </a:r>
            <a:r>
              <a:rPr sz="3750" spc="-885" dirty="0">
                <a:solidFill>
                  <a:srgbClr val="898987"/>
                </a:solidFill>
                <a:latin typeface="Arial"/>
                <a:cs typeface="Arial"/>
              </a:rPr>
              <a:t>.</a:t>
            </a:r>
            <a:r>
              <a:rPr sz="1550" spc="-10" dirty="0">
                <a:solidFill>
                  <a:srgbClr val="AAAAA8"/>
                </a:solidFill>
                <a:latin typeface="Times New Roman"/>
                <a:cs typeface="Times New Roman"/>
              </a:rPr>
              <a:t>,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5631893" y="2999552"/>
            <a:ext cx="307340" cy="89344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ts val="2810"/>
              </a:lnSpc>
              <a:spcBef>
                <a:spcPts val="110"/>
              </a:spcBef>
            </a:pPr>
            <a:r>
              <a:rPr sz="2500" spc="-445" dirty="0">
                <a:solidFill>
                  <a:srgbClr val="AAAAA8"/>
                </a:solidFill>
                <a:latin typeface="Times New Roman"/>
                <a:cs typeface="Times New Roman"/>
              </a:rPr>
              <a:t>laut</a:t>
            </a:r>
            <a:endParaRPr sz="2500">
              <a:latin typeface="Times New Roman"/>
              <a:cs typeface="Times New Roman"/>
            </a:endParaRPr>
          </a:p>
          <a:p>
            <a:pPr marL="80010">
              <a:lnSpc>
                <a:spcPts val="4010"/>
              </a:lnSpc>
            </a:pPr>
            <a:r>
              <a:rPr sz="3500" spc="-340" dirty="0">
                <a:solidFill>
                  <a:srgbClr val="BCBCBA"/>
                </a:solidFill>
                <a:latin typeface="Times New Roman"/>
                <a:cs typeface="Times New Roman"/>
              </a:rPr>
              <a:t>...</a:t>
            </a:r>
            <a:endParaRPr sz="3500">
              <a:latin typeface="Times New Roman"/>
              <a:cs typeface="Times New Roman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5856480" y="4428975"/>
            <a:ext cx="2364740" cy="255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93700" algn="l"/>
              </a:tabLst>
            </a:pPr>
            <a:r>
              <a:rPr sz="1500" spc="-310" dirty="0">
                <a:solidFill>
                  <a:srgbClr val="898987"/>
                </a:solidFill>
                <a:latin typeface="Arial"/>
                <a:cs typeface="Arial"/>
              </a:rPr>
              <a:t>Net</a:t>
            </a:r>
            <a:r>
              <a:rPr sz="1500" dirty="0">
                <a:solidFill>
                  <a:srgbClr val="898987"/>
                </a:solidFill>
                <a:latin typeface="Arial"/>
                <a:cs typeface="Arial"/>
              </a:rPr>
              <a:t>	</a:t>
            </a:r>
            <a:r>
              <a:rPr sz="1500" spc="70" dirty="0">
                <a:solidFill>
                  <a:srgbClr val="898987"/>
                </a:solidFill>
                <a:latin typeface="Arial"/>
                <a:cs typeface="Arial"/>
              </a:rPr>
              <a:t>Ecosystem</a:t>
            </a:r>
            <a:r>
              <a:rPr sz="1500" spc="-95" dirty="0">
                <a:solidFill>
                  <a:srgbClr val="898987"/>
                </a:solidFill>
                <a:latin typeface="Arial"/>
                <a:cs typeface="Arial"/>
              </a:rPr>
              <a:t> </a:t>
            </a:r>
            <a:r>
              <a:rPr sz="1500" spc="-10" dirty="0">
                <a:solidFill>
                  <a:srgbClr val="898987"/>
                </a:solidFill>
                <a:latin typeface="Arial"/>
                <a:cs typeface="Arial"/>
              </a:rPr>
              <a:t>Exchange</a:t>
            </a:r>
            <a:endParaRPr sz="1500">
              <a:latin typeface="Arial"/>
              <a:cs typeface="Arial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5744567" y="5456374"/>
            <a:ext cx="191135" cy="2940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50" spc="-25" dirty="0">
                <a:solidFill>
                  <a:srgbClr val="AAAAA8"/>
                </a:solidFill>
                <a:latin typeface="Arial"/>
                <a:cs typeface="Arial"/>
              </a:rPr>
              <a:t>••</a:t>
            </a:r>
            <a:endParaRPr sz="1750">
              <a:latin typeface="Arial"/>
              <a:cs typeface="Arial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5722924" y="6330620"/>
            <a:ext cx="237490" cy="5924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700" spc="-395" dirty="0">
                <a:solidFill>
                  <a:srgbClr val="BCBCBA"/>
                </a:solidFill>
                <a:latin typeface="Times New Roman"/>
                <a:cs typeface="Times New Roman"/>
              </a:rPr>
              <a:t>...</a:t>
            </a:r>
            <a:endParaRPr sz="3700">
              <a:latin typeface="Times New Roman"/>
              <a:cs typeface="Times New Roman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8588814" y="1933865"/>
            <a:ext cx="181610" cy="5848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650" spc="-330" dirty="0">
                <a:solidFill>
                  <a:srgbClr val="AAAAA8"/>
                </a:solidFill>
                <a:latin typeface="Times New Roman"/>
                <a:cs typeface="Times New Roman"/>
              </a:rPr>
              <a:t>..</a:t>
            </a:r>
            <a:endParaRPr sz="3650">
              <a:latin typeface="Times New Roman"/>
              <a:cs typeface="Times New Roman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6295872" y="6834748"/>
            <a:ext cx="588010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34340" algn="l"/>
              </a:tabLst>
            </a:pPr>
            <a:r>
              <a:rPr sz="550" spc="65" dirty="0">
                <a:solidFill>
                  <a:srgbClr val="BCBCBA"/>
                </a:solidFill>
                <a:latin typeface="Times New Roman"/>
                <a:cs typeface="Times New Roman"/>
              </a:rPr>
              <a:t>1111</a:t>
            </a:r>
            <a:r>
              <a:rPr sz="550" dirty="0">
                <a:solidFill>
                  <a:srgbClr val="BCBCBA"/>
                </a:solidFill>
                <a:latin typeface="Times New Roman"/>
                <a:cs typeface="Times New Roman"/>
              </a:rPr>
              <a:t>	</a:t>
            </a:r>
            <a:r>
              <a:rPr sz="750" spc="100" dirty="0">
                <a:solidFill>
                  <a:srgbClr val="AAAAA8"/>
                </a:solidFill>
                <a:latin typeface="Arial"/>
                <a:cs typeface="Arial"/>
              </a:rPr>
              <a:t>uu</a:t>
            </a:r>
            <a:endParaRPr sz="750">
              <a:latin typeface="Arial"/>
              <a:cs typeface="Arial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7161871" y="6860274"/>
            <a:ext cx="154305" cy="109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50" spc="-20" dirty="0">
                <a:solidFill>
                  <a:srgbClr val="898987"/>
                </a:solidFill>
                <a:latin typeface="Times New Roman"/>
                <a:cs typeface="Times New Roman"/>
              </a:rPr>
              <a:t>1</a:t>
            </a:r>
            <a:r>
              <a:rPr sz="550" spc="-20" dirty="0">
                <a:solidFill>
                  <a:srgbClr val="AAAAA8"/>
                </a:solidFill>
                <a:latin typeface="Times New Roman"/>
                <a:cs typeface="Times New Roman"/>
              </a:rPr>
              <a:t>10!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7599213" y="6726265"/>
            <a:ext cx="981075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48945" algn="l"/>
                <a:tab pos="876300" algn="l"/>
              </a:tabLst>
            </a:pPr>
            <a:r>
              <a:rPr sz="550" spc="229" dirty="0">
                <a:solidFill>
                  <a:srgbClr val="AAAAA8"/>
                </a:solidFill>
                <a:latin typeface="Times New Roman"/>
                <a:cs typeface="Times New Roman"/>
              </a:rPr>
              <a:t>,,.,</a:t>
            </a:r>
            <a:r>
              <a:rPr sz="550" dirty="0">
                <a:solidFill>
                  <a:srgbClr val="AAAAA8"/>
                </a:solidFill>
                <a:latin typeface="Times New Roman"/>
                <a:cs typeface="Times New Roman"/>
              </a:rPr>
              <a:t>	</a:t>
            </a:r>
            <a:r>
              <a:rPr sz="1600" spc="-275" dirty="0">
                <a:solidFill>
                  <a:srgbClr val="AAAAA8"/>
                </a:solidFill>
                <a:latin typeface="Times New Roman"/>
                <a:cs typeface="Times New Roman"/>
              </a:rPr>
              <a:t>u.o,</a:t>
            </a:r>
            <a:r>
              <a:rPr sz="1600" dirty="0">
                <a:solidFill>
                  <a:srgbClr val="AAAAA8"/>
                </a:solidFill>
                <a:latin typeface="Times New Roman"/>
                <a:cs typeface="Times New Roman"/>
              </a:rPr>
              <a:t>	</a:t>
            </a:r>
            <a:r>
              <a:rPr sz="750" spc="-185" dirty="0">
                <a:solidFill>
                  <a:srgbClr val="AAAAA8"/>
                </a:solidFill>
                <a:latin typeface="Arial"/>
                <a:cs typeface="Arial"/>
              </a:rPr>
              <a:t>u</a:t>
            </a:r>
            <a:r>
              <a:rPr sz="750" spc="35" dirty="0">
                <a:solidFill>
                  <a:srgbClr val="AAAAA8"/>
                </a:solidFill>
                <a:latin typeface="Arial"/>
                <a:cs typeface="Arial"/>
              </a:rPr>
              <a:t> </a:t>
            </a:r>
            <a:r>
              <a:rPr sz="750" spc="-70" dirty="0">
                <a:solidFill>
                  <a:srgbClr val="898987"/>
                </a:solidFill>
                <a:latin typeface="Arial"/>
                <a:cs typeface="Arial"/>
              </a:rPr>
              <a:t>..</a:t>
            </a:r>
            <a:endParaRPr sz="750">
              <a:latin typeface="Arial"/>
              <a:cs typeface="Arial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5734094" y="7007045"/>
            <a:ext cx="3328035" cy="47244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 marR="5080" indent="9525">
              <a:lnSpc>
                <a:spcPts val="1710"/>
              </a:lnSpc>
              <a:spcBef>
                <a:spcPts val="240"/>
              </a:spcBef>
            </a:pPr>
            <a:r>
              <a:rPr sz="1500" spc="80" dirty="0">
                <a:solidFill>
                  <a:srgbClr val="898987"/>
                </a:solidFill>
                <a:latin typeface="Arial"/>
                <a:cs typeface="Arial"/>
              </a:rPr>
              <a:t>Above-</a:t>
            </a:r>
            <a:r>
              <a:rPr sz="1500" spc="-135" dirty="0">
                <a:solidFill>
                  <a:srgbClr val="898987"/>
                </a:solidFill>
                <a:latin typeface="Arial"/>
                <a:cs typeface="Arial"/>
              </a:rPr>
              <a:t> </a:t>
            </a:r>
            <a:r>
              <a:rPr sz="1500" spc="85" dirty="0">
                <a:solidFill>
                  <a:srgbClr val="898987"/>
                </a:solidFill>
                <a:latin typeface="Arial"/>
                <a:cs typeface="Arial"/>
              </a:rPr>
              <a:t>and</a:t>
            </a:r>
            <a:r>
              <a:rPr sz="1500" spc="-30" dirty="0">
                <a:solidFill>
                  <a:srgbClr val="898987"/>
                </a:solidFill>
                <a:latin typeface="Arial"/>
                <a:cs typeface="Arial"/>
              </a:rPr>
              <a:t> </a:t>
            </a:r>
            <a:r>
              <a:rPr sz="1500" spc="70" dirty="0">
                <a:solidFill>
                  <a:srgbClr val="898987"/>
                </a:solidFill>
                <a:latin typeface="Arial"/>
                <a:cs typeface="Arial"/>
              </a:rPr>
              <a:t>Below</a:t>
            </a:r>
            <a:r>
              <a:rPr sz="1500" spc="70" dirty="0">
                <a:solidFill>
                  <a:srgbClr val="AAAAA8"/>
                </a:solidFill>
                <a:latin typeface="Arial"/>
                <a:cs typeface="Arial"/>
              </a:rPr>
              <a:t>-</a:t>
            </a:r>
            <a:r>
              <a:rPr sz="1500" spc="75" dirty="0">
                <a:solidFill>
                  <a:srgbClr val="898987"/>
                </a:solidFill>
                <a:latin typeface="Arial"/>
                <a:cs typeface="Arial"/>
              </a:rPr>
              <a:t>Ground</a:t>
            </a:r>
            <a:r>
              <a:rPr sz="1500" spc="-15" dirty="0">
                <a:solidFill>
                  <a:srgbClr val="898987"/>
                </a:solidFill>
                <a:latin typeface="Arial"/>
                <a:cs typeface="Arial"/>
              </a:rPr>
              <a:t> </a:t>
            </a:r>
            <a:r>
              <a:rPr sz="1500" spc="55" dirty="0">
                <a:solidFill>
                  <a:srgbClr val="898987"/>
                </a:solidFill>
                <a:latin typeface="Arial"/>
                <a:cs typeface="Arial"/>
              </a:rPr>
              <a:t>Biomass </a:t>
            </a:r>
            <a:r>
              <a:rPr sz="1500" spc="90" dirty="0">
                <a:solidFill>
                  <a:srgbClr val="898987"/>
                </a:solidFill>
                <a:latin typeface="Arial"/>
                <a:cs typeface="Arial"/>
              </a:rPr>
              <a:t>Carbon</a:t>
            </a:r>
            <a:r>
              <a:rPr sz="1500" spc="-195" dirty="0">
                <a:solidFill>
                  <a:srgbClr val="898987"/>
                </a:solidFill>
                <a:latin typeface="Arial"/>
                <a:cs typeface="Arial"/>
              </a:rPr>
              <a:t> </a:t>
            </a:r>
            <a:r>
              <a:rPr sz="1500" spc="75" dirty="0">
                <a:solidFill>
                  <a:srgbClr val="898987"/>
                </a:solidFill>
                <a:latin typeface="Arial"/>
                <a:cs typeface="Arial"/>
              </a:rPr>
              <a:t>Stock</a:t>
            </a:r>
            <a:endParaRPr sz="1500">
              <a:latin typeface="Arial"/>
              <a:cs typeface="Arial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9234035" y="4631761"/>
            <a:ext cx="114935" cy="2364105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26670">
              <a:lnSpc>
                <a:spcPct val="100000"/>
              </a:lnSpc>
              <a:spcBef>
                <a:spcPts val="720"/>
              </a:spcBef>
            </a:pPr>
            <a:r>
              <a:rPr sz="1500" spc="60" dirty="0">
                <a:solidFill>
                  <a:srgbClr val="AAAAA8"/>
                </a:solidFill>
                <a:latin typeface="Arial"/>
                <a:cs typeface="Arial"/>
              </a:rPr>
              <a:t>•</a:t>
            </a:r>
            <a:endParaRPr sz="1500">
              <a:latin typeface="Arial"/>
              <a:cs typeface="Arial"/>
            </a:endParaRPr>
          </a:p>
          <a:p>
            <a:pPr marL="15240">
              <a:lnSpc>
                <a:spcPct val="100000"/>
              </a:lnSpc>
              <a:spcBef>
                <a:spcPts val="560"/>
              </a:spcBef>
            </a:pPr>
            <a:r>
              <a:rPr sz="1350" spc="55" dirty="0">
                <a:solidFill>
                  <a:srgbClr val="AAAAA8"/>
                </a:solidFill>
                <a:latin typeface="Arial"/>
                <a:cs typeface="Arial"/>
              </a:rPr>
              <a:t>•</a:t>
            </a:r>
            <a:endParaRPr sz="1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750" spc="-204" dirty="0">
                <a:solidFill>
                  <a:srgbClr val="AAAAA8"/>
                </a:solidFill>
                <a:latin typeface="Arial"/>
                <a:cs typeface="Arial"/>
              </a:rPr>
              <a:t>•</a:t>
            </a:r>
            <a:endParaRPr sz="1750">
              <a:latin typeface="Arial"/>
              <a:cs typeface="Arial"/>
            </a:endParaRPr>
          </a:p>
          <a:p>
            <a:pPr marL="26670">
              <a:lnSpc>
                <a:spcPct val="100000"/>
              </a:lnSpc>
              <a:spcBef>
                <a:spcPts val="310"/>
              </a:spcBef>
            </a:pPr>
            <a:r>
              <a:rPr sz="1550" spc="20" dirty="0">
                <a:solidFill>
                  <a:srgbClr val="AAAAA8"/>
                </a:solidFill>
                <a:latin typeface="Arial"/>
                <a:cs typeface="Arial"/>
              </a:rPr>
              <a:t>•</a:t>
            </a:r>
            <a:endParaRPr sz="1550">
              <a:latin typeface="Arial"/>
              <a:cs typeface="Arial"/>
            </a:endParaRPr>
          </a:p>
          <a:p>
            <a:pPr marL="27940">
              <a:lnSpc>
                <a:spcPct val="100000"/>
              </a:lnSpc>
              <a:spcBef>
                <a:spcPts val="550"/>
              </a:spcBef>
            </a:pPr>
            <a:r>
              <a:rPr sz="1350" spc="20" dirty="0">
                <a:solidFill>
                  <a:srgbClr val="AAAAA8"/>
                </a:solidFill>
                <a:latin typeface="Arial"/>
                <a:cs typeface="Arial"/>
              </a:rPr>
              <a:t>•</a:t>
            </a:r>
            <a:endParaRPr sz="1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sz="1750" spc="25" dirty="0">
                <a:solidFill>
                  <a:srgbClr val="AAAAA8"/>
                </a:solidFill>
                <a:latin typeface="Arial"/>
                <a:cs typeface="Arial"/>
              </a:rPr>
              <a:t>•</a:t>
            </a:r>
            <a:endParaRPr sz="1750">
              <a:latin typeface="Arial"/>
              <a:cs typeface="Arial"/>
            </a:endParaRPr>
          </a:p>
          <a:p>
            <a:pPr marL="26670">
              <a:lnSpc>
                <a:spcPct val="100000"/>
              </a:lnSpc>
              <a:spcBef>
                <a:spcPts val="310"/>
              </a:spcBef>
            </a:pPr>
            <a:r>
              <a:rPr sz="1550" spc="20" dirty="0">
                <a:solidFill>
                  <a:srgbClr val="AAAAA8"/>
                </a:solidFill>
                <a:latin typeface="Arial"/>
                <a:cs typeface="Arial"/>
              </a:rPr>
              <a:t>•</a:t>
            </a:r>
            <a:endParaRPr sz="1550">
              <a:latin typeface="Arial"/>
              <a:cs typeface="Arial"/>
            </a:endParaRPr>
          </a:p>
          <a:p>
            <a:pPr marL="13970">
              <a:lnSpc>
                <a:spcPct val="100000"/>
              </a:lnSpc>
              <a:spcBef>
                <a:spcPts val="455"/>
              </a:spcBef>
            </a:pPr>
            <a:r>
              <a:rPr sz="1550" spc="20" dirty="0">
                <a:solidFill>
                  <a:srgbClr val="D1D1D1"/>
                </a:solidFill>
                <a:latin typeface="Arial"/>
                <a:cs typeface="Arial"/>
              </a:rPr>
              <a:t>•</a:t>
            </a:r>
            <a:endParaRPr sz="1550">
              <a:latin typeface="Arial"/>
              <a:cs typeface="Arial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11382794" y="5035205"/>
            <a:ext cx="133350" cy="3092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50" spc="90" dirty="0">
                <a:solidFill>
                  <a:srgbClr val="898987"/>
                </a:solidFill>
                <a:latin typeface="Times New Roman"/>
                <a:cs typeface="Times New Roman"/>
              </a:rPr>
              <a:t>"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12378827" y="4811857"/>
            <a:ext cx="116839" cy="5156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200" spc="-350" dirty="0">
                <a:solidFill>
                  <a:srgbClr val="BCBCBA"/>
                </a:solidFill>
                <a:latin typeface="Arial"/>
                <a:cs typeface="Arial"/>
              </a:rPr>
              <a:t>-</a:t>
            </a:r>
            <a:endParaRPr sz="3200">
              <a:latin typeface="Arial"/>
              <a:cs typeface="Arial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10915505" y="4958629"/>
            <a:ext cx="1152525" cy="90614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750" spc="-530" dirty="0">
                <a:solidFill>
                  <a:srgbClr val="898987"/>
                </a:solidFill>
                <a:latin typeface="Courier New"/>
                <a:cs typeface="Courier New"/>
              </a:rPr>
              <a:t>·</a:t>
            </a:r>
            <a:r>
              <a:rPr sz="5750" spc="-530" dirty="0">
                <a:solidFill>
                  <a:srgbClr val="4F4F4F"/>
                </a:solidFill>
                <a:latin typeface="Courier New"/>
                <a:cs typeface="Courier New"/>
              </a:rPr>
              <a:t>*</a:t>
            </a:r>
            <a:r>
              <a:rPr sz="5750" spc="-530" dirty="0">
                <a:solidFill>
                  <a:srgbClr val="AAAAA8"/>
                </a:solidFill>
                <a:latin typeface="Courier New"/>
                <a:cs typeface="Courier New"/>
              </a:rPr>
              <a:t>·</a:t>
            </a:r>
            <a:endParaRPr sz="5750">
              <a:latin typeface="Courier New"/>
              <a:cs typeface="Courier New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11390976" y="5488281"/>
            <a:ext cx="102870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spc="25" dirty="0">
                <a:solidFill>
                  <a:srgbClr val="898987"/>
                </a:solidFill>
                <a:latin typeface="Arial"/>
                <a:cs typeface="Arial"/>
              </a:rPr>
              <a:t>&lt;</a:t>
            </a:r>
            <a:endParaRPr sz="1000">
              <a:latin typeface="Arial"/>
              <a:cs typeface="Arial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10862609" y="5596764"/>
            <a:ext cx="175895" cy="5384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350" spc="-120" dirty="0">
                <a:solidFill>
                  <a:srgbClr val="BCBCBA"/>
                </a:solidFill>
                <a:latin typeface="Arial"/>
                <a:cs typeface="Arial"/>
              </a:rPr>
              <a:t>.</a:t>
            </a:r>
            <a:r>
              <a:rPr sz="1900" spc="-120" dirty="0">
                <a:solidFill>
                  <a:srgbClr val="BCBCBA"/>
                </a:solidFill>
                <a:latin typeface="Arial"/>
                <a:cs typeface="Arial"/>
              </a:rPr>
              <a:t>.</a:t>
            </a:r>
            <a:endParaRPr sz="1900">
              <a:latin typeface="Arial"/>
              <a:cs typeface="Arial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9160323" y="7570427"/>
            <a:ext cx="116839" cy="1219835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24130">
              <a:lnSpc>
                <a:spcPct val="100000"/>
              </a:lnSpc>
              <a:spcBef>
                <a:spcPts val="495"/>
              </a:spcBef>
            </a:pPr>
            <a:r>
              <a:rPr sz="1500" spc="20" dirty="0">
                <a:solidFill>
                  <a:srgbClr val="AAAAA8"/>
                </a:solidFill>
                <a:latin typeface="Arial"/>
                <a:cs typeface="Arial"/>
              </a:rPr>
              <a:t>•</a:t>
            </a:r>
            <a:endParaRPr sz="1500">
              <a:latin typeface="Arial"/>
              <a:cs typeface="Arial"/>
            </a:endParaRPr>
          </a:p>
          <a:p>
            <a:pPr marL="22225">
              <a:lnSpc>
                <a:spcPct val="100000"/>
              </a:lnSpc>
              <a:spcBef>
                <a:spcPts val="459"/>
              </a:spcBef>
            </a:pPr>
            <a:r>
              <a:rPr sz="1750" spc="25" dirty="0">
                <a:solidFill>
                  <a:srgbClr val="BCBCBA"/>
                </a:solidFill>
                <a:latin typeface="Arial"/>
                <a:cs typeface="Arial"/>
              </a:rPr>
              <a:t>•</a:t>
            </a:r>
            <a:endParaRPr sz="17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sz="1350" spc="20" dirty="0">
                <a:solidFill>
                  <a:srgbClr val="898987"/>
                </a:solidFill>
                <a:latin typeface="Arial"/>
                <a:cs typeface="Arial"/>
              </a:rPr>
              <a:t>•</a:t>
            </a:r>
            <a:endParaRPr sz="1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1350" spc="20" dirty="0">
                <a:solidFill>
                  <a:srgbClr val="AAAAA8"/>
                </a:solidFill>
                <a:latin typeface="Arial"/>
                <a:cs typeface="Arial"/>
              </a:rPr>
              <a:t>•</a:t>
            </a:r>
            <a:endParaRPr sz="1350">
              <a:latin typeface="Arial"/>
              <a:cs typeface="Arial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9159693" y="9202232"/>
            <a:ext cx="68580" cy="2863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0" dirty="0">
                <a:solidFill>
                  <a:srgbClr val="AAAAA8"/>
                </a:solidFill>
                <a:latin typeface="Arial"/>
                <a:cs typeface="Arial"/>
              </a:rPr>
              <a:t>'</a:t>
            </a:r>
            <a:endParaRPr sz="1700">
              <a:latin typeface="Arial"/>
              <a:cs typeface="Arial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10028990" y="2884687"/>
            <a:ext cx="1758950" cy="3625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200" spc="165" dirty="0">
                <a:solidFill>
                  <a:srgbClr val="4F4F4F"/>
                </a:solidFill>
                <a:latin typeface="Arial"/>
                <a:cs typeface="Arial"/>
              </a:rPr>
              <a:t>Training</a:t>
            </a:r>
            <a:r>
              <a:rPr sz="2200" spc="-135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2200" spc="155" dirty="0">
                <a:solidFill>
                  <a:srgbClr val="4F4F4F"/>
                </a:solidFill>
                <a:latin typeface="Arial"/>
                <a:cs typeface="Arial"/>
              </a:rPr>
              <a:t>Set</a:t>
            </a:r>
            <a:endParaRPr sz="2200">
              <a:latin typeface="Arial"/>
              <a:cs typeface="Arial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9762173" y="3548348"/>
            <a:ext cx="2188210" cy="3473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1950" spc="220" dirty="0">
                <a:solidFill>
                  <a:srgbClr val="161618"/>
                </a:solidFill>
                <a:latin typeface="Arial"/>
                <a:cs typeface="Arial"/>
              </a:rPr>
              <a:t>Model</a:t>
            </a:r>
            <a:r>
              <a:rPr sz="1950" spc="-280" dirty="0">
                <a:solidFill>
                  <a:srgbClr val="161618"/>
                </a:solidFill>
                <a:latin typeface="Arial"/>
                <a:cs typeface="Arial"/>
              </a:rPr>
              <a:t> </a:t>
            </a:r>
            <a:r>
              <a:rPr sz="1950" dirty="0">
                <a:solidFill>
                  <a:srgbClr val="161618"/>
                </a:solidFill>
                <a:latin typeface="Arial"/>
                <a:cs typeface="Arial"/>
              </a:rPr>
              <a:t>R</a:t>
            </a:r>
            <a:r>
              <a:rPr sz="1800" baseline="37037" dirty="0">
                <a:solidFill>
                  <a:srgbClr val="161618"/>
                </a:solidFill>
                <a:latin typeface="Arial"/>
                <a:cs typeface="Arial"/>
              </a:rPr>
              <a:t>2</a:t>
            </a:r>
            <a:r>
              <a:rPr sz="1800" spc="75" baseline="37037" dirty="0">
                <a:solidFill>
                  <a:srgbClr val="161618"/>
                </a:solidFill>
                <a:latin typeface="Arial"/>
                <a:cs typeface="Arial"/>
              </a:rPr>
              <a:t> </a:t>
            </a:r>
            <a:r>
              <a:rPr sz="2100" spc="-20" dirty="0">
                <a:solidFill>
                  <a:srgbClr val="2A2A2A"/>
                </a:solidFill>
                <a:latin typeface="Arial"/>
                <a:cs typeface="Arial"/>
              </a:rPr>
              <a:t>=</a:t>
            </a:r>
            <a:r>
              <a:rPr sz="2100" spc="-260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950" spc="60" dirty="0">
                <a:solidFill>
                  <a:srgbClr val="161618"/>
                </a:solidFill>
                <a:latin typeface="Arial"/>
                <a:cs typeface="Arial"/>
              </a:rPr>
              <a:t>87.4%</a:t>
            </a:r>
            <a:endParaRPr sz="1950">
              <a:latin typeface="Arial"/>
              <a:cs typeface="Arial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13550366" y="1838144"/>
            <a:ext cx="413384" cy="4699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900" b="1" spc="45" dirty="0">
                <a:solidFill>
                  <a:srgbClr val="4F4F4F"/>
                </a:solidFill>
                <a:latin typeface="Arial"/>
                <a:cs typeface="Arial"/>
              </a:rPr>
              <a:t>Al</a:t>
            </a:r>
            <a:endParaRPr sz="2900">
              <a:latin typeface="Arial"/>
              <a:cs typeface="Arial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12554904" y="2884687"/>
            <a:ext cx="2282190" cy="3625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200" spc="130" dirty="0">
                <a:solidFill>
                  <a:srgbClr val="E9905B"/>
                </a:solidFill>
                <a:latin typeface="Arial"/>
                <a:cs typeface="Arial"/>
              </a:rPr>
              <a:t>GeoAI</a:t>
            </a:r>
            <a:r>
              <a:rPr sz="2200" spc="-110" dirty="0">
                <a:solidFill>
                  <a:srgbClr val="E9905B"/>
                </a:solidFill>
                <a:latin typeface="Arial"/>
                <a:cs typeface="Arial"/>
              </a:rPr>
              <a:t> </a:t>
            </a:r>
            <a:r>
              <a:rPr sz="2200" spc="140" dirty="0">
                <a:solidFill>
                  <a:srgbClr val="4F4F4F"/>
                </a:solidFill>
                <a:latin typeface="Arial"/>
                <a:cs typeface="Arial"/>
              </a:rPr>
              <a:t>CatBoost</a:t>
            </a:r>
            <a:endParaRPr sz="2200">
              <a:latin typeface="Arial"/>
              <a:cs typeface="Arial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15299004" y="2884687"/>
            <a:ext cx="2495550" cy="3625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200" spc="180" dirty="0">
                <a:solidFill>
                  <a:srgbClr val="4F4F4F"/>
                </a:solidFill>
                <a:latin typeface="Arial"/>
                <a:cs typeface="Arial"/>
              </a:rPr>
              <a:t>Prediction</a:t>
            </a:r>
            <a:r>
              <a:rPr sz="2200" spc="-10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2200" spc="215" dirty="0">
                <a:solidFill>
                  <a:srgbClr val="4F4F4F"/>
                </a:solidFill>
                <a:latin typeface="Arial"/>
                <a:cs typeface="Arial"/>
              </a:rPr>
              <a:t>Model</a:t>
            </a:r>
            <a:endParaRPr sz="2200">
              <a:latin typeface="Arial"/>
              <a:cs typeface="Arial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9785573" y="4269442"/>
            <a:ext cx="5118100" cy="3549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050" spc="60" dirty="0">
                <a:latin typeface="Arial"/>
                <a:cs typeface="Arial"/>
              </a:rPr>
              <a:t>Results</a:t>
            </a:r>
            <a:r>
              <a:rPr sz="2050" spc="60" dirty="0">
                <a:solidFill>
                  <a:srgbClr val="2A2A2A"/>
                </a:solidFill>
                <a:latin typeface="Arial"/>
                <a:cs typeface="Arial"/>
              </a:rPr>
              <a:t>:</a:t>
            </a:r>
            <a:r>
              <a:rPr sz="2050" spc="-195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2050" spc="85" dirty="0">
                <a:solidFill>
                  <a:srgbClr val="161618"/>
                </a:solidFill>
                <a:latin typeface="Arial"/>
                <a:cs typeface="Arial"/>
              </a:rPr>
              <a:t>Carbon</a:t>
            </a:r>
            <a:r>
              <a:rPr sz="2050" spc="-160" dirty="0">
                <a:solidFill>
                  <a:srgbClr val="161618"/>
                </a:solidFill>
                <a:latin typeface="Arial"/>
                <a:cs typeface="Arial"/>
              </a:rPr>
              <a:t> </a:t>
            </a:r>
            <a:r>
              <a:rPr sz="2050" spc="100" dirty="0">
                <a:solidFill>
                  <a:srgbClr val="161618"/>
                </a:solidFill>
                <a:latin typeface="Arial"/>
                <a:cs typeface="Arial"/>
              </a:rPr>
              <a:t>stock</a:t>
            </a:r>
            <a:r>
              <a:rPr sz="2050" spc="-150" dirty="0">
                <a:solidFill>
                  <a:srgbClr val="161618"/>
                </a:solidFill>
                <a:latin typeface="Arial"/>
                <a:cs typeface="Arial"/>
              </a:rPr>
              <a:t> </a:t>
            </a:r>
            <a:r>
              <a:rPr sz="2050" spc="90" dirty="0">
                <a:solidFill>
                  <a:srgbClr val="161618"/>
                </a:solidFill>
                <a:latin typeface="Arial"/>
                <a:cs typeface="Arial"/>
              </a:rPr>
              <a:t>of</a:t>
            </a:r>
            <a:r>
              <a:rPr sz="2050" spc="55" dirty="0">
                <a:solidFill>
                  <a:srgbClr val="161618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srgbClr val="161618"/>
                </a:solidFill>
                <a:latin typeface="Arial"/>
                <a:cs typeface="Arial"/>
              </a:rPr>
              <a:t>San</a:t>
            </a:r>
            <a:r>
              <a:rPr sz="2050" spc="-180" dirty="0">
                <a:solidFill>
                  <a:srgbClr val="161618"/>
                </a:solidFill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Tin</a:t>
            </a:r>
            <a:r>
              <a:rPr sz="2050" spc="185" dirty="0">
                <a:latin typeface="Arial"/>
                <a:cs typeface="Arial"/>
              </a:rPr>
              <a:t> </a:t>
            </a:r>
            <a:r>
              <a:rPr sz="2150" spc="105" dirty="0">
                <a:solidFill>
                  <a:srgbClr val="161618"/>
                </a:solidFill>
                <a:latin typeface="Times New Roman"/>
                <a:cs typeface="Times New Roman"/>
              </a:rPr>
              <a:t>by</a:t>
            </a:r>
            <a:r>
              <a:rPr sz="2150" spc="-110" dirty="0">
                <a:solidFill>
                  <a:srgbClr val="161618"/>
                </a:solidFill>
                <a:latin typeface="Times New Roman"/>
                <a:cs typeface="Times New Roman"/>
              </a:rPr>
              <a:t> </a:t>
            </a:r>
            <a:r>
              <a:rPr sz="2050" spc="95" dirty="0">
                <a:latin typeface="Arial"/>
                <a:cs typeface="Arial"/>
              </a:rPr>
              <a:t>block</a:t>
            </a:r>
            <a:endParaRPr sz="2050">
              <a:latin typeface="Arial"/>
              <a:cs typeface="Arial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15531275" y="7913198"/>
            <a:ext cx="767715" cy="7975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7305">
              <a:lnSpc>
                <a:spcPct val="100000"/>
              </a:lnSpc>
              <a:spcBef>
                <a:spcPts val="105"/>
              </a:spcBef>
            </a:pPr>
            <a:r>
              <a:rPr sz="900" spc="155" dirty="0">
                <a:solidFill>
                  <a:srgbClr val="898987"/>
                </a:solidFill>
                <a:latin typeface="Times New Roman"/>
                <a:cs typeface="Times New Roman"/>
              </a:rPr>
              <a:t>l.,.</a:t>
            </a:r>
            <a:endParaRPr sz="900">
              <a:latin typeface="Times New Roman"/>
              <a:cs typeface="Times New Roman"/>
            </a:endParaRPr>
          </a:p>
          <a:p>
            <a:pPr marL="243840">
              <a:lnSpc>
                <a:spcPct val="100000"/>
              </a:lnSpc>
              <a:spcBef>
                <a:spcPts val="25"/>
              </a:spcBef>
            </a:pPr>
            <a:r>
              <a:rPr sz="900" spc="114" dirty="0">
                <a:solidFill>
                  <a:srgbClr val="898987"/>
                </a:solidFill>
                <a:latin typeface="Times New Roman"/>
                <a:cs typeface="Times New Roman"/>
              </a:rPr>
              <a:t>lawH</a:t>
            </a:r>
            <a:r>
              <a:rPr sz="900" spc="114" dirty="0">
                <a:solidFill>
                  <a:srgbClr val="646462"/>
                </a:solidFill>
                <a:latin typeface="Times New Roman"/>
                <a:cs typeface="Times New Roman"/>
              </a:rPr>
              <a:t>i</a:t>
            </a:r>
            <a:r>
              <a:rPr sz="900" spc="114" dirty="0">
                <a:solidFill>
                  <a:srgbClr val="898987"/>
                </a:solidFill>
                <a:latin typeface="Times New Roman"/>
                <a:cs typeface="Times New Roman"/>
              </a:rPr>
              <a:t>gh</a:t>
            </a: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ts val="1305"/>
              </a:lnSpc>
            </a:pPr>
            <a:r>
              <a:rPr sz="1300" u="heavy" dirty="0">
                <a:solidFill>
                  <a:srgbClr val="898987"/>
                </a:solidFill>
                <a:uFill>
                  <a:solidFill>
                    <a:srgbClr val="898987"/>
                  </a:solidFill>
                </a:uFill>
                <a:latin typeface="Times New Roman"/>
                <a:cs typeface="Times New Roman"/>
              </a:rPr>
              <a:t>o</a:t>
            </a:r>
            <a:r>
              <a:rPr sz="1300" spc="420" dirty="0">
                <a:solidFill>
                  <a:srgbClr val="898987"/>
                </a:solidFill>
                <a:latin typeface="Times New Roman"/>
                <a:cs typeface="Times New Roman"/>
              </a:rPr>
              <a:t> </a:t>
            </a:r>
            <a:r>
              <a:rPr sz="1000" u="heavy" spc="90" dirty="0">
                <a:solidFill>
                  <a:srgbClr val="898987"/>
                </a:solidFill>
                <a:uFill>
                  <a:solidFill>
                    <a:srgbClr val="898987"/>
                  </a:solidFill>
                </a:uFill>
                <a:latin typeface="Times New Roman"/>
                <a:cs typeface="Times New Roman"/>
              </a:rPr>
              <a:t>0.2</a:t>
            </a:r>
            <a:r>
              <a:rPr sz="1000" spc="130" dirty="0">
                <a:solidFill>
                  <a:srgbClr val="898987"/>
                </a:solidFill>
                <a:latin typeface="Times New Roman"/>
                <a:cs typeface="Times New Roman"/>
              </a:rPr>
              <a:t> </a:t>
            </a:r>
            <a:r>
              <a:rPr sz="1300" u="heavy" spc="-20" dirty="0">
                <a:solidFill>
                  <a:srgbClr val="898987"/>
                </a:solidFill>
                <a:uFill>
                  <a:solidFill>
                    <a:srgbClr val="898987"/>
                  </a:solidFill>
                </a:uFill>
                <a:latin typeface="Times New Roman"/>
                <a:cs typeface="Times New Roman"/>
              </a:rPr>
              <a:t>o.sk</a:t>
            </a:r>
            <a:endParaRPr sz="1300">
              <a:latin typeface="Times New Roman"/>
              <a:cs typeface="Times New Roman"/>
            </a:endParaRPr>
          </a:p>
          <a:p>
            <a:pPr marL="29845">
              <a:lnSpc>
                <a:spcPts val="1245"/>
              </a:lnSpc>
            </a:pPr>
            <a:r>
              <a:rPr sz="1050" u="heavy" spc="80" dirty="0">
                <a:solidFill>
                  <a:srgbClr val="757470"/>
                </a:solidFill>
                <a:uFill>
                  <a:solidFill>
                    <a:srgbClr val="757470"/>
                  </a:solidFill>
                </a:uFill>
                <a:latin typeface="Times New Roman"/>
                <a:cs typeface="Times New Roman"/>
              </a:rPr>
              <a:t>t:-</a:t>
            </a:r>
            <a:r>
              <a:rPr sz="1050" u="heavy" spc="85" dirty="0">
                <a:solidFill>
                  <a:srgbClr val="757470"/>
                </a:solidFill>
                <a:uFill>
                  <a:solidFill>
                    <a:srgbClr val="757470"/>
                  </a:solidFill>
                </a:uFill>
                <a:latin typeface="Times New Roman"/>
                <a:cs typeface="Times New Roman"/>
              </a:rPr>
              <a:t>t</a:t>
            </a:r>
            <a:r>
              <a:rPr sz="1050" spc="200" dirty="0">
                <a:solidFill>
                  <a:srgbClr val="757470"/>
                </a:solidFill>
                <a:latin typeface="Times New Roman"/>
                <a:cs typeface="Times New Roman"/>
              </a:rPr>
              <a:t>  </a:t>
            </a:r>
            <a:r>
              <a:rPr sz="1250" u="heavy" spc="220" dirty="0">
                <a:solidFill>
                  <a:srgbClr val="646462"/>
                </a:solidFill>
                <a:uFill>
                  <a:solidFill>
                    <a:srgbClr val="646462"/>
                  </a:solidFill>
                </a:uFill>
                <a:latin typeface="Times New Roman"/>
                <a:cs typeface="Times New Roman"/>
              </a:rPr>
              <a:t>H 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05" name="object 105"/>
          <p:cNvSpPr txBox="1"/>
          <p:nvPr/>
        </p:nvSpPr>
        <p:spPr>
          <a:xfrm>
            <a:off x="16441458" y="8359892"/>
            <a:ext cx="277495" cy="3486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1355"/>
              </a:lnSpc>
              <a:spcBef>
                <a:spcPts val="105"/>
              </a:spcBef>
            </a:pPr>
            <a:r>
              <a:rPr sz="850" u="heavy" spc="-85" dirty="0">
                <a:solidFill>
                  <a:srgbClr val="757470"/>
                </a:solidFill>
                <a:uFill>
                  <a:solidFill>
                    <a:srgbClr val="757470"/>
                  </a:solidFill>
                </a:uFill>
                <a:latin typeface="Times New Roman"/>
                <a:cs typeface="Times New Roman"/>
              </a:rPr>
              <a:t>1</a:t>
            </a:r>
            <a:r>
              <a:rPr sz="850" spc="-85" dirty="0">
                <a:solidFill>
                  <a:srgbClr val="757470"/>
                </a:solidFill>
                <a:latin typeface="Times New Roman"/>
                <a:cs typeface="Times New Roman"/>
              </a:rPr>
              <a:t>.</a:t>
            </a:r>
            <a:r>
              <a:rPr sz="850" spc="10" dirty="0">
                <a:solidFill>
                  <a:srgbClr val="757470"/>
                </a:solidFill>
                <a:latin typeface="Times New Roman"/>
                <a:cs typeface="Times New Roman"/>
              </a:rPr>
              <a:t> </a:t>
            </a:r>
            <a:r>
              <a:rPr sz="1300" spc="-50" dirty="0">
                <a:solidFill>
                  <a:srgbClr val="898987"/>
                </a:solidFill>
                <a:latin typeface="Times New Roman"/>
                <a:cs typeface="Times New Roman"/>
              </a:rPr>
              <a:t>u</a:t>
            </a:r>
            <a:endParaRPr sz="1300">
              <a:latin typeface="Times New Roman"/>
              <a:cs typeface="Times New Roman"/>
            </a:endParaRPr>
          </a:p>
          <a:p>
            <a:pPr marL="87630">
              <a:lnSpc>
                <a:spcPts val="1175"/>
              </a:lnSpc>
            </a:pPr>
            <a:r>
              <a:rPr sz="1150" u="heavy" spc="-229" dirty="0">
                <a:solidFill>
                  <a:srgbClr val="898987"/>
                </a:solidFill>
                <a:uFill>
                  <a:solidFill>
                    <a:srgbClr val="646462"/>
                  </a:solidFill>
                </a:uFill>
                <a:latin typeface="Times New Roman"/>
                <a:cs typeface="Times New Roman"/>
              </a:rPr>
              <a:t>U</a:t>
            </a:r>
            <a:r>
              <a:rPr sz="1150" u="heavy" spc="-229" dirty="0">
                <a:solidFill>
                  <a:srgbClr val="BCBCBA"/>
                </a:solidFill>
                <a:uFill>
                  <a:solidFill>
                    <a:srgbClr val="646462"/>
                  </a:solidFill>
                </a:uFill>
                <a:latin typeface="Times New Roman"/>
                <a:cs typeface="Times New Roman"/>
              </a:rPr>
              <a:t>.</a:t>
            </a:r>
            <a:r>
              <a:rPr sz="1150" u="heavy" spc="-229" dirty="0">
                <a:solidFill>
                  <a:srgbClr val="646462"/>
                </a:solidFill>
                <a:uFill>
                  <a:solidFill>
                    <a:srgbClr val="646462"/>
                  </a:solidFill>
                </a:uFill>
                <a:latin typeface="Times New Roman"/>
                <a:cs typeface="Times New Roman"/>
              </a:rPr>
              <a:t>11,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06" name="object 106"/>
          <p:cNvSpPr/>
          <p:nvPr/>
        </p:nvSpPr>
        <p:spPr>
          <a:xfrm>
            <a:off x="15310622" y="9209375"/>
            <a:ext cx="51435" cy="189230"/>
          </a:xfrm>
          <a:custGeom>
            <a:avLst/>
            <a:gdLst/>
            <a:ahLst/>
            <a:cxnLst/>
            <a:rect l="l" t="t" r="r" b="b"/>
            <a:pathLst>
              <a:path w="51434" h="189229">
                <a:moveTo>
                  <a:pt x="50941" y="188991"/>
                </a:moveTo>
                <a:lnTo>
                  <a:pt x="0" y="188991"/>
                </a:lnTo>
                <a:lnTo>
                  <a:pt x="0" y="0"/>
                </a:lnTo>
                <a:lnTo>
                  <a:pt x="50941" y="0"/>
                </a:lnTo>
                <a:lnTo>
                  <a:pt x="50941" y="188991"/>
                </a:lnTo>
                <a:close/>
              </a:path>
            </a:pathLst>
          </a:custGeom>
          <a:solidFill>
            <a:srgbClr val="CAC6B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 txBox="1"/>
          <p:nvPr/>
        </p:nvSpPr>
        <p:spPr>
          <a:xfrm>
            <a:off x="14997645" y="8921452"/>
            <a:ext cx="694055" cy="5308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527050" algn="l"/>
              </a:tabLst>
            </a:pPr>
            <a:r>
              <a:rPr sz="1100" dirty="0">
                <a:solidFill>
                  <a:srgbClr val="898987"/>
                </a:solidFill>
                <a:latin typeface="Times New Roman"/>
                <a:cs typeface="Times New Roman"/>
              </a:rPr>
              <a:t>,..</a:t>
            </a:r>
            <a:r>
              <a:rPr sz="1100" spc="-20" dirty="0">
                <a:solidFill>
                  <a:srgbClr val="898987"/>
                </a:solidFill>
                <a:latin typeface="Times New Roman"/>
                <a:cs typeface="Times New Roman"/>
              </a:rPr>
              <a:t> </a:t>
            </a:r>
            <a:r>
              <a:rPr sz="1100" spc="310" dirty="0">
                <a:solidFill>
                  <a:srgbClr val="898987"/>
                </a:solidFill>
                <a:latin typeface="Times New Roman"/>
                <a:cs typeface="Times New Roman"/>
              </a:rPr>
              <a:t>.-</a:t>
            </a:r>
            <a:r>
              <a:rPr sz="1100" spc="245" dirty="0">
                <a:solidFill>
                  <a:srgbClr val="AAAAA8"/>
                </a:solidFill>
                <a:latin typeface="Times New Roman"/>
                <a:cs typeface="Times New Roman"/>
              </a:rPr>
              <a:t>t</a:t>
            </a:r>
            <a:r>
              <a:rPr sz="1100" dirty="0">
                <a:solidFill>
                  <a:srgbClr val="AAAAA8"/>
                </a:solidFill>
                <a:latin typeface="Times New Roman"/>
                <a:cs typeface="Times New Roman"/>
              </a:rPr>
              <a:t>	</a:t>
            </a:r>
            <a:r>
              <a:rPr sz="3300" spc="-1335" dirty="0">
                <a:solidFill>
                  <a:srgbClr val="AAAAA8"/>
                </a:solidFill>
                <a:latin typeface="Times New Roman"/>
                <a:cs typeface="Times New Roman"/>
              </a:rPr>
              <a:t>"</a:t>
            </a:r>
            <a:endParaRPr sz="3300">
              <a:latin typeface="Times New Roman"/>
              <a:cs typeface="Times New Roman"/>
            </a:endParaRPr>
          </a:p>
        </p:txBody>
      </p:sp>
      <p:sp>
        <p:nvSpPr>
          <p:cNvPr id="108" name="object 108"/>
          <p:cNvSpPr txBox="1"/>
          <p:nvPr/>
        </p:nvSpPr>
        <p:spPr>
          <a:xfrm>
            <a:off x="15521215" y="8921452"/>
            <a:ext cx="1234440" cy="5308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700" spc="-265" dirty="0">
                <a:solidFill>
                  <a:srgbClr val="AAAAA8"/>
                </a:solidFill>
                <a:latin typeface="Times New Roman"/>
                <a:cs typeface="Times New Roman"/>
              </a:rPr>
              <a:t>O</a:t>
            </a:r>
            <a:r>
              <a:rPr sz="3300" spc="-1460" dirty="0">
                <a:solidFill>
                  <a:srgbClr val="AAAAA8"/>
                </a:solidFill>
                <a:latin typeface="Times New Roman"/>
                <a:cs typeface="Times New Roman"/>
              </a:rPr>
              <a:t>q</a:t>
            </a:r>
            <a:r>
              <a:rPr sz="700" spc="-155" dirty="0">
                <a:solidFill>
                  <a:srgbClr val="AAAAA8"/>
                </a:solidFill>
                <a:latin typeface="Times New Roman"/>
                <a:cs typeface="Times New Roman"/>
              </a:rPr>
              <a:t>I</a:t>
            </a:r>
            <a:r>
              <a:rPr sz="700" spc="-175" dirty="0">
                <a:solidFill>
                  <a:srgbClr val="AAAAA8"/>
                </a:solidFill>
                <a:latin typeface="Times New Roman"/>
                <a:cs typeface="Times New Roman"/>
              </a:rPr>
              <a:t>i</a:t>
            </a:r>
            <a:r>
              <a:rPr sz="3300" spc="-160" dirty="0">
                <a:solidFill>
                  <a:srgbClr val="AAAAA8"/>
                </a:solidFill>
                <a:latin typeface="Times New Roman"/>
                <a:cs typeface="Times New Roman"/>
              </a:rPr>
              <a:t>;</a:t>
            </a:r>
            <a:r>
              <a:rPr sz="3300" spc="-150" dirty="0">
                <a:solidFill>
                  <a:srgbClr val="AAAAA8"/>
                </a:solidFill>
                <a:latin typeface="Times New Roman"/>
                <a:cs typeface="Times New Roman"/>
              </a:rPr>
              <a:t>,,</a:t>
            </a:r>
            <a:r>
              <a:rPr sz="3300" spc="-110" dirty="0">
                <a:solidFill>
                  <a:srgbClr val="AAAAA8"/>
                </a:solidFill>
                <a:latin typeface="Times New Roman"/>
                <a:cs typeface="Times New Roman"/>
              </a:rPr>
              <a:t>.</a:t>
            </a:r>
            <a:r>
              <a:rPr sz="3300" spc="-145" dirty="0">
                <a:solidFill>
                  <a:srgbClr val="AAAAA8"/>
                </a:solidFill>
                <a:latin typeface="Times New Roman"/>
                <a:cs typeface="Times New Roman"/>
              </a:rPr>
              <a:t>•</a:t>
            </a:r>
            <a:r>
              <a:rPr sz="3300" spc="-150" dirty="0">
                <a:solidFill>
                  <a:srgbClr val="AAAAA8"/>
                </a:solidFill>
                <a:latin typeface="Times New Roman"/>
                <a:cs typeface="Times New Roman"/>
              </a:rPr>
              <a:t>-</a:t>
            </a:r>
            <a:r>
              <a:rPr sz="3300" spc="-420" dirty="0">
                <a:solidFill>
                  <a:srgbClr val="AAAAA8"/>
                </a:solidFill>
                <a:latin typeface="Times New Roman"/>
                <a:cs typeface="Times New Roman"/>
              </a:rPr>
              <a:t>-</a:t>
            </a:r>
            <a:r>
              <a:rPr sz="3300" spc="-395" dirty="0">
                <a:solidFill>
                  <a:srgbClr val="AAAAA8"/>
                </a:solidFill>
                <a:latin typeface="Times New Roman"/>
                <a:cs typeface="Times New Roman"/>
              </a:rPr>
              <a:t>-</a:t>
            </a:r>
            <a:r>
              <a:rPr sz="3300" spc="-415" dirty="0">
                <a:solidFill>
                  <a:srgbClr val="898987"/>
                </a:solidFill>
                <a:latin typeface="Times New Roman"/>
                <a:cs typeface="Times New Roman"/>
              </a:rPr>
              <a:t>·</a:t>
            </a:r>
            <a:r>
              <a:rPr sz="3300" spc="-415" dirty="0">
                <a:solidFill>
                  <a:srgbClr val="AAAAA8"/>
                </a:solidFill>
                <a:latin typeface="Times New Roman"/>
                <a:cs typeface="Times New Roman"/>
              </a:rPr>
              <a:t>--</a:t>
            </a:r>
            <a:r>
              <a:rPr sz="3300" spc="-470" dirty="0">
                <a:solidFill>
                  <a:srgbClr val="AAAAA8"/>
                </a:solidFill>
                <a:latin typeface="Times New Roman"/>
                <a:cs typeface="Times New Roman"/>
              </a:rPr>
              <a:t>·</a:t>
            </a:r>
            <a:endParaRPr sz="3300">
              <a:latin typeface="Times New Roman"/>
              <a:cs typeface="Times New Roman"/>
            </a:endParaRPr>
          </a:p>
        </p:txBody>
      </p:sp>
      <p:sp>
        <p:nvSpPr>
          <p:cNvPr id="109" name="object 109"/>
          <p:cNvSpPr txBox="1"/>
          <p:nvPr/>
        </p:nvSpPr>
        <p:spPr>
          <a:xfrm>
            <a:off x="15528785" y="9304333"/>
            <a:ext cx="1167765" cy="132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spc="490" dirty="0">
                <a:solidFill>
                  <a:srgbClr val="AAAAA8"/>
                </a:solidFill>
                <a:latin typeface="Arial"/>
                <a:cs typeface="Arial"/>
              </a:rPr>
              <a:t>IM-</a:t>
            </a:r>
            <a:r>
              <a:rPr sz="700" spc="465" dirty="0">
                <a:solidFill>
                  <a:srgbClr val="AAAAA8"/>
                </a:solidFill>
                <a:latin typeface="Arial"/>
                <a:cs typeface="Arial"/>
              </a:rPr>
              <a:t>&lt;-</a:t>
            </a:r>
            <a:r>
              <a:rPr sz="700" spc="340" dirty="0">
                <a:solidFill>
                  <a:srgbClr val="AAAAA8"/>
                </a:solidFill>
                <a:latin typeface="Arial"/>
                <a:cs typeface="Arial"/>
              </a:rPr>
              <a:t>-</a:t>
            </a:r>
            <a:r>
              <a:rPr sz="700" spc="969" dirty="0">
                <a:solidFill>
                  <a:srgbClr val="AAAAA8"/>
                </a:solidFill>
                <a:latin typeface="Arial"/>
                <a:cs typeface="Arial"/>
              </a:rPr>
              <a:t>W</a:t>
            </a:r>
            <a:r>
              <a:rPr sz="700" spc="295" dirty="0">
                <a:solidFill>
                  <a:srgbClr val="AAAAA8"/>
                </a:solidFill>
                <a:latin typeface="Arial"/>
                <a:cs typeface="Arial"/>
              </a:rPr>
              <a:t> </a:t>
            </a:r>
            <a:r>
              <a:rPr sz="700" spc="245" dirty="0">
                <a:solidFill>
                  <a:srgbClr val="AAAAA8"/>
                </a:solidFill>
                <a:latin typeface="Arial"/>
                <a:cs typeface="Arial"/>
              </a:rPr>
              <a:t>llf..</a:t>
            </a:r>
            <a:endParaRPr sz="700">
              <a:latin typeface="Arial"/>
              <a:cs typeface="Arial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5734857" y="9699977"/>
            <a:ext cx="2448560" cy="255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500" spc="90" dirty="0">
                <a:solidFill>
                  <a:srgbClr val="898987"/>
                </a:solidFill>
                <a:latin typeface="Arial"/>
                <a:cs typeface="Arial"/>
              </a:rPr>
              <a:t>SoilOrganic</a:t>
            </a:r>
            <a:r>
              <a:rPr sz="1500" spc="20" dirty="0">
                <a:solidFill>
                  <a:srgbClr val="898987"/>
                </a:solidFill>
                <a:latin typeface="Arial"/>
                <a:cs typeface="Arial"/>
              </a:rPr>
              <a:t> </a:t>
            </a:r>
            <a:r>
              <a:rPr sz="1500" spc="75" dirty="0">
                <a:solidFill>
                  <a:srgbClr val="898987"/>
                </a:solidFill>
                <a:latin typeface="Arial"/>
                <a:cs typeface="Arial"/>
              </a:rPr>
              <a:t>Carbon</a:t>
            </a:r>
            <a:r>
              <a:rPr sz="1500" spc="-114" dirty="0">
                <a:solidFill>
                  <a:srgbClr val="898987"/>
                </a:solidFill>
                <a:latin typeface="Arial"/>
                <a:cs typeface="Arial"/>
              </a:rPr>
              <a:t> </a:t>
            </a:r>
            <a:r>
              <a:rPr sz="1500" spc="60" dirty="0">
                <a:solidFill>
                  <a:srgbClr val="898987"/>
                </a:solidFill>
                <a:latin typeface="Arial"/>
                <a:cs typeface="Arial"/>
              </a:rPr>
              <a:t>Stock</a:t>
            </a:r>
            <a:endParaRPr sz="1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70154" y="357606"/>
            <a:ext cx="560352" cy="561559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2246489"/>
            <a:ext cx="12659360" cy="2348865"/>
            <a:chOff x="0" y="2246489"/>
            <a:chExt cx="12659360" cy="234886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2246489"/>
              <a:ext cx="11716454" cy="48498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2756997"/>
              <a:ext cx="12658865" cy="1837831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626744" y="1327572"/>
            <a:ext cx="1273528" cy="81681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0" y="4620354"/>
            <a:ext cx="14951214" cy="119969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6912449" y="2782522"/>
            <a:ext cx="560352" cy="17867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5845574"/>
            <a:ext cx="14951214" cy="439037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5231389" y="5309541"/>
            <a:ext cx="407528" cy="102101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5231389" y="5513744"/>
            <a:ext cx="432999" cy="76576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5970034" y="5641371"/>
            <a:ext cx="1324469" cy="612610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585822" y="383131"/>
            <a:ext cx="0" cy="447040"/>
          </a:xfrm>
          <a:custGeom>
            <a:avLst/>
            <a:gdLst/>
            <a:ahLst/>
            <a:cxnLst/>
            <a:rect l="l" t="t" r="r" b="b"/>
            <a:pathLst>
              <a:path h="447040">
                <a:moveTo>
                  <a:pt x="0" y="446694"/>
                </a:moveTo>
                <a:lnTo>
                  <a:pt x="0" y="0"/>
                </a:lnTo>
              </a:path>
            </a:pathLst>
          </a:custGeom>
          <a:ln w="382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1308929" y="1442437"/>
            <a:ext cx="0" cy="804545"/>
          </a:xfrm>
          <a:custGeom>
            <a:avLst/>
            <a:gdLst/>
            <a:ahLst/>
            <a:cxnLst/>
            <a:rect l="l" t="t" r="r" b="b"/>
            <a:pathLst>
              <a:path h="804544">
                <a:moveTo>
                  <a:pt x="0" y="804050"/>
                </a:moveTo>
                <a:lnTo>
                  <a:pt x="0" y="0"/>
                </a:lnTo>
              </a:path>
            </a:pathLst>
          </a:custGeom>
          <a:ln w="254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2098517" y="6790013"/>
            <a:ext cx="4598035" cy="0"/>
          </a:xfrm>
          <a:custGeom>
            <a:avLst/>
            <a:gdLst/>
            <a:ahLst/>
            <a:cxnLst/>
            <a:rect l="l" t="t" r="r" b="b"/>
            <a:pathLst>
              <a:path w="4598034">
                <a:moveTo>
                  <a:pt x="0" y="0"/>
                </a:moveTo>
                <a:lnTo>
                  <a:pt x="4597436" y="0"/>
                </a:lnTo>
              </a:path>
            </a:pathLst>
          </a:custGeom>
          <a:ln w="25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362114" y="2935674"/>
            <a:ext cx="0" cy="1263650"/>
          </a:xfrm>
          <a:custGeom>
            <a:avLst/>
            <a:gdLst/>
            <a:ahLst/>
            <a:cxnLst/>
            <a:rect l="l" t="t" r="r" b="b"/>
            <a:pathLst>
              <a:path h="1263650">
                <a:moveTo>
                  <a:pt x="0" y="1263508"/>
                </a:moveTo>
                <a:lnTo>
                  <a:pt x="0" y="0"/>
                </a:lnTo>
              </a:path>
            </a:pathLst>
          </a:custGeom>
          <a:ln w="127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71205" y="4428911"/>
            <a:ext cx="1159510" cy="0"/>
          </a:xfrm>
          <a:custGeom>
            <a:avLst/>
            <a:gdLst/>
            <a:ahLst/>
            <a:cxnLst/>
            <a:rect l="l" t="t" r="r" b="b"/>
            <a:pathLst>
              <a:path w="1159510">
                <a:moveTo>
                  <a:pt x="0" y="0"/>
                </a:moveTo>
                <a:lnTo>
                  <a:pt x="1158910" y="0"/>
                </a:lnTo>
              </a:path>
            </a:pathLst>
          </a:custGeom>
          <a:ln w="127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8" name="object 18"/>
          <p:cNvGrpSpPr/>
          <p:nvPr/>
        </p:nvGrpSpPr>
        <p:grpSpPr>
          <a:xfrm>
            <a:off x="1630116" y="4428911"/>
            <a:ext cx="420370" cy="140970"/>
            <a:chOff x="1630116" y="4428911"/>
            <a:chExt cx="420370" cy="140970"/>
          </a:xfrm>
        </p:grpSpPr>
        <p:sp>
          <p:nvSpPr>
            <p:cNvPr id="19" name="object 19"/>
            <p:cNvSpPr/>
            <p:nvPr/>
          </p:nvSpPr>
          <p:spPr>
            <a:xfrm>
              <a:off x="1630116" y="4531013"/>
              <a:ext cx="420370" cy="0"/>
            </a:xfrm>
            <a:custGeom>
              <a:avLst/>
              <a:gdLst/>
              <a:ahLst/>
              <a:cxnLst/>
              <a:rect l="l" t="t" r="r" b="b"/>
              <a:pathLst>
                <a:path w="420369">
                  <a:moveTo>
                    <a:pt x="0" y="0"/>
                  </a:moveTo>
                  <a:lnTo>
                    <a:pt x="420264" y="0"/>
                  </a:lnTo>
                </a:path>
              </a:pathLst>
            </a:custGeom>
            <a:ln w="6381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037645" y="4428911"/>
              <a:ext cx="0" cy="140970"/>
            </a:xfrm>
            <a:custGeom>
              <a:avLst/>
              <a:gdLst/>
              <a:ahLst/>
              <a:cxnLst/>
              <a:rect l="l" t="t" r="r" b="b"/>
              <a:pathLst>
                <a:path h="140970">
                  <a:moveTo>
                    <a:pt x="0" y="140389"/>
                  </a:moveTo>
                  <a:lnTo>
                    <a:pt x="0" y="0"/>
                  </a:lnTo>
                </a:path>
              </a:pathLst>
            </a:custGeom>
            <a:ln w="127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/>
          <p:nvPr/>
        </p:nvSpPr>
        <p:spPr>
          <a:xfrm>
            <a:off x="2317821" y="4428911"/>
            <a:ext cx="1044575" cy="0"/>
          </a:xfrm>
          <a:custGeom>
            <a:avLst/>
            <a:gdLst/>
            <a:ahLst/>
            <a:cxnLst/>
            <a:rect l="l" t="t" r="r" b="b"/>
            <a:pathLst>
              <a:path w="1044575">
                <a:moveTo>
                  <a:pt x="0" y="0"/>
                </a:moveTo>
                <a:lnTo>
                  <a:pt x="1044293" y="0"/>
                </a:lnTo>
              </a:path>
            </a:pathLst>
          </a:custGeom>
          <a:ln w="127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011613" y="4428911"/>
            <a:ext cx="4954270" cy="0"/>
          </a:xfrm>
          <a:custGeom>
            <a:avLst/>
            <a:gdLst/>
            <a:ahLst/>
            <a:cxnLst/>
            <a:rect l="l" t="t" r="r" b="b"/>
            <a:pathLst>
              <a:path w="4954270">
                <a:moveTo>
                  <a:pt x="0" y="0"/>
                </a:moveTo>
                <a:lnTo>
                  <a:pt x="4954024" y="0"/>
                </a:lnTo>
              </a:path>
            </a:pathLst>
          </a:custGeom>
          <a:ln w="25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9092990" y="4531013"/>
            <a:ext cx="649605" cy="0"/>
          </a:xfrm>
          <a:custGeom>
            <a:avLst/>
            <a:gdLst/>
            <a:ahLst/>
            <a:cxnLst/>
            <a:rect l="l" t="t" r="r" b="b"/>
            <a:pathLst>
              <a:path w="649604">
                <a:moveTo>
                  <a:pt x="0" y="0"/>
                </a:moveTo>
                <a:lnTo>
                  <a:pt x="649499" y="0"/>
                </a:lnTo>
              </a:path>
            </a:pathLst>
          </a:custGeom>
          <a:ln w="25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0455665" y="4428911"/>
            <a:ext cx="229235" cy="0"/>
          </a:xfrm>
          <a:custGeom>
            <a:avLst/>
            <a:gdLst/>
            <a:ahLst/>
            <a:cxnLst/>
            <a:rect l="l" t="t" r="r" b="b"/>
            <a:pathLst>
              <a:path w="229234">
                <a:moveTo>
                  <a:pt x="0" y="0"/>
                </a:moveTo>
                <a:lnTo>
                  <a:pt x="229235" y="0"/>
                </a:lnTo>
              </a:path>
            </a:pathLst>
          </a:custGeom>
          <a:ln w="127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71205" y="4531013"/>
            <a:ext cx="0" cy="382905"/>
          </a:xfrm>
          <a:custGeom>
            <a:avLst/>
            <a:gdLst/>
            <a:ahLst/>
            <a:cxnLst/>
            <a:rect l="l" t="t" r="r" b="b"/>
            <a:pathLst>
              <a:path h="382904">
                <a:moveTo>
                  <a:pt x="0" y="382881"/>
                </a:moveTo>
                <a:lnTo>
                  <a:pt x="0" y="0"/>
                </a:lnTo>
              </a:path>
            </a:pathLst>
          </a:custGeom>
          <a:ln w="127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630116" y="4531013"/>
            <a:ext cx="0" cy="932180"/>
          </a:xfrm>
          <a:custGeom>
            <a:avLst/>
            <a:gdLst/>
            <a:ahLst/>
            <a:cxnLst/>
            <a:rect l="l" t="t" r="r" b="b"/>
            <a:pathLst>
              <a:path h="932179">
                <a:moveTo>
                  <a:pt x="0" y="931678"/>
                </a:moveTo>
                <a:lnTo>
                  <a:pt x="0" y="0"/>
                </a:lnTo>
              </a:path>
            </a:pathLst>
          </a:custGeom>
          <a:ln w="254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3489467" y="4531013"/>
            <a:ext cx="0" cy="932180"/>
          </a:xfrm>
          <a:custGeom>
            <a:avLst/>
            <a:gdLst/>
            <a:ahLst/>
            <a:cxnLst/>
            <a:rect l="l" t="t" r="r" b="b"/>
            <a:pathLst>
              <a:path h="932179">
                <a:moveTo>
                  <a:pt x="0" y="931678"/>
                </a:moveTo>
                <a:lnTo>
                  <a:pt x="0" y="0"/>
                </a:lnTo>
              </a:path>
            </a:pathLst>
          </a:custGeom>
          <a:ln w="254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5374288" y="4531013"/>
            <a:ext cx="0" cy="932180"/>
          </a:xfrm>
          <a:custGeom>
            <a:avLst/>
            <a:gdLst/>
            <a:ahLst/>
            <a:cxnLst/>
            <a:rect l="l" t="t" r="r" b="b"/>
            <a:pathLst>
              <a:path h="932179">
                <a:moveTo>
                  <a:pt x="0" y="931678"/>
                </a:moveTo>
                <a:lnTo>
                  <a:pt x="0" y="0"/>
                </a:lnTo>
              </a:path>
            </a:pathLst>
          </a:custGeom>
          <a:ln w="254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7653904" y="5015996"/>
            <a:ext cx="140335" cy="0"/>
          </a:xfrm>
          <a:custGeom>
            <a:avLst/>
            <a:gdLst/>
            <a:ahLst/>
            <a:cxnLst/>
            <a:rect l="l" t="t" r="r" b="b"/>
            <a:pathLst>
              <a:path w="140334">
                <a:moveTo>
                  <a:pt x="0" y="0"/>
                </a:moveTo>
                <a:lnTo>
                  <a:pt x="140088" y="0"/>
                </a:lnTo>
              </a:path>
            </a:pathLst>
          </a:custGeom>
          <a:ln w="25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9092990" y="4913895"/>
            <a:ext cx="0" cy="549275"/>
          </a:xfrm>
          <a:custGeom>
            <a:avLst/>
            <a:gdLst/>
            <a:ahLst/>
            <a:cxnLst/>
            <a:rect l="l" t="t" r="r" b="b"/>
            <a:pathLst>
              <a:path h="549275">
                <a:moveTo>
                  <a:pt x="0" y="548796"/>
                </a:moveTo>
                <a:lnTo>
                  <a:pt x="0" y="0"/>
                </a:lnTo>
              </a:path>
            </a:pathLst>
          </a:custGeom>
          <a:ln w="254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3362114" y="5207437"/>
            <a:ext cx="0" cy="561975"/>
          </a:xfrm>
          <a:custGeom>
            <a:avLst/>
            <a:gdLst/>
            <a:ahLst/>
            <a:cxnLst/>
            <a:rect l="l" t="t" r="r" b="b"/>
            <a:pathLst>
              <a:path h="561975">
                <a:moveTo>
                  <a:pt x="0" y="561559"/>
                </a:moveTo>
                <a:lnTo>
                  <a:pt x="0" y="0"/>
                </a:lnTo>
              </a:path>
            </a:pathLst>
          </a:custGeom>
          <a:ln w="127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7653904" y="5335064"/>
            <a:ext cx="140335" cy="0"/>
          </a:xfrm>
          <a:custGeom>
            <a:avLst/>
            <a:gdLst/>
            <a:ahLst/>
            <a:cxnLst/>
            <a:rect l="l" t="t" r="r" b="b"/>
            <a:pathLst>
              <a:path w="140334">
                <a:moveTo>
                  <a:pt x="0" y="0"/>
                </a:moveTo>
                <a:lnTo>
                  <a:pt x="140088" y="0"/>
                </a:lnTo>
              </a:path>
            </a:pathLst>
          </a:custGeom>
          <a:ln w="127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9080255" y="5335064"/>
            <a:ext cx="662305" cy="0"/>
          </a:xfrm>
          <a:custGeom>
            <a:avLst/>
            <a:gdLst/>
            <a:ahLst/>
            <a:cxnLst/>
            <a:rect l="l" t="t" r="r" b="b"/>
            <a:pathLst>
              <a:path w="662304">
                <a:moveTo>
                  <a:pt x="0" y="0"/>
                </a:moveTo>
                <a:lnTo>
                  <a:pt x="662234" y="0"/>
                </a:lnTo>
              </a:path>
            </a:pathLst>
          </a:custGeom>
          <a:ln w="127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2037645" y="5564793"/>
            <a:ext cx="280670" cy="0"/>
          </a:xfrm>
          <a:custGeom>
            <a:avLst/>
            <a:gdLst/>
            <a:ahLst/>
            <a:cxnLst/>
            <a:rect l="l" t="t" r="r" b="b"/>
            <a:pathLst>
              <a:path w="280669">
                <a:moveTo>
                  <a:pt x="0" y="0"/>
                </a:moveTo>
                <a:lnTo>
                  <a:pt x="280176" y="0"/>
                </a:lnTo>
              </a:path>
            </a:pathLst>
          </a:custGeom>
          <a:ln w="51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3362114" y="5564793"/>
            <a:ext cx="127635" cy="0"/>
          </a:xfrm>
          <a:custGeom>
            <a:avLst/>
            <a:gdLst/>
            <a:ahLst/>
            <a:cxnLst/>
            <a:rect l="l" t="t" r="r" b="b"/>
            <a:pathLst>
              <a:path w="127635">
                <a:moveTo>
                  <a:pt x="0" y="0"/>
                </a:moveTo>
                <a:lnTo>
                  <a:pt x="127352" y="0"/>
                </a:lnTo>
              </a:path>
            </a:pathLst>
          </a:custGeom>
          <a:ln w="25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4011613" y="5564793"/>
            <a:ext cx="866140" cy="0"/>
          </a:xfrm>
          <a:custGeom>
            <a:avLst/>
            <a:gdLst/>
            <a:ahLst/>
            <a:cxnLst/>
            <a:rect l="l" t="t" r="r" b="b"/>
            <a:pathLst>
              <a:path w="866139">
                <a:moveTo>
                  <a:pt x="0" y="0"/>
                </a:moveTo>
                <a:lnTo>
                  <a:pt x="865999" y="0"/>
                </a:lnTo>
              </a:path>
            </a:pathLst>
          </a:custGeom>
          <a:ln w="25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5068641" y="5564793"/>
            <a:ext cx="1681480" cy="0"/>
          </a:xfrm>
          <a:custGeom>
            <a:avLst/>
            <a:gdLst/>
            <a:ahLst/>
            <a:cxnLst/>
            <a:rect l="l" t="t" r="r" b="b"/>
            <a:pathLst>
              <a:path w="1681479">
                <a:moveTo>
                  <a:pt x="0" y="0"/>
                </a:moveTo>
                <a:lnTo>
                  <a:pt x="1681057" y="0"/>
                </a:lnTo>
              </a:path>
            </a:pathLst>
          </a:custGeom>
          <a:ln w="127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7653904" y="5564793"/>
            <a:ext cx="3031490" cy="0"/>
          </a:xfrm>
          <a:custGeom>
            <a:avLst/>
            <a:gdLst/>
            <a:ahLst/>
            <a:cxnLst/>
            <a:rect l="l" t="t" r="r" b="b"/>
            <a:pathLst>
              <a:path w="3031490">
                <a:moveTo>
                  <a:pt x="0" y="0"/>
                </a:moveTo>
                <a:lnTo>
                  <a:pt x="3030996" y="0"/>
                </a:lnTo>
              </a:path>
            </a:pathLst>
          </a:custGeom>
          <a:ln w="127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2037645" y="5743471"/>
            <a:ext cx="1337310" cy="0"/>
          </a:xfrm>
          <a:custGeom>
            <a:avLst/>
            <a:gdLst/>
            <a:ahLst/>
            <a:cxnLst/>
            <a:rect l="l" t="t" r="r" b="b"/>
            <a:pathLst>
              <a:path w="1337310">
                <a:moveTo>
                  <a:pt x="0" y="0"/>
                </a:moveTo>
                <a:lnTo>
                  <a:pt x="1337204" y="0"/>
                </a:lnTo>
              </a:path>
            </a:pathLst>
          </a:custGeom>
          <a:ln w="765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3489467" y="5743471"/>
            <a:ext cx="1057275" cy="0"/>
          </a:xfrm>
          <a:custGeom>
            <a:avLst/>
            <a:gdLst/>
            <a:ahLst/>
            <a:cxnLst/>
            <a:rect l="l" t="t" r="r" b="b"/>
            <a:pathLst>
              <a:path w="1057275">
                <a:moveTo>
                  <a:pt x="0" y="0"/>
                </a:moveTo>
                <a:lnTo>
                  <a:pt x="1057028" y="0"/>
                </a:lnTo>
              </a:path>
            </a:pathLst>
          </a:custGeom>
          <a:ln w="51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5667200" y="5743471"/>
            <a:ext cx="853440" cy="0"/>
          </a:xfrm>
          <a:custGeom>
            <a:avLst/>
            <a:gdLst/>
            <a:ahLst/>
            <a:cxnLst/>
            <a:rect l="l" t="t" r="r" b="b"/>
            <a:pathLst>
              <a:path w="853440">
                <a:moveTo>
                  <a:pt x="0" y="0"/>
                </a:moveTo>
                <a:lnTo>
                  <a:pt x="853263" y="0"/>
                </a:lnTo>
              </a:path>
            </a:pathLst>
          </a:custGeom>
          <a:ln w="127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2" name="object 42"/>
          <p:cNvGrpSpPr/>
          <p:nvPr/>
        </p:nvGrpSpPr>
        <p:grpSpPr>
          <a:xfrm>
            <a:off x="9092990" y="5717945"/>
            <a:ext cx="1591945" cy="51435"/>
            <a:chOff x="9092990" y="5717945"/>
            <a:chExt cx="1591945" cy="51435"/>
          </a:xfrm>
        </p:grpSpPr>
        <p:sp>
          <p:nvSpPr>
            <p:cNvPr id="43" name="object 43"/>
            <p:cNvSpPr/>
            <p:nvPr/>
          </p:nvSpPr>
          <p:spPr>
            <a:xfrm>
              <a:off x="9092990" y="5743471"/>
              <a:ext cx="649605" cy="0"/>
            </a:xfrm>
            <a:custGeom>
              <a:avLst/>
              <a:gdLst/>
              <a:ahLst/>
              <a:cxnLst/>
              <a:rect l="l" t="t" r="r" b="b"/>
              <a:pathLst>
                <a:path w="649604">
                  <a:moveTo>
                    <a:pt x="0" y="0"/>
                  </a:moveTo>
                  <a:lnTo>
                    <a:pt x="649499" y="0"/>
                  </a:lnTo>
                </a:path>
              </a:pathLst>
            </a:custGeom>
            <a:ln w="51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9742490" y="5743471"/>
              <a:ext cx="127635" cy="0"/>
            </a:xfrm>
            <a:custGeom>
              <a:avLst/>
              <a:gdLst/>
              <a:ahLst/>
              <a:cxnLst/>
              <a:rect l="l" t="t" r="r" b="b"/>
              <a:pathLst>
                <a:path w="127634">
                  <a:moveTo>
                    <a:pt x="0" y="0"/>
                  </a:moveTo>
                  <a:lnTo>
                    <a:pt x="127352" y="0"/>
                  </a:lnTo>
                </a:path>
              </a:pathLst>
            </a:custGeom>
            <a:ln w="25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9869842" y="5743471"/>
              <a:ext cx="815340" cy="0"/>
            </a:xfrm>
            <a:custGeom>
              <a:avLst/>
              <a:gdLst/>
              <a:ahLst/>
              <a:cxnLst/>
              <a:rect l="l" t="t" r="r" b="b"/>
              <a:pathLst>
                <a:path w="815340">
                  <a:moveTo>
                    <a:pt x="0" y="0"/>
                  </a:moveTo>
                  <a:lnTo>
                    <a:pt x="815058" y="0"/>
                  </a:lnTo>
                </a:path>
              </a:pathLst>
            </a:custGeom>
            <a:ln w="51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/>
          <p:nvPr/>
        </p:nvSpPr>
        <p:spPr>
          <a:xfrm>
            <a:off x="1630116" y="5743471"/>
            <a:ext cx="0" cy="906780"/>
          </a:xfrm>
          <a:custGeom>
            <a:avLst/>
            <a:gdLst/>
            <a:ahLst/>
            <a:cxnLst/>
            <a:rect l="l" t="t" r="r" b="b"/>
            <a:pathLst>
              <a:path h="906779">
                <a:moveTo>
                  <a:pt x="0" y="906152"/>
                </a:moveTo>
                <a:lnTo>
                  <a:pt x="0" y="0"/>
                </a:lnTo>
              </a:path>
            </a:pathLst>
          </a:custGeom>
          <a:ln w="254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3489467" y="5743471"/>
            <a:ext cx="0" cy="906780"/>
          </a:xfrm>
          <a:custGeom>
            <a:avLst/>
            <a:gdLst/>
            <a:ahLst/>
            <a:cxnLst/>
            <a:rect l="l" t="t" r="r" b="b"/>
            <a:pathLst>
              <a:path h="906779">
                <a:moveTo>
                  <a:pt x="0" y="906152"/>
                </a:moveTo>
                <a:lnTo>
                  <a:pt x="0" y="0"/>
                </a:lnTo>
              </a:path>
            </a:pathLst>
          </a:custGeom>
          <a:ln w="254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5374288" y="5743471"/>
            <a:ext cx="318770" cy="485140"/>
          </a:xfrm>
          <a:custGeom>
            <a:avLst/>
            <a:gdLst/>
            <a:ahLst/>
            <a:cxnLst/>
            <a:rect l="l" t="t" r="r" b="b"/>
            <a:pathLst>
              <a:path w="318770" h="485139">
                <a:moveTo>
                  <a:pt x="0" y="280779"/>
                </a:moveTo>
                <a:lnTo>
                  <a:pt x="318382" y="280779"/>
                </a:lnTo>
              </a:path>
              <a:path w="318770" h="485139">
                <a:moveTo>
                  <a:pt x="292911" y="484983"/>
                </a:moveTo>
                <a:lnTo>
                  <a:pt x="292911" y="0"/>
                </a:lnTo>
              </a:path>
            </a:pathLst>
          </a:custGeom>
          <a:ln w="509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7793992" y="5743471"/>
            <a:ext cx="0" cy="485140"/>
          </a:xfrm>
          <a:custGeom>
            <a:avLst/>
            <a:gdLst/>
            <a:ahLst/>
            <a:cxnLst/>
            <a:rect l="l" t="t" r="r" b="b"/>
            <a:pathLst>
              <a:path h="485139">
                <a:moveTo>
                  <a:pt x="0" y="484983"/>
                </a:moveTo>
                <a:lnTo>
                  <a:pt x="0" y="0"/>
                </a:lnTo>
              </a:path>
            </a:pathLst>
          </a:custGeom>
          <a:ln w="127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9742489" y="5717945"/>
            <a:ext cx="0" cy="523875"/>
          </a:xfrm>
          <a:custGeom>
            <a:avLst/>
            <a:gdLst/>
            <a:ahLst/>
            <a:cxnLst/>
            <a:rect l="l" t="t" r="r" b="b"/>
            <a:pathLst>
              <a:path h="523875">
                <a:moveTo>
                  <a:pt x="0" y="523271"/>
                </a:moveTo>
                <a:lnTo>
                  <a:pt x="0" y="0"/>
                </a:lnTo>
              </a:path>
            </a:pathLst>
          </a:custGeom>
          <a:ln w="509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9869843" y="6024250"/>
            <a:ext cx="0" cy="204470"/>
          </a:xfrm>
          <a:custGeom>
            <a:avLst/>
            <a:gdLst/>
            <a:ahLst/>
            <a:cxnLst/>
            <a:rect l="l" t="t" r="r" b="b"/>
            <a:pathLst>
              <a:path h="204470">
                <a:moveTo>
                  <a:pt x="0" y="204203"/>
                </a:moveTo>
                <a:lnTo>
                  <a:pt x="0" y="0"/>
                </a:lnTo>
              </a:path>
            </a:pathLst>
          </a:custGeom>
          <a:ln w="127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2037645" y="6445420"/>
            <a:ext cx="280670" cy="0"/>
          </a:xfrm>
          <a:custGeom>
            <a:avLst/>
            <a:gdLst/>
            <a:ahLst/>
            <a:cxnLst/>
            <a:rect l="l" t="t" r="r" b="b"/>
            <a:pathLst>
              <a:path w="280669">
                <a:moveTo>
                  <a:pt x="0" y="0"/>
                </a:moveTo>
                <a:lnTo>
                  <a:pt x="280176" y="0"/>
                </a:lnTo>
              </a:path>
            </a:pathLst>
          </a:custGeom>
          <a:ln w="51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1846615" y="6649623"/>
            <a:ext cx="471805" cy="0"/>
          </a:xfrm>
          <a:custGeom>
            <a:avLst/>
            <a:gdLst/>
            <a:ahLst/>
            <a:cxnLst/>
            <a:rect l="l" t="t" r="r" b="b"/>
            <a:pathLst>
              <a:path w="471805">
                <a:moveTo>
                  <a:pt x="0" y="0"/>
                </a:moveTo>
                <a:lnTo>
                  <a:pt x="471205" y="0"/>
                </a:lnTo>
              </a:path>
            </a:pathLst>
          </a:custGeom>
          <a:ln w="127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2037645" y="6802776"/>
            <a:ext cx="280670" cy="0"/>
          </a:xfrm>
          <a:custGeom>
            <a:avLst/>
            <a:gdLst/>
            <a:ahLst/>
            <a:cxnLst/>
            <a:rect l="l" t="t" r="r" b="b"/>
            <a:pathLst>
              <a:path w="280669">
                <a:moveTo>
                  <a:pt x="0" y="0"/>
                </a:moveTo>
                <a:lnTo>
                  <a:pt x="280176" y="0"/>
                </a:lnTo>
              </a:path>
            </a:pathLst>
          </a:custGeom>
          <a:ln w="127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4546495" y="6649623"/>
            <a:ext cx="3248025" cy="2450465"/>
          </a:xfrm>
          <a:custGeom>
            <a:avLst/>
            <a:gdLst/>
            <a:ahLst/>
            <a:cxnLst/>
            <a:rect l="l" t="t" r="r" b="b"/>
            <a:pathLst>
              <a:path w="3248025" h="2450465">
                <a:moveTo>
                  <a:pt x="0" y="153152"/>
                </a:moveTo>
                <a:lnTo>
                  <a:pt x="3247496" y="153152"/>
                </a:lnTo>
              </a:path>
              <a:path w="3248025" h="2450465">
                <a:moveTo>
                  <a:pt x="2547056" y="2450440"/>
                </a:moveTo>
                <a:lnTo>
                  <a:pt x="2547056" y="0"/>
                </a:lnTo>
              </a:path>
            </a:pathLst>
          </a:custGeom>
          <a:ln w="1274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9742489" y="6802776"/>
            <a:ext cx="942975" cy="0"/>
          </a:xfrm>
          <a:custGeom>
            <a:avLst/>
            <a:gdLst/>
            <a:ahLst/>
            <a:cxnLst/>
            <a:rect l="l" t="t" r="r" b="b"/>
            <a:pathLst>
              <a:path w="942975">
                <a:moveTo>
                  <a:pt x="0" y="0"/>
                </a:moveTo>
                <a:lnTo>
                  <a:pt x="942410" y="0"/>
                </a:lnTo>
              </a:path>
            </a:pathLst>
          </a:custGeom>
          <a:ln w="127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7" name="object 57"/>
          <p:cNvGrpSpPr/>
          <p:nvPr/>
        </p:nvGrpSpPr>
        <p:grpSpPr>
          <a:xfrm>
            <a:off x="1630116" y="6802776"/>
            <a:ext cx="1732280" cy="255270"/>
            <a:chOff x="1630116" y="6802776"/>
            <a:chExt cx="1732280" cy="255270"/>
          </a:xfrm>
        </p:grpSpPr>
        <p:sp>
          <p:nvSpPr>
            <p:cNvPr id="58" name="object 58"/>
            <p:cNvSpPr/>
            <p:nvPr/>
          </p:nvSpPr>
          <p:spPr>
            <a:xfrm>
              <a:off x="1630116" y="7019742"/>
              <a:ext cx="1732280" cy="0"/>
            </a:xfrm>
            <a:custGeom>
              <a:avLst/>
              <a:gdLst/>
              <a:ahLst/>
              <a:cxnLst/>
              <a:rect l="l" t="t" r="r" b="b"/>
              <a:pathLst>
                <a:path w="1732279">
                  <a:moveTo>
                    <a:pt x="0" y="0"/>
                  </a:moveTo>
                  <a:lnTo>
                    <a:pt x="1731998" y="0"/>
                  </a:lnTo>
                </a:path>
              </a:pathLst>
            </a:custGeom>
            <a:ln w="6381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1846615" y="6802776"/>
              <a:ext cx="0" cy="255270"/>
            </a:xfrm>
            <a:custGeom>
              <a:avLst/>
              <a:gdLst/>
              <a:ahLst/>
              <a:cxnLst/>
              <a:rect l="l" t="t" r="r" b="b"/>
              <a:pathLst>
                <a:path h="255270">
                  <a:moveTo>
                    <a:pt x="0" y="255254"/>
                  </a:moveTo>
                  <a:lnTo>
                    <a:pt x="0" y="0"/>
                  </a:lnTo>
                </a:path>
              </a:pathLst>
            </a:custGeom>
            <a:ln w="254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/>
          <p:nvPr/>
        </p:nvSpPr>
        <p:spPr>
          <a:xfrm>
            <a:off x="7093551" y="7019742"/>
            <a:ext cx="701040" cy="0"/>
          </a:xfrm>
          <a:custGeom>
            <a:avLst/>
            <a:gdLst/>
            <a:ahLst/>
            <a:cxnLst/>
            <a:rect l="l" t="t" r="r" b="b"/>
            <a:pathLst>
              <a:path w="701040">
                <a:moveTo>
                  <a:pt x="0" y="0"/>
                </a:moveTo>
                <a:lnTo>
                  <a:pt x="700440" y="0"/>
                </a:lnTo>
              </a:path>
            </a:pathLst>
          </a:custGeom>
          <a:ln w="25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9742489" y="7019742"/>
            <a:ext cx="942975" cy="0"/>
          </a:xfrm>
          <a:custGeom>
            <a:avLst/>
            <a:gdLst/>
            <a:ahLst/>
            <a:cxnLst/>
            <a:rect l="l" t="t" r="r" b="b"/>
            <a:pathLst>
              <a:path w="942975">
                <a:moveTo>
                  <a:pt x="0" y="0"/>
                </a:moveTo>
                <a:lnTo>
                  <a:pt x="942410" y="0"/>
                </a:lnTo>
              </a:path>
            </a:pathLst>
          </a:custGeom>
          <a:ln w="638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1630116" y="7019742"/>
            <a:ext cx="0" cy="804545"/>
          </a:xfrm>
          <a:custGeom>
            <a:avLst/>
            <a:gdLst/>
            <a:ahLst/>
            <a:cxnLst/>
            <a:rect l="l" t="t" r="r" b="b"/>
            <a:pathLst>
              <a:path h="804545">
                <a:moveTo>
                  <a:pt x="0" y="804050"/>
                </a:moveTo>
                <a:lnTo>
                  <a:pt x="0" y="0"/>
                </a:lnTo>
              </a:path>
            </a:pathLst>
          </a:custGeom>
          <a:ln w="254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1846615" y="6981454"/>
            <a:ext cx="0" cy="664210"/>
          </a:xfrm>
          <a:custGeom>
            <a:avLst/>
            <a:gdLst/>
            <a:ahLst/>
            <a:cxnLst/>
            <a:rect l="l" t="t" r="r" b="b"/>
            <a:pathLst>
              <a:path h="664209">
                <a:moveTo>
                  <a:pt x="0" y="663661"/>
                </a:moveTo>
                <a:lnTo>
                  <a:pt x="0" y="0"/>
                </a:lnTo>
              </a:path>
            </a:pathLst>
          </a:custGeom>
          <a:ln w="89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2317821" y="6994217"/>
            <a:ext cx="0" cy="332105"/>
          </a:xfrm>
          <a:custGeom>
            <a:avLst/>
            <a:gdLst/>
            <a:ahLst/>
            <a:cxnLst/>
            <a:rect l="l" t="t" r="r" b="b"/>
            <a:pathLst>
              <a:path h="332104">
                <a:moveTo>
                  <a:pt x="0" y="331830"/>
                </a:moveTo>
                <a:lnTo>
                  <a:pt x="0" y="0"/>
                </a:lnTo>
              </a:path>
            </a:pathLst>
          </a:custGeom>
          <a:ln w="636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9092990" y="7019742"/>
            <a:ext cx="0" cy="306705"/>
          </a:xfrm>
          <a:custGeom>
            <a:avLst/>
            <a:gdLst/>
            <a:ahLst/>
            <a:cxnLst/>
            <a:rect l="l" t="t" r="r" b="b"/>
            <a:pathLst>
              <a:path h="306704">
                <a:moveTo>
                  <a:pt x="0" y="306305"/>
                </a:moveTo>
                <a:lnTo>
                  <a:pt x="0" y="0"/>
                </a:lnTo>
              </a:path>
            </a:pathLst>
          </a:custGeom>
          <a:ln w="127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3489467" y="7453674"/>
            <a:ext cx="522605" cy="0"/>
          </a:xfrm>
          <a:custGeom>
            <a:avLst/>
            <a:gdLst/>
            <a:ahLst/>
            <a:cxnLst/>
            <a:rect l="l" t="t" r="r" b="b"/>
            <a:pathLst>
              <a:path w="522604">
                <a:moveTo>
                  <a:pt x="0" y="0"/>
                </a:moveTo>
                <a:lnTo>
                  <a:pt x="522146" y="0"/>
                </a:lnTo>
              </a:path>
            </a:pathLst>
          </a:custGeom>
          <a:ln w="51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7" name="object 67"/>
          <p:cNvGrpSpPr/>
          <p:nvPr/>
        </p:nvGrpSpPr>
        <p:grpSpPr>
          <a:xfrm>
            <a:off x="1630116" y="8079047"/>
            <a:ext cx="687705" cy="51435"/>
            <a:chOff x="1630116" y="8079047"/>
            <a:chExt cx="687705" cy="51435"/>
          </a:xfrm>
        </p:grpSpPr>
        <p:sp>
          <p:nvSpPr>
            <p:cNvPr id="68" name="object 68"/>
            <p:cNvSpPr/>
            <p:nvPr/>
          </p:nvSpPr>
          <p:spPr>
            <a:xfrm>
              <a:off x="1630116" y="8104573"/>
              <a:ext cx="407670" cy="0"/>
            </a:xfrm>
            <a:custGeom>
              <a:avLst/>
              <a:gdLst/>
              <a:ahLst/>
              <a:cxnLst/>
              <a:rect l="l" t="t" r="r" b="b"/>
              <a:pathLst>
                <a:path w="407669">
                  <a:moveTo>
                    <a:pt x="0" y="0"/>
                  </a:moveTo>
                  <a:lnTo>
                    <a:pt x="407529" y="0"/>
                  </a:lnTo>
                </a:path>
              </a:pathLst>
            </a:custGeom>
            <a:ln w="127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2037645" y="8104573"/>
              <a:ext cx="280670" cy="0"/>
            </a:xfrm>
            <a:custGeom>
              <a:avLst/>
              <a:gdLst/>
              <a:ahLst/>
              <a:cxnLst/>
              <a:rect l="l" t="t" r="r" b="b"/>
              <a:pathLst>
                <a:path w="280669">
                  <a:moveTo>
                    <a:pt x="0" y="0"/>
                  </a:moveTo>
                  <a:lnTo>
                    <a:pt x="280176" y="0"/>
                  </a:lnTo>
                </a:path>
              </a:pathLst>
            </a:custGeom>
            <a:ln w="51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0" name="object 70"/>
          <p:cNvSpPr/>
          <p:nvPr/>
        </p:nvSpPr>
        <p:spPr>
          <a:xfrm>
            <a:off x="4546495" y="8104572"/>
            <a:ext cx="522605" cy="0"/>
          </a:xfrm>
          <a:custGeom>
            <a:avLst/>
            <a:gdLst/>
            <a:ahLst/>
            <a:cxnLst/>
            <a:rect l="l" t="t" r="r" b="b"/>
            <a:pathLst>
              <a:path w="522604">
                <a:moveTo>
                  <a:pt x="0" y="0"/>
                </a:moveTo>
                <a:lnTo>
                  <a:pt x="522146" y="0"/>
                </a:lnTo>
              </a:path>
            </a:pathLst>
          </a:custGeom>
          <a:ln w="127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1" name="object 71"/>
          <p:cNvGrpSpPr/>
          <p:nvPr/>
        </p:nvGrpSpPr>
        <p:grpSpPr>
          <a:xfrm>
            <a:off x="5374288" y="8072666"/>
            <a:ext cx="5311140" cy="64135"/>
            <a:chOff x="5374288" y="8072666"/>
            <a:chExt cx="5311140" cy="64135"/>
          </a:xfrm>
        </p:grpSpPr>
        <p:sp>
          <p:nvSpPr>
            <p:cNvPr id="72" name="object 72"/>
            <p:cNvSpPr/>
            <p:nvPr/>
          </p:nvSpPr>
          <p:spPr>
            <a:xfrm>
              <a:off x="5374288" y="8104572"/>
              <a:ext cx="1146175" cy="0"/>
            </a:xfrm>
            <a:custGeom>
              <a:avLst/>
              <a:gdLst/>
              <a:ahLst/>
              <a:cxnLst/>
              <a:rect l="l" t="t" r="r" b="b"/>
              <a:pathLst>
                <a:path w="1146175">
                  <a:moveTo>
                    <a:pt x="0" y="0"/>
                  </a:moveTo>
                  <a:lnTo>
                    <a:pt x="1146175" y="0"/>
                  </a:lnTo>
                </a:path>
              </a:pathLst>
            </a:custGeom>
            <a:ln w="51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6520463" y="8104572"/>
              <a:ext cx="1133475" cy="0"/>
            </a:xfrm>
            <a:custGeom>
              <a:avLst/>
              <a:gdLst/>
              <a:ahLst/>
              <a:cxnLst/>
              <a:rect l="l" t="t" r="r" b="b"/>
              <a:pathLst>
                <a:path w="1133475">
                  <a:moveTo>
                    <a:pt x="0" y="0"/>
                  </a:moveTo>
                  <a:lnTo>
                    <a:pt x="1133440" y="0"/>
                  </a:lnTo>
                </a:path>
              </a:pathLst>
            </a:custGeom>
            <a:ln w="127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7653903" y="8104572"/>
              <a:ext cx="140335" cy="0"/>
            </a:xfrm>
            <a:custGeom>
              <a:avLst/>
              <a:gdLst/>
              <a:ahLst/>
              <a:cxnLst/>
              <a:rect l="l" t="t" r="r" b="b"/>
              <a:pathLst>
                <a:path w="140334">
                  <a:moveTo>
                    <a:pt x="0" y="0"/>
                  </a:moveTo>
                  <a:lnTo>
                    <a:pt x="140088" y="0"/>
                  </a:lnTo>
                </a:path>
              </a:pathLst>
            </a:custGeom>
            <a:ln w="6381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7793992" y="8104572"/>
              <a:ext cx="2891155" cy="0"/>
            </a:xfrm>
            <a:custGeom>
              <a:avLst/>
              <a:gdLst/>
              <a:ahLst/>
              <a:cxnLst/>
              <a:rect l="l" t="t" r="r" b="b"/>
              <a:pathLst>
                <a:path w="2891154">
                  <a:moveTo>
                    <a:pt x="0" y="0"/>
                  </a:moveTo>
                  <a:lnTo>
                    <a:pt x="2890908" y="0"/>
                  </a:lnTo>
                </a:path>
              </a:pathLst>
            </a:custGeom>
            <a:ln w="127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6" name="object 76"/>
          <p:cNvSpPr/>
          <p:nvPr/>
        </p:nvSpPr>
        <p:spPr>
          <a:xfrm>
            <a:off x="5068641" y="8104572"/>
            <a:ext cx="0" cy="434340"/>
          </a:xfrm>
          <a:custGeom>
            <a:avLst/>
            <a:gdLst/>
            <a:ahLst/>
            <a:cxnLst/>
            <a:rect l="l" t="t" r="r" b="b"/>
            <a:pathLst>
              <a:path h="434340">
                <a:moveTo>
                  <a:pt x="0" y="433932"/>
                </a:moveTo>
                <a:lnTo>
                  <a:pt x="0" y="0"/>
                </a:lnTo>
              </a:path>
            </a:pathLst>
          </a:custGeom>
          <a:ln w="254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8965638" y="8104572"/>
            <a:ext cx="0" cy="995680"/>
          </a:xfrm>
          <a:custGeom>
            <a:avLst/>
            <a:gdLst/>
            <a:ahLst/>
            <a:cxnLst/>
            <a:rect l="l" t="t" r="r" b="b"/>
            <a:pathLst>
              <a:path h="995679">
                <a:moveTo>
                  <a:pt x="0" y="995491"/>
                </a:moveTo>
                <a:lnTo>
                  <a:pt x="0" y="0"/>
                </a:lnTo>
              </a:path>
            </a:pathLst>
          </a:custGeom>
          <a:ln w="127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1630116" y="8219437"/>
            <a:ext cx="0" cy="893444"/>
          </a:xfrm>
          <a:custGeom>
            <a:avLst/>
            <a:gdLst/>
            <a:ahLst/>
            <a:cxnLst/>
            <a:rect l="l" t="t" r="r" b="b"/>
            <a:pathLst>
              <a:path h="893445">
                <a:moveTo>
                  <a:pt x="0" y="893389"/>
                </a:moveTo>
                <a:lnTo>
                  <a:pt x="0" y="0"/>
                </a:lnTo>
              </a:path>
            </a:pathLst>
          </a:custGeom>
          <a:ln w="127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1846615" y="8104572"/>
            <a:ext cx="0" cy="779145"/>
          </a:xfrm>
          <a:custGeom>
            <a:avLst/>
            <a:gdLst/>
            <a:ahLst/>
            <a:cxnLst/>
            <a:rect l="l" t="t" r="r" b="b"/>
            <a:pathLst>
              <a:path h="779145">
                <a:moveTo>
                  <a:pt x="0" y="778525"/>
                </a:moveTo>
                <a:lnTo>
                  <a:pt x="0" y="0"/>
                </a:lnTo>
              </a:path>
            </a:pathLst>
          </a:custGeom>
          <a:ln w="7641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7653904" y="8104572"/>
            <a:ext cx="0" cy="434340"/>
          </a:xfrm>
          <a:custGeom>
            <a:avLst/>
            <a:gdLst/>
            <a:ahLst/>
            <a:cxnLst/>
            <a:rect l="l" t="t" r="r" b="b"/>
            <a:pathLst>
              <a:path h="434340">
                <a:moveTo>
                  <a:pt x="0" y="433932"/>
                </a:moveTo>
                <a:lnTo>
                  <a:pt x="0" y="0"/>
                </a:lnTo>
              </a:path>
            </a:pathLst>
          </a:custGeom>
          <a:ln w="89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9092990" y="8219437"/>
            <a:ext cx="0" cy="421640"/>
          </a:xfrm>
          <a:custGeom>
            <a:avLst/>
            <a:gdLst/>
            <a:ahLst/>
            <a:cxnLst/>
            <a:rect l="l" t="t" r="r" b="b"/>
            <a:pathLst>
              <a:path h="421640">
                <a:moveTo>
                  <a:pt x="0" y="421169"/>
                </a:moveTo>
                <a:lnTo>
                  <a:pt x="0" y="0"/>
                </a:lnTo>
              </a:path>
            </a:pathLst>
          </a:custGeom>
          <a:ln w="127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471205" y="8640606"/>
            <a:ext cx="0" cy="64135"/>
          </a:xfrm>
          <a:custGeom>
            <a:avLst/>
            <a:gdLst/>
            <a:ahLst/>
            <a:cxnLst/>
            <a:rect l="l" t="t" r="r" b="b"/>
            <a:pathLst>
              <a:path h="64134">
                <a:moveTo>
                  <a:pt x="0" y="63813"/>
                </a:moveTo>
                <a:lnTo>
                  <a:pt x="0" y="0"/>
                </a:lnTo>
              </a:path>
            </a:pathLst>
          </a:custGeom>
          <a:ln w="127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343852" y="9100064"/>
            <a:ext cx="1299210" cy="0"/>
          </a:xfrm>
          <a:custGeom>
            <a:avLst/>
            <a:gdLst/>
            <a:ahLst/>
            <a:cxnLst/>
            <a:rect l="l" t="t" r="r" b="b"/>
            <a:pathLst>
              <a:path w="1299210">
                <a:moveTo>
                  <a:pt x="0" y="0"/>
                </a:moveTo>
                <a:lnTo>
                  <a:pt x="1298998" y="0"/>
                </a:lnTo>
              </a:path>
            </a:pathLst>
          </a:custGeom>
          <a:ln w="127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2037645" y="8883098"/>
            <a:ext cx="280670" cy="0"/>
          </a:xfrm>
          <a:custGeom>
            <a:avLst/>
            <a:gdLst/>
            <a:ahLst/>
            <a:cxnLst/>
            <a:rect l="l" t="t" r="r" b="b"/>
            <a:pathLst>
              <a:path w="280669">
                <a:moveTo>
                  <a:pt x="0" y="0"/>
                </a:moveTo>
                <a:lnTo>
                  <a:pt x="280176" y="0"/>
                </a:lnTo>
              </a:path>
            </a:pathLst>
          </a:custGeom>
          <a:ln w="127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 txBox="1">
            <a:spLocks noGrp="1"/>
          </p:cNvSpPr>
          <p:nvPr>
            <p:ph type="title"/>
          </p:nvPr>
        </p:nvSpPr>
        <p:spPr>
          <a:xfrm>
            <a:off x="1005090" y="-229414"/>
            <a:ext cx="12089130" cy="119380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ts val="8150"/>
              </a:lnSpc>
              <a:spcBef>
                <a:spcPts val="135"/>
              </a:spcBef>
              <a:tabLst>
                <a:tab pos="10312400" algn="l"/>
              </a:tabLst>
            </a:pPr>
            <a:r>
              <a:rPr sz="2300" spc="275" dirty="0">
                <a:solidFill>
                  <a:srgbClr val="000000"/>
                </a:solidFill>
                <a:latin typeface="Arial"/>
                <a:cs typeface="Arial"/>
              </a:rPr>
              <a:t>Carbon</a:t>
            </a:r>
            <a:r>
              <a:rPr sz="2300" spc="18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300" spc="250" dirty="0">
                <a:solidFill>
                  <a:srgbClr val="000000"/>
                </a:solidFill>
                <a:latin typeface="Arial"/>
                <a:cs typeface="Arial"/>
              </a:rPr>
              <a:t>Footprint</a:t>
            </a:r>
            <a:r>
              <a:rPr sz="2300" spc="250" dirty="0">
                <a:solidFill>
                  <a:srgbClr val="13211A"/>
                </a:solidFill>
                <a:latin typeface="Arial"/>
                <a:cs typeface="Arial"/>
              </a:rPr>
              <a:t>:</a:t>
            </a:r>
            <a:r>
              <a:rPr sz="2300" spc="-35" dirty="0">
                <a:solidFill>
                  <a:srgbClr val="13211A"/>
                </a:solidFill>
                <a:latin typeface="Arial"/>
                <a:cs typeface="Arial"/>
              </a:rPr>
              <a:t> </a:t>
            </a:r>
            <a:r>
              <a:rPr sz="2300" spc="300" dirty="0">
                <a:solidFill>
                  <a:srgbClr val="000000"/>
                </a:solidFill>
                <a:latin typeface="Arial"/>
                <a:cs typeface="Arial"/>
              </a:rPr>
              <a:t>Model</a:t>
            </a:r>
            <a:r>
              <a:rPr sz="2300" spc="11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300" spc="200" dirty="0">
                <a:solidFill>
                  <a:srgbClr val="000000"/>
                </a:solidFill>
                <a:latin typeface="Arial"/>
                <a:cs typeface="Arial"/>
              </a:rPr>
              <a:t>Building</a:t>
            </a:r>
            <a:r>
              <a:rPr sz="2300" spc="200" dirty="0">
                <a:solidFill>
                  <a:srgbClr val="13211A"/>
                </a:solidFill>
                <a:latin typeface="Arial"/>
                <a:cs typeface="Arial"/>
              </a:rPr>
              <a:t>s</a:t>
            </a:r>
            <a:r>
              <a:rPr sz="2300" spc="170" dirty="0">
                <a:solidFill>
                  <a:srgbClr val="13211A"/>
                </a:solidFill>
                <a:latin typeface="Arial"/>
                <a:cs typeface="Arial"/>
              </a:rPr>
              <a:t> </a:t>
            </a:r>
            <a:r>
              <a:rPr sz="2300" spc="240" dirty="0">
                <a:solidFill>
                  <a:srgbClr val="000000"/>
                </a:solidFill>
                <a:latin typeface="Arial"/>
                <a:cs typeface="Arial"/>
              </a:rPr>
              <a:t>Energy</a:t>
            </a:r>
            <a:r>
              <a:rPr sz="2300" spc="27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300" spc="254" dirty="0">
                <a:solidFill>
                  <a:srgbClr val="000000"/>
                </a:solidFill>
                <a:latin typeface="Arial"/>
                <a:cs typeface="Arial"/>
              </a:rPr>
              <a:t>Consumption</a:t>
            </a:r>
            <a:r>
              <a:rPr sz="2300" dirty="0">
                <a:solidFill>
                  <a:srgbClr val="000000"/>
                </a:solidFill>
                <a:latin typeface="Arial"/>
                <a:cs typeface="Arial"/>
              </a:rPr>
              <a:t>	</a:t>
            </a:r>
            <a:r>
              <a:rPr sz="4650" spc="1960" dirty="0">
                <a:solidFill>
                  <a:srgbClr val="3B797B"/>
                </a:solidFill>
                <a:latin typeface="Arial"/>
                <a:cs typeface="Arial"/>
              </a:rPr>
              <a:t>1j</a:t>
            </a:r>
            <a:r>
              <a:rPr sz="7200" spc="1960" dirty="0">
                <a:solidFill>
                  <a:srgbClr val="83A169"/>
                </a:solidFill>
                <a:latin typeface="Arial"/>
                <a:cs typeface="Arial"/>
              </a:rPr>
              <a:t>e</a:t>
            </a:r>
            <a:endParaRPr sz="7200">
              <a:latin typeface="Arial"/>
              <a:cs typeface="Arial"/>
            </a:endParaRPr>
          </a:p>
          <a:p>
            <a:pPr marR="1768475" algn="r">
              <a:lnSpc>
                <a:spcPts val="1010"/>
              </a:lnSpc>
            </a:pPr>
            <a:r>
              <a:rPr sz="1250" spc="415" dirty="0">
                <a:solidFill>
                  <a:srgbClr val="7E9097"/>
                </a:solidFill>
                <a:latin typeface="Times New Roman"/>
                <a:cs typeface="Times New Roman"/>
              </a:rPr>
              <a:t>16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11691380" y="947810"/>
            <a:ext cx="2929255" cy="920115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sz="1850" spc="125" dirty="0">
                <a:solidFill>
                  <a:srgbClr val="23362F"/>
                </a:solidFill>
                <a:latin typeface="Arial"/>
                <a:cs typeface="Arial"/>
              </a:rPr>
              <a:t>Aessessment</a:t>
            </a:r>
            <a:r>
              <a:rPr sz="1850" spc="114" dirty="0">
                <a:solidFill>
                  <a:srgbClr val="23362F"/>
                </a:solidFill>
                <a:latin typeface="Arial"/>
                <a:cs typeface="Arial"/>
              </a:rPr>
              <a:t> </a:t>
            </a:r>
            <a:r>
              <a:rPr sz="1850" spc="125" dirty="0">
                <a:solidFill>
                  <a:srgbClr val="23362F"/>
                </a:solidFill>
                <a:latin typeface="Arial"/>
                <a:cs typeface="Arial"/>
              </a:rPr>
              <a:t>Method</a:t>
            </a:r>
            <a:r>
              <a:rPr sz="1850" spc="125" dirty="0">
                <a:solidFill>
                  <a:srgbClr val="6B6077"/>
                </a:solidFill>
                <a:latin typeface="Arial"/>
                <a:cs typeface="Arial"/>
              </a:rPr>
              <a:t>,...</a:t>
            </a:r>
            <a:endParaRPr sz="1850">
              <a:latin typeface="Arial"/>
              <a:cs typeface="Arial"/>
            </a:endParaRPr>
          </a:p>
          <a:p>
            <a:pPr marL="46990" marR="995680" indent="635">
              <a:lnSpc>
                <a:spcPct val="101499"/>
              </a:lnSpc>
              <a:spcBef>
                <a:spcPts val="365"/>
              </a:spcBef>
            </a:pPr>
            <a:r>
              <a:rPr sz="1650" dirty="0">
                <a:solidFill>
                  <a:srgbClr val="44544D"/>
                </a:solidFill>
                <a:latin typeface="Arial"/>
                <a:cs typeface="Arial"/>
              </a:rPr>
              <a:t>B</a:t>
            </a:r>
            <a:r>
              <a:rPr sz="1650" dirty="0">
                <a:solidFill>
                  <a:srgbClr val="526E64"/>
                </a:solidFill>
                <a:latin typeface="Arial"/>
                <a:cs typeface="Arial"/>
              </a:rPr>
              <a:t>usiness</a:t>
            </a:r>
            <a:r>
              <a:rPr sz="1650" spc="130" dirty="0">
                <a:solidFill>
                  <a:srgbClr val="526E64"/>
                </a:solidFill>
                <a:latin typeface="Arial"/>
                <a:cs typeface="Arial"/>
              </a:rPr>
              <a:t> </a:t>
            </a:r>
            <a:r>
              <a:rPr sz="1650" spc="55" dirty="0">
                <a:solidFill>
                  <a:srgbClr val="44544D"/>
                </a:solidFill>
                <a:latin typeface="Arial"/>
                <a:cs typeface="Arial"/>
              </a:rPr>
              <a:t>B</a:t>
            </a:r>
            <a:r>
              <a:rPr sz="1650" spc="55" dirty="0">
                <a:solidFill>
                  <a:srgbClr val="526E64"/>
                </a:solidFill>
                <a:latin typeface="Arial"/>
                <a:cs typeface="Arial"/>
              </a:rPr>
              <a:t>loc</a:t>
            </a:r>
            <a:r>
              <a:rPr sz="1650" spc="55" dirty="0">
                <a:solidFill>
                  <a:srgbClr val="44544D"/>
                </a:solidFill>
                <a:latin typeface="Arial"/>
                <a:cs typeface="Arial"/>
              </a:rPr>
              <a:t>k </a:t>
            </a:r>
            <a:r>
              <a:rPr sz="1650" dirty="0">
                <a:solidFill>
                  <a:srgbClr val="548936"/>
                </a:solidFill>
                <a:latin typeface="Arial"/>
                <a:cs typeface="Arial"/>
              </a:rPr>
              <a:t>Design</a:t>
            </a:r>
            <a:r>
              <a:rPr sz="1650" spc="175" dirty="0">
                <a:solidFill>
                  <a:srgbClr val="548936"/>
                </a:solidFill>
                <a:latin typeface="Arial"/>
                <a:cs typeface="Arial"/>
              </a:rPr>
              <a:t> </a:t>
            </a:r>
            <a:r>
              <a:rPr sz="1650" spc="-10" dirty="0">
                <a:solidFill>
                  <a:srgbClr val="548936"/>
                </a:solidFill>
                <a:latin typeface="Arial"/>
                <a:cs typeface="Arial"/>
              </a:rPr>
              <a:t>Parameters</a:t>
            </a:r>
            <a:endParaRPr sz="1650">
              <a:latin typeface="Arial"/>
              <a:cs typeface="Arial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14470113" y="427864"/>
            <a:ext cx="2640330" cy="3244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950" b="1" spc="375" dirty="0">
                <a:solidFill>
                  <a:srgbClr val="44544D"/>
                </a:solidFill>
                <a:latin typeface="Times New Roman"/>
                <a:cs typeface="Times New Roman"/>
              </a:rPr>
              <a:t>CARBON</a:t>
            </a:r>
            <a:r>
              <a:rPr sz="1950" b="1" spc="375" dirty="0">
                <a:solidFill>
                  <a:srgbClr val="526E64"/>
                </a:solidFill>
                <a:latin typeface="Times New Roman"/>
                <a:cs typeface="Times New Roman"/>
              </a:rPr>
              <a:t>O</a:t>
            </a:r>
            <a:r>
              <a:rPr sz="1950" b="1" spc="375" dirty="0">
                <a:solidFill>
                  <a:srgbClr val="44544D"/>
                </a:solidFill>
                <a:latin typeface="Times New Roman"/>
                <a:cs typeface="Times New Roman"/>
              </a:rPr>
              <a:t>POLIS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527142" y="1145128"/>
            <a:ext cx="10361295" cy="9829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270" algn="just">
              <a:lnSpc>
                <a:spcPct val="113199"/>
              </a:lnSpc>
              <a:spcBef>
                <a:spcPts val="95"/>
              </a:spcBef>
            </a:pPr>
            <a:r>
              <a:rPr sz="1850" spc="50" dirty="0">
                <a:solidFill>
                  <a:srgbClr val="38443F"/>
                </a:solidFill>
                <a:latin typeface="Arial"/>
                <a:cs typeface="Arial"/>
              </a:rPr>
              <a:t>Referring</a:t>
            </a:r>
            <a:r>
              <a:rPr sz="1850" spc="-20" dirty="0">
                <a:solidFill>
                  <a:srgbClr val="38443F"/>
                </a:solidFill>
                <a:latin typeface="Arial"/>
                <a:cs typeface="Arial"/>
              </a:rPr>
              <a:t> </a:t>
            </a:r>
            <a:r>
              <a:rPr sz="1850" spc="50" dirty="0">
                <a:solidFill>
                  <a:srgbClr val="38443F"/>
                </a:solidFill>
                <a:latin typeface="Arial"/>
                <a:cs typeface="Arial"/>
              </a:rPr>
              <a:t>to</a:t>
            </a:r>
            <a:r>
              <a:rPr sz="1850" spc="360" dirty="0">
                <a:solidFill>
                  <a:srgbClr val="38443F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38443F"/>
                </a:solidFill>
                <a:latin typeface="Arial"/>
                <a:cs typeface="Arial"/>
              </a:rPr>
              <a:t>BEAM</a:t>
            </a:r>
            <a:r>
              <a:rPr sz="1850" spc="125" dirty="0">
                <a:solidFill>
                  <a:srgbClr val="38443F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38443F"/>
                </a:solidFill>
                <a:latin typeface="Arial"/>
                <a:cs typeface="Arial"/>
              </a:rPr>
              <a:t>Plus</a:t>
            </a:r>
            <a:r>
              <a:rPr sz="1850" spc="145" dirty="0">
                <a:solidFill>
                  <a:srgbClr val="38443F"/>
                </a:solidFill>
                <a:latin typeface="Arial"/>
                <a:cs typeface="Arial"/>
              </a:rPr>
              <a:t> </a:t>
            </a:r>
            <a:r>
              <a:rPr sz="1850" spc="85" dirty="0">
                <a:solidFill>
                  <a:srgbClr val="38443F"/>
                </a:solidFill>
                <a:latin typeface="Arial"/>
                <a:cs typeface="Arial"/>
              </a:rPr>
              <a:t>and</a:t>
            </a:r>
            <a:r>
              <a:rPr sz="1850" spc="45" dirty="0">
                <a:solidFill>
                  <a:srgbClr val="38443F"/>
                </a:solidFill>
                <a:latin typeface="Arial"/>
                <a:cs typeface="Arial"/>
              </a:rPr>
              <a:t> </a:t>
            </a:r>
            <a:r>
              <a:rPr sz="1850" spc="105" dirty="0">
                <a:solidFill>
                  <a:srgbClr val="38443F"/>
                </a:solidFill>
                <a:latin typeface="Arial"/>
                <a:cs typeface="Arial"/>
              </a:rPr>
              <a:t>other</a:t>
            </a:r>
            <a:r>
              <a:rPr sz="1850" spc="50" dirty="0">
                <a:solidFill>
                  <a:srgbClr val="38443F"/>
                </a:solidFill>
                <a:latin typeface="Arial"/>
                <a:cs typeface="Arial"/>
              </a:rPr>
              <a:t> </a:t>
            </a:r>
            <a:r>
              <a:rPr sz="1850" spc="100" dirty="0">
                <a:solidFill>
                  <a:srgbClr val="38443F"/>
                </a:solidFill>
                <a:latin typeface="Arial"/>
                <a:cs typeface="Arial"/>
              </a:rPr>
              <a:t>global</a:t>
            </a:r>
            <a:r>
              <a:rPr sz="1850" spc="-130" dirty="0">
                <a:solidFill>
                  <a:srgbClr val="38443F"/>
                </a:solidFill>
                <a:latin typeface="Arial"/>
                <a:cs typeface="Arial"/>
              </a:rPr>
              <a:t> </a:t>
            </a:r>
            <a:r>
              <a:rPr sz="1850" spc="50" dirty="0">
                <a:solidFill>
                  <a:srgbClr val="44544D"/>
                </a:solidFill>
                <a:latin typeface="Arial"/>
                <a:cs typeface="Arial"/>
              </a:rPr>
              <a:t>green</a:t>
            </a:r>
            <a:r>
              <a:rPr sz="1850" spc="35" dirty="0">
                <a:solidFill>
                  <a:srgbClr val="44544D"/>
                </a:solidFill>
                <a:latin typeface="Arial"/>
                <a:cs typeface="Arial"/>
              </a:rPr>
              <a:t> </a:t>
            </a:r>
            <a:r>
              <a:rPr sz="1850" spc="105" dirty="0">
                <a:solidFill>
                  <a:srgbClr val="38443F"/>
                </a:solidFill>
                <a:latin typeface="Arial"/>
                <a:cs typeface="Arial"/>
              </a:rPr>
              <a:t>building</a:t>
            </a:r>
            <a:r>
              <a:rPr sz="1850" dirty="0">
                <a:solidFill>
                  <a:srgbClr val="38443F"/>
                </a:solidFill>
                <a:latin typeface="Arial"/>
                <a:cs typeface="Arial"/>
              </a:rPr>
              <a:t> </a:t>
            </a:r>
            <a:r>
              <a:rPr sz="1850" spc="55" dirty="0">
                <a:solidFill>
                  <a:srgbClr val="44544D"/>
                </a:solidFill>
                <a:latin typeface="Arial"/>
                <a:cs typeface="Arial"/>
              </a:rPr>
              <a:t>standards,</a:t>
            </a:r>
            <a:r>
              <a:rPr sz="1850" spc="125" dirty="0">
                <a:solidFill>
                  <a:srgbClr val="44544D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38443F"/>
                </a:solidFill>
                <a:latin typeface="Arial"/>
                <a:cs typeface="Arial"/>
              </a:rPr>
              <a:t>we</a:t>
            </a:r>
            <a:r>
              <a:rPr sz="1850" spc="60" dirty="0">
                <a:solidFill>
                  <a:srgbClr val="38443F"/>
                </a:solidFill>
                <a:latin typeface="Arial"/>
                <a:cs typeface="Arial"/>
              </a:rPr>
              <a:t> </a:t>
            </a:r>
            <a:r>
              <a:rPr sz="1850" spc="65" dirty="0">
                <a:solidFill>
                  <a:srgbClr val="38443F"/>
                </a:solidFill>
                <a:latin typeface="Arial"/>
                <a:cs typeface="Arial"/>
              </a:rPr>
              <a:t>used</a:t>
            </a:r>
            <a:r>
              <a:rPr sz="1850" dirty="0">
                <a:solidFill>
                  <a:srgbClr val="38443F"/>
                </a:solidFill>
                <a:latin typeface="Arial"/>
                <a:cs typeface="Arial"/>
              </a:rPr>
              <a:t> </a:t>
            </a:r>
            <a:r>
              <a:rPr sz="1850" spc="55" dirty="0">
                <a:solidFill>
                  <a:srgbClr val="38443F"/>
                </a:solidFill>
                <a:latin typeface="Arial"/>
                <a:cs typeface="Arial"/>
              </a:rPr>
              <a:t>the</a:t>
            </a:r>
            <a:r>
              <a:rPr sz="1850" spc="300" dirty="0">
                <a:solidFill>
                  <a:srgbClr val="38443F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38443F"/>
                </a:solidFill>
                <a:latin typeface="Arial"/>
                <a:cs typeface="Arial"/>
              </a:rPr>
              <a:t>CIC</a:t>
            </a:r>
            <a:r>
              <a:rPr sz="1850" spc="-10" dirty="0">
                <a:solidFill>
                  <a:srgbClr val="38443F"/>
                </a:solidFill>
                <a:latin typeface="Arial"/>
                <a:cs typeface="Arial"/>
              </a:rPr>
              <a:t> </a:t>
            </a:r>
            <a:r>
              <a:rPr sz="1850" spc="55" dirty="0">
                <a:solidFill>
                  <a:srgbClr val="38443F"/>
                </a:solidFill>
                <a:latin typeface="Arial"/>
                <a:cs typeface="Arial"/>
              </a:rPr>
              <a:t>Carbon </a:t>
            </a:r>
            <a:r>
              <a:rPr sz="1850" dirty="0">
                <a:solidFill>
                  <a:srgbClr val="38443F"/>
                </a:solidFill>
                <a:latin typeface="Arial"/>
                <a:cs typeface="Arial"/>
              </a:rPr>
              <a:t>Assessment  </a:t>
            </a:r>
            <a:r>
              <a:rPr sz="1850" spc="75" dirty="0">
                <a:solidFill>
                  <a:srgbClr val="44544D"/>
                </a:solidFill>
                <a:latin typeface="Arial"/>
                <a:cs typeface="Arial"/>
              </a:rPr>
              <a:t>Tool</a:t>
            </a:r>
            <a:r>
              <a:rPr sz="1850" spc="215" dirty="0">
                <a:solidFill>
                  <a:srgbClr val="44544D"/>
                </a:solidFill>
                <a:latin typeface="Arial"/>
                <a:cs typeface="Arial"/>
              </a:rPr>
              <a:t> </a:t>
            </a:r>
            <a:r>
              <a:rPr sz="1850" spc="65" dirty="0">
                <a:solidFill>
                  <a:srgbClr val="38443F"/>
                </a:solidFill>
                <a:latin typeface="Arial"/>
                <a:cs typeface="Arial"/>
              </a:rPr>
              <a:t>to</a:t>
            </a:r>
            <a:r>
              <a:rPr sz="1850" dirty="0">
                <a:solidFill>
                  <a:srgbClr val="38443F"/>
                </a:solidFill>
                <a:latin typeface="Arial"/>
                <a:cs typeface="Arial"/>
              </a:rPr>
              <a:t>  </a:t>
            </a:r>
            <a:r>
              <a:rPr sz="1850" spc="70" dirty="0">
                <a:solidFill>
                  <a:srgbClr val="23362F"/>
                </a:solidFill>
                <a:latin typeface="Arial"/>
                <a:cs typeface="Arial"/>
              </a:rPr>
              <a:t>evaluate</a:t>
            </a:r>
            <a:r>
              <a:rPr sz="1850" spc="325" dirty="0">
                <a:solidFill>
                  <a:srgbClr val="23362F"/>
                </a:solidFill>
                <a:latin typeface="Arial"/>
                <a:cs typeface="Arial"/>
              </a:rPr>
              <a:t> </a:t>
            </a:r>
            <a:r>
              <a:rPr sz="1850" spc="90" dirty="0">
                <a:solidFill>
                  <a:srgbClr val="23362F"/>
                </a:solidFill>
                <a:latin typeface="Arial"/>
                <a:cs typeface="Arial"/>
              </a:rPr>
              <a:t>24</a:t>
            </a:r>
            <a:r>
              <a:rPr sz="1850" spc="215" dirty="0">
                <a:solidFill>
                  <a:srgbClr val="23362F"/>
                </a:solidFill>
                <a:latin typeface="Arial"/>
                <a:cs typeface="Arial"/>
              </a:rPr>
              <a:t> </a:t>
            </a:r>
            <a:r>
              <a:rPr sz="1850" spc="114" dirty="0">
                <a:solidFill>
                  <a:srgbClr val="23362F"/>
                </a:solidFill>
                <a:latin typeface="Arial"/>
                <a:cs typeface="Arial"/>
              </a:rPr>
              <a:t>building</a:t>
            </a:r>
            <a:r>
              <a:rPr sz="1850" spc="285" dirty="0">
                <a:solidFill>
                  <a:srgbClr val="23362F"/>
                </a:solidFill>
                <a:latin typeface="Arial"/>
                <a:cs typeface="Arial"/>
              </a:rPr>
              <a:t> </a:t>
            </a:r>
            <a:r>
              <a:rPr sz="1850" spc="95" dirty="0">
                <a:solidFill>
                  <a:srgbClr val="23362F"/>
                </a:solidFill>
                <a:latin typeface="Arial"/>
                <a:cs typeface="Arial"/>
              </a:rPr>
              <a:t>types</a:t>
            </a:r>
            <a:r>
              <a:rPr sz="1850" spc="285" dirty="0">
                <a:solidFill>
                  <a:srgbClr val="23362F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38443F"/>
                </a:solidFill>
                <a:latin typeface="Arial"/>
                <a:cs typeface="Arial"/>
              </a:rPr>
              <a:t>across</a:t>
            </a:r>
            <a:r>
              <a:rPr sz="1850" spc="415" dirty="0">
                <a:solidFill>
                  <a:srgbClr val="38443F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38443F"/>
                </a:solidFill>
                <a:latin typeface="Arial"/>
                <a:cs typeface="Arial"/>
              </a:rPr>
              <a:t>six</a:t>
            </a:r>
            <a:r>
              <a:rPr sz="1850" spc="340" dirty="0">
                <a:solidFill>
                  <a:srgbClr val="38443F"/>
                </a:solidFill>
                <a:latin typeface="Arial"/>
                <a:cs typeface="Arial"/>
              </a:rPr>
              <a:t> </a:t>
            </a:r>
            <a:r>
              <a:rPr sz="1850" spc="105" dirty="0">
                <a:solidFill>
                  <a:srgbClr val="23362F"/>
                </a:solidFill>
                <a:latin typeface="Arial"/>
                <a:cs typeface="Arial"/>
              </a:rPr>
              <a:t>f</a:t>
            </a:r>
            <a:r>
              <a:rPr sz="1850" spc="105" dirty="0">
                <a:solidFill>
                  <a:srgbClr val="44544D"/>
                </a:solidFill>
                <a:latin typeface="Arial"/>
                <a:cs typeface="Arial"/>
              </a:rPr>
              <a:t>unctions</a:t>
            </a:r>
            <a:r>
              <a:rPr sz="1850" spc="260" dirty="0">
                <a:solidFill>
                  <a:srgbClr val="44544D"/>
                </a:solidFill>
                <a:latin typeface="Arial"/>
                <a:cs typeface="Arial"/>
              </a:rPr>
              <a:t> </a:t>
            </a:r>
            <a:r>
              <a:rPr sz="1850" spc="85" dirty="0">
                <a:solidFill>
                  <a:srgbClr val="44544D"/>
                </a:solidFill>
                <a:latin typeface="Arial"/>
                <a:cs typeface="Arial"/>
              </a:rPr>
              <a:t>and</a:t>
            </a:r>
            <a:r>
              <a:rPr sz="1850" spc="315" dirty="0">
                <a:solidFill>
                  <a:srgbClr val="44544D"/>
                </a:solidFill>
                <a:latin typeface="Arial"/>
                <a:cs typeface="Arial"/>
              </a:rPr>
              <a:t> </a:t>
            </a:r>
            <a:r>
              <a:rPr sz="1850" spc="130" dirty="0">
                <a:solidFill>
                  <a:srgbClr val="23362F"/>
                </a:solidFill>
                <a:latin typeface="Arial"/>
                <a:cs typeface="Arial"/>
              </a:rPr>
              <a:t>four</a:t>
            </a:r>
            <a:r>
              <a:rPr sz="1850" spc="300" dirty="0">
                <a:solidFill>
                  <a:srgbClr val="23362F"/>
                </a:solidFill>
                <a:latin typeface="Arial"/>
                <a:cs typeface="Arial"/>
              </a:rPr>
              <a:t> </a:t>
            </a:r>
            <a:r>
              <a:rPr sz="1850" spc="70" dirty="0">
                <a:solidFill>
                  <a:srgbClr val="38443F"/>
                </a:solidFill>
                <a:latin typeface="Arial"/>
                <a:cs typeface="Arial"/>
              </a:rPr>
              <a:t>low-</a:t>
            </a:r>
            <a:r>
              <a:rPr sz="1850" spc="65" dirty="0">
                <a:solidFill>
                  <a:srgbClr val="38443F"/>
                </a:solidFill>
                <a:latin typeface="Arial"/>
                <a:cs typeface="Arial"/>
              </a:rPr>
              <a:t>carbon </a:t>
            </a:r>
            <a:r>
              <a:rPr sz="1850" spc="75" dirty="0">
                <a:solidFill>
                  <a:srgbClr val="23362F"/>
                </a:solidFill>
                <a:latin typeface="Arial"/>
                <a:cs typeface="Arial"/>
              </a:rPr>
              <a:t>developmen</a:t>
            </a:r>
            <a:r>
              <a:rPr sz="1850" spc="75" dirty="0">
                <a:solidFill>
                  <a:srgbClr val="44544D"/>
                </a:solidFill>
                <a:latin typeface="Arial"/>
                <a:cs typeface="Arial"/>
              </a:rPr>
              <a:t>t</a:t>
            </a:r>
            <a:r>
              <a:rPr sz="1850" spc="90" dirty="0">
                <a:solidFill>
                  <a:srgbClr val="44544D"/>
                </a:solidFill>
                <a:latin typeface="Arial"/>
                <a:cs typeface="Arial"/>
              </a:rPr>
              <a:t> </a:t>
            </a:r>
            <a:r>
              <a:rPr sz="1850" spc="70" dirty="0">
                <a:solidFill>
                  <a:srgbClr val="23362F"/>
                </a:solidFill>
                <a:latin typeface="Arial"/>
                <a:cs typeface="Arial"/>
              </a:rPr>
              <a:t>models</a:t>
            </a:r>
            <a:r>
              <a:rPr sz="1850" spc="70" dirty="0">
                <a:solidFill>
                  <a:srgbClr val="44544D"/>
                </a:solidFill>
                <a:latin typeface="Arial"/>
                <a:cs typeface="Arial"/>
              </a:rPr>
              <a:t>,</a:t>
            </a:r>
            <a:r>
              <a:rPr sz="1850" spc="-170" dirty="0">
                <a:solidFill>
                  <a:srgbClr val="44544D"/>
                </a:solidFill>
                <a:latin typeface="Arial"/>
                <a:cs typeface="Arial"/>
              </a:rPr>
              <a:t> </a:t>
            </a:r>
            <a:r>
              <a:rPr sz="1850" spc="75" dirty="0">
                <a:solidFill>
                  <a:srgbClr val="38443F"/>
                </a:solidFill>
                <a:latin typeface="Arial"/>
                <a:cs typeface="Arial"/>
              </a:rPr>
              <a:t>calculating</a:t>
            </a:r>
            <a:r>
              <a:rPr sz="1850" spc="-65" dirty="0">
                <a:solidFill>
                  <a:srgbClr val="38443F"/>
                </a:solidFill>
                <a:latin typeface="Arial"/>
                <a:cs typeface="Arial"/>
              </a:rPr>
              <a:t> </a:t>
            </a:r>
            <a:r>
              <a:rPr sz="1850" spc="100" dirty="0">
                <a:solidFill>
                  <a:srgbClr val="38443F"/>
                </a:solidFill>
                <a:latin typeface="Arial"/>
                <a:cs typeface="Arial"/>
              </a:rPr>
              <a:t>their</a:t>
            </a:r>
            <a:r>
              <a:rPr sz="1850" spc="-70" dirty="0">
                <a:solidFill>
                  <a:srgbClr val="38443F"/>
                </a:solidFill>
                <a:latin typeface="Arial"/>
                <a:cs typeface="Arial"/>
              </a:rPr>
              <a:t> </a:t>
            </a:r>
            <a:r>
              <a:rPr sz="1850" spc="90" dirty="0">
                <a:solidFill>
                  <a:srgbClr val="38443F"/>
                </a:solidFill>
                <a:latin typeface="Arial"/>
                <a:cs typeface="Arial"/>
              </a:rPr>
              <a:t>carbon</a:t>
            </a:r>
            <a:r>
              <a:rPr sz="1850" spc="-120" dirty="0">
                <a:solidFill>
                  <a:srgbClr val="38443F"/>
                </a:solidFill>
                <a:latin typeface="Arial"/>
                <a:cs typeface="Arial"/>
              </a:rPr>
              <a:t> </a:t>
            </a:r>
            <a:r>
              <a:rPr sz="1850" spc="105" dirty="0">
                <a:solidFill>
                  <a:srgbClr val="44544D"/>
                </a:solidFill>
                <a:latin typeface="Arial"/>
                <a:cs typeface="Arial"/>
              </a:rPr>
              <a:t>cons</a:t>
            </a:r>
            <a:r>
              <a:rPr sz="1850" spc="105" dirty="0">
                <a:solidFill>
                  <a:srgbClr val="23362F"/>
                </a:solidFill>
                <a:latin typeface="Arial"/>
                <a:cs typeface="Arial"/>
              </a:rPr>
              <a:t>umpti</a:t>
            </a:r>
            <a:r>
              <a:rPr sz="1850" spc="105" dirty="0">
                <a:solidFill>
                  <a:srgbClr val="44544D"/>
                </a:solidFill>
                <a:latin typeface="Arial"/>
                <a:cs typeface="Arial"/>
              </a:rPr>
              <a:t>on</a:t>
            </a:r>
            <a:r>
              <a:rPr sz="1850" spc="-160" dirty="0">
                <a:solidFill>
                  <a:srgbClr val="44544D"/>
                </a:solidFill>
                <a:latin typeface="Arial"/>
                <a:cs typeface="Arial"/>
              </a:rPr>
              <a:t> </a:t>
            </a:r>
            <a:r>
              <a:rPr sz="1850" spc="105" dirty="0">
                <a:solidFill>
                  <a:srgbClr val="38443F"/>
                </a:solidFill>
                <a:latin typeface="Arial"/>
                <a:cs typeface="Arial"/>
              </a:rPr>
              <a:t>during</a:t>
            </a:r>
            <a:r>
              <a:rPr sz="1850" spc="-225" dirty="0">
                <a:solidFill>
                  <a:srgbClr val="38443F"/>
                </a:solidFill>
                <a:latin typeface="Arial"/>
                <a:cs typeface="Arial"/>
              </a:rPr>
              <a:t> </a:t>
            </a:r>
            <a:r>
              <a:rPr sz="1850" spc="80" dirty="0">
                <a:solidFill>
                  <a:srgbClr val="38443F"/>
                </a:solidFill>
                <a:latin typeface="Arial"/>
                <a:cs typeface="Arial"/>
              </a:rPr>
              <a:t>construction.</a:t>
            </a:r>
            <a:endParaRPr sz="1850">
              <a:latin typeface="Arial"/>
              <a:cs typeface="Arial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2035075" y="2674101"/>
            <a:ext cx="900430" cy="765810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241935" marR="5080" indent="-229235">
              <a:lnSpc>
                <a:spcPts val="1710"/>
              </a:lnSpc>
              <a:spcBef>
                <a:spcPts val="390"/>
              </a:spcBef>
            </a:pPr>
            <a:r>
              <a:rPr sz="1650" b="1" spc="-220" dirty="0">
                <a:solidFill>
                  <a:srgbClr val="7E9097"/>
                </a:solidFill>
                <a:latin typeface="Arial"/>
                <a:cs typeface="Arial"/>
              </a:rPr>
              <a:t>Residencial </a:t>
            </a:r>
            <a:r>
              <a:rPr sz="1650" b="1" spc="-35" dirty="0">
                <a:solidFill>
                  <a:srgbClr val="6B8082"/>
                </a:solidFill>
                <a:latin typeface="Arial"/>
                <a:cs typeface="Arial"/>
              </a:rPr>
              <a:t>Block</a:t>
            </a:r>
            <a:endParaRPr sz="1650">
              <a:latin typeface="Arial"/>
              <a:cs typeface="Arial"/>
            </a:endParaRPr>
          </a:p>
          <a:p>
            <a:pPr marL="106680">
              <a:lnSpc>
                <a:spcPct val="100000"/>
              </a:lnSpc>
              <a:spcBef>
                <a:spcPts val="615"/>
              </a:spcBef>
            </a:pPr>
            <a:r>
              <a:rPr sz="1250" b="1" spc="70" dirty="0">
                <a:solidFill>
                  <a:srgbClr val="44544D"/>
                </a:solidFill>
                <a:latin typeface="Times New Roman"/>
                <a:cs typeface="Times New Roman"/>
              </a:rPr>
              <a:t>100'150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3988405" y="2674101"/>
            <a:ext cx="724535" cy="765810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147320" marR="5080" indent="-127635">
              <a:lnSpc>
                <a:spcPts val="1710"/>
              </a:lnSpc>
              <a:spcBef>
                <a:spcPts val="390"/>
              </a:spcBef>
            </a:pPr>
            <a:r>
              <a:rPr sz="1650" b="1" spc="-250" dirty="0">
                <a:solidFill>
                  <a:srgbClr val="7E9097"/>
                </a:solidFill>
                <a:latin typeface="Arial"/>
                <a:cs typeface="Arial"/>
              </a:rPr>
              <a:t>Business </a:t>
            </a:r>
            <a:r>
              <a:rPr sz="1650" b="1" spc="-35" dirty="0">
                <a:solidFill>
                  <a:srgbClr val="7E9097"/>
                </a:solidFill>
                <a:latin typeface="Arial"/>
                <a:cs typeface="Arial"/>
              </a:rPr>
              <a:t>Block</a:t>
            </a:r>
            <a:endParaRPr sz="16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sz="1250" b="1" spc="-10" dirty="0">
                <a:solidFill>
                  <a:srgbClr val="44544D"/>
                </a:solidFill>
                <a:latin typeface="Times New Roman"/>
                <a:cs typeface="Times New Roman"/>
              </a:rPr>
              <a:t>150</a:t>
            </a:r>
            <a:r>
              <a:rPr sz="1250" b="1" spc="-10" dirty="0">
                <a:solidFill>
                  <a:srgbClr val="23362F"/>
                </a:solidFill>
                <a:latin typeface="Times New Roman"/>
                <a:cs typeface="Times New Roman"/>
              </a:rPr>
              <a:t>*</a:t>
            </a:r>
            <a:r>
              <a:rPr sz="1250" b="1" spc="-10" dirty="0">
                <a:solidFill>
                  <a:srgbClr val="44544D"/>
                </a:solidFill>
                <a:latin typeface="Times New Roman"/>
                <a:cs typeface="Times New Roman"/>
              </a:rPr>
              <a:t>200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5759240" y="2674101"/>
            <a:ext cx="926465" cy="765810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248920" marR="5080" indent="-236854">
              <a:lnSpc>
                <a:spcPts val="1710"/>
              </a:lnSpc>
              <a:spcBef>
                <a:spcPts val="390"/>
              </a:spcBef>
            </a:pPr>
            <a:r>
              <a:rPr sz="1650" b="1" spc="-245" dirty="0">
                <a:solidFill>
                  <a:srgbClr val="7E9097"/>
                </a:solidFill>
                <a:latin typeface="Arial"/>
                <a:cs typeface="Arial"/>
              </a:rPr>
              <a:t>Commercial </a:t>
            </a:r>
            <a:r>
              <a:rPr sz="1650" b="1" spc="-280" dirty="0">
                <a:solidFill>
                  <a:srgbClr val="7E9097"/>
                </a:solidFill>
                <a:latin typeface="Arial"/>
                <a:cs typeface="Arial"/>
              </a:rPr>
              <a:t>Block</a:t>
            </a:r>
            <a:endParaRPr sz="1650">
              <a:latin typeface="Arial"/>
              <a:cs typeface="Arial"/>
            </a:endParaRPr>
          </a:p>
          <a:p>
            <a:pPr marL="80010">
              <a:lnSpc>
                <a:spcPct val="100000"/>
              </a:lnSpc>
              <a:spcBef>
                <a:spcPts val="615"/>
              </a:spcBef>
            </a:pPr>
            <a:r>
              <a:rPr sz="1250" spc="95" dirty="0">
                <a:solidFill>
                  <a:srgbClr val="44544D"/>
                </a:solidFill>
                <a:latin typeface="Times New Roman"/>
                <a:cs typeface="Times New Roman"/>
              </a:rPr>
              <a:t>100•200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7498508" y="2674101"/>
            <a:ext cx="1139190" cy="765810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356235" marR="5080" indent="-344170">
              <a:lnSpc>
                <a:spcPts val="1710"/>
              </a:lnSpc>
              <a:spcBef>
                <a:spcPts val="390"/>
              </a:spcBef>
            </a:pPr>
            <a:r>
              <a:rPr sz="1650" b="1" spc="-220" dirty="0">
                <a:solidFill>
                  <a:srgbClr val="7E9097"/>
                </a:solidFill>
                <a:latin typeface="Arial"/>
                <a:cs typeface="Arial"/>
              </a:rPr>
              <a:t>Public</a:t>
            </a:r>
            <a:r>
              <a:rPr sz="1650" b="1" spc="-110" dirty="0">
                <a:solidFill>
                  <a:srgbClr val="7E9097"/>
                </a:solidFill>
                <a:latin typeface="Arial"/>
                <a:cs typeface="Arial"/>
              </a:rPr>
              <a:t> </a:t>
            </a:r>
            <a:r>
              <a:rPr sz="1650" b="1" spc="-240" dirty="0">
                <a:solidFill>
                  <a:srgbClr val="7E9097"/>
                </a:solidFill>
                <a:latin typeface="Arial"/>
                <a:cs typeface="Arial"/>
              </a:rPr>
              <a:t>Building </a:t>
            </a:r>
            <a:r>
              <a:rPr sz="1650" b="1" spc="-35" dirty="0">
                <a:solidFill>
                  <a:srgbClr val="7E9097"/>
                </a:solidFill>
                <a:latin typeface="Arial"/>
                <a:cs typeface="Arial"/>
              </a:rPr>
              <a:t>Block</a:t>
            </a:r>
            <a:endParaRPr sz="1650">
              <a:latin typeface="Arial"/>
              <a:cs typeface="Arial"/>
            </a:endParaRPr>
          </a:p>
          <a:p>
            <a:pPr marL="200025">
              <a:lnSpc>
                <a:spcPct val="100000"/>
              </a:lnSpc>
              <a:spcBef>
                <a:spcPts val="615"/>
              </a:spcBef>
            </a:pPr>
            <a:r>
              <a:rPr sz="1250" spc="95" dirty="0">
                <a:solidFill>
                  <a:srgbClr val="44544D"/>
                </a:solidFill>
                <a:latin typeface="Times New Roman"/>
                <a:cs typeface="Times New Roman"/>
              </a:rPr>
              <a:t>100</a:t>
            </a:r>
            <a:r>
              <a:rPr sz="1250" spc="95" dirty="0">
                <a:solidFill>
                  <a:srgbClr val="6B6077"/>
                </a:solidFill>
                <a:latin typeface="Times New Roman"/>
                <a:cs typeface="Times New Roman"/>
              </a:rPr>
              <a:t>'</a:t>
            </a:r>
            <a:r>
              <a:rPr sz="1250" spc="95" dirty="0">
                <a:solidFill>
                  <a:srgbClr val="44544D"/>
                </a:solidFill>
                <a:latin typeface="Times New Roman"/>
                <a:cs typeface="Times New Roman"/>
              </a:rPr>
              <a:t>100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9452261" y="2674101"/>
            <a:ext cx="969644" cy="765810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261620" marR="5080" indent="-249554">
              <a:lnSpc>
                <a:spcPts val="1710"/>
              </a:lnSpc>
              <a:spcBef>
                <a:spcPts val="390"/>
              </a:spcBef>
            </a:pPr>
            <a:r>
              <a:rPr sz="1650" b="1" spc="-254" dirty="0">
                <a:solidFill>
                  <a:srgbClr val="7E9097"/>
                </a:solidFill>
                <a:latin typeface="Arial"/>
                <a:cs typeface="Arial"/>
              </a:rPr>
              <a:t>Green</a:t>
            </a:r>
            <a:r>
              <a:rPr sz="1650" b="1" spc="-250" dirty="0">
                <a:solidFill>
                  <a:srgbClr val="7E9097"/>
                </a:solidFill>
                <a:latin typeface="Arial"/>
                <a:cs typeface="Arial"/>
              </a:rPr>
              <a:t> </a:t>
            </a:r>
            <a:r>
              <a:rPr sz="1650" b="1" spc="-240" dirty="0">
                <a:solidFill>
                  <a:srgbClr val="7E9097"/>
                </a:solidFill>
                <a:latin typeface="Arial"/>
                <a:cs typeface="Arial"/>
              </a:rPr>
              <a:t>Space </a:t>
            </a:r>
            <a:r>
              <a:rPr sz="1650" b="1" spc="-55" dirty="0">
                <a:solidFill>
                  <a:srgbClr val="7E9097"/>
                </a:solidFill>
                <a:latin typeface="Arial"/>
                <a:cs typeface="Arial"/>
              </a:rPr>
              <a:t>Block</a:t>
            </a:r>
            <a:endParaRPr sz="1650">
              <a:latin typeface="Arial"/>
              <a:cs typeface="Arial"/>
            </a:endParaRPr>
          </a:p>
          <a:p>
            <a:pPr marL="169545">
              <a:lnSpc>
                <a:spcPct val="100000"/>
              </a:lnSpc>
              <a:spcBef>
                <a:spcPts val="615"/>
              </a:spcBef>
            </a:pPr>
            <a:r>
              <a:rPr sz="1250" spc="45" dirty="0">
                <a:solidFill>
                  <a:srgbClr val="44544D"/>
                </a:solidFill>
                <a:latin typeface="Times New Roman"/>
                <a:cs typeface="Times New Roman"/>
              </a:rPr>
              <a:t>75•100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2294614" y="3618543"/>
            <a:ext cx="216535" cy="2171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50" b="1" spc="-114" dirty="0">
                <a:solidFill>
                  <a:srgbClr val="44544D"/>
                </a:solidFill>
                <a:latin typeface="Times New Roman"/>
                <a:cs typeface="Times New Roman"/>
              </a:rPr>
              <a:t>150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4196787" y="3618543"/>
            <a:ext cx="153035" cy="2171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50" spc="-105" dirty="0">
                <a:solidFill>
                  <a:srgbClr val="44544D"/>
                </a:solidFill>
                <a:latin typeface="Times New Roman"/>
                <a:cs typeface="Times New Roman"/>
              </a:rPr>
              <a:t>75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7924026" y="3624924"/>
            <a:ext cx="167640" cy="209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b="1" spc="-25" dirty="0">
                <a:solidFill>
                  <a:srgbClr val="44544D"/>
                </a:solidFill>
                <a:latin typeface="Times New Roman"/>
                <a:cs typeface="Times New Roman"/>
              </a:rPr>
              <a:t>15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9762263" y="3605781"/>
            <a:ext cx="173990" cy="2171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50" spc="-25" dirty="0">
                <a:solidFill>
                  <a:srgbClr val="44544D"/>
                </a:solidFill>
                <a:latin typeface="Times New Roman"/>
                <a:cs typeface="Times New Roman"/>
              </a:rPr>
              <a:t>10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404316" y="3132754"/>
            <a:ext cx="1131570" cy="1066800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16510" algn="ctr">
              <a:lnSpc>
                <a:spcPct val="100000"/>
              </a:lnSpc>
              <a:spcBef>
                <a:spcPts val="615"/>
              </a:spcBef>
            </a:pPr>
            <a:r>
              <a:rPr sz="1550" spc="-140" dirty="0">
                <a:solidFill>
                  <a:srgbClr val="7E9097"/>
                </a:solidFill>
                <a:latin typeface="Times New Roman"/>
                <a:cs typeface="Times New Roman"/>
              </a:rPr>
              <a:t>Plot</a:t>
            </a:r>
            <a:r>
              <a:rPr sz="1550" spc="-190" dirty="0">
                <a:solidFill>
                  <a:srgbClr val="7E9097"/>
                </a:solidFill>
                <a:latin typeface="Times New Roman"/>
                <a:cs typeface="Times New Roman"/>
              </a:rPr>
              <a:t> </a:t>
            </a:r>
            <a:r>
              <a:rPr sz="1550" spc="-55" dirty="0">
                <a:solidFill>
                  <a:srgbClr val="7E9097"/>
                </a:solidFill>
                <a:latin typeface="Times New Roman"/>
                <a:cs typeface="Times New Roman"/>
              </a:rPr>
              <a:t>SizeIm•</a:t>
            </a:r>
            <a:r>
              <a:rPr sz="1550" spc="-195" dirty="0">
                <a:solidFill>
                  <a:srgbClr val="7E9097"/>
                </a:solidFill>
                <a:latin typeface="Times New Roman"/>
                <a:cs typeface="Times New Roman"/>
              </a:rPr>
              <a:t> </a:t>
            </a:r>
            <a:r>
              <a:rPr sz="1550" spc="-25" dirty="0">
                <a:solidFill>
                  <a:srgbClr val="7E9097"/>
                </a:solidFill>
                <a:latin typeface="Times New Roman"/>
                <a:cs typeface="Times New Roman"/>
              </a:rPr>
              <a:t>ml</a:t>
            </a:r>
            <a:endParaRPr sz="1550">
              <a:latin typeface="Times New Roman"/>
              <a:cs typeface="Times New Roman"/>
            </a:endParaRPr>
          </a:p>
          <a:p>
            <a:pPr marR="36830" algn="ctr">
              <a:lnSpc>
                <a:spcPts val="1530"/>
              </a:lnSpc>
              <a:spcBef>
                <a:spcPts val="500"/>
              </a:spcBef>
            </a:pPr>
            <a:r>
              <a:rPr sz="1500" b="1" spc="-270" dirty="0">
                <a:solidFill>
                  <a:srgbClr val="7E9097"/>
                </a:solidFill>
                <a:latin typeface="Times New Roman"/>
                <a:cs typeface="Times New Roman"/>
              </a:rPr>
              <a:t>BuUding</a:t>
            </a:r>
            <a:r>
              <a:rPr sz="1500" b="1" spc="-145" dirty="0">
                <a:solidFill>
                  <a:srgbClr val="7E9097"/>
                </a:solidFill>
                <a:latin typeface="Times New Roman"/>
                <a:cs typeface="Times New Roman"/>
              </a:rPr>
              <a:t> </a:t>
            </a:r>
            <a:r>
              <a:rPr sz="1500" b="1" spc="-10" dirty="0">
                <a:solidFill>
                  <a:srgbClr val="7E9097"/>
                </a:solidFill>
                <a:latin typeface="Arial"/>
                <a:cs typeface="Arial"/>
              </a:rPr>
              <a:t>H•lrht</a:t>
            </a:r>
            <a:endParaRPr sz="1500">
              <a:latin typeface="Arial"/>
              <a:cs typeface="Arial"/>
            </a:endParaRPr>
          </a:p>
          <a:p>
            <a:pPr marR="56515" algn="ctr">
              <a:lnSpc>
                <a:spcPts val="1590"/>
              </a:lnSpc>
            </a:pPr>
            <a:r>
              <a:rPr sz="1550" spc="-10" dirty="0">
                <a:solidFill>
                  <a:srgbClr val="7E9097"/>
                </a:solidFill>
                <a:latin typeface="Times New Roman"/>
                <a:cs typeface="Times New Roman"/>
              </a:rPr>
              <a:t>Umitlm</a:t>
            </a:r>
            <a:endParaRPr sz="15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sz="1500" spc="-170" dirty="0">
                <a:solidFill>
                  <a:srgbClr val="7E9097"/>
                </a:solidFill>
                <a:latin typeface="Times New Roman"/>
                <a:cs typeface="Times New Roman"/>
              </a:rPr>
              <a:t>Building</a:t>
            </a:r>
            <a:r>
              <a:rPr sz="1500" spc="-60" dirty="0">
                <a:solidFill>
                  <a:srgbClr val="7E9097"/>
                </a:solidFill>
                <a:latin typeface="Times New Roman"/>
                <a:cs typeface="Times New Roman"/>
              </a:rPr>
              <a:t> </a:t>
            </a:r>
            <a:r>
              <a:rPr sz="1400" b="1" spc="-45" dirty="0">
                <a:solidFill>
                  <a:srgbClr val="7E9097"/>
                </a:solidFill>
                <a:latin typeface="Times New Roman"/>
                <a:cs typeface="Times New Roman"/>
              </a:rPr>
              <a:t>Arn(m</a:t>
            </a:r>
            <a:r>
              <a:rPr sz="1400" b="1" spc="-45" dirty="0">
                <a:solidFill>
                  <a:srgbClr val="A7AFAF"/>
                </a:solidFill>
                <a:latin typeface="Times New Roman"/>
                <a:cs typeface="Times New Roman"/>
              </a:rPr>
              <a:t>'</a:t>
            </a:r>
            <a:r>
              <a:rPr sz="1400" b="1" spc="-45" dirty="0">
                <a:solidFill>
                  <a:srgbClr val="7E9097"/>
                </a:solidFill>
                <a:latin typeface="Times New Roman"/>
                <a:cs typeface="Times New Roman"/>
              </a:rPr>
              <a:t>)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2235713" y="3963137"/>
            <a:ext cx="398145" cy="2171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50" spc="85" dirty="0">
                <a:solidFill>
                  <a:srgbClr val="38443F"/>
                </a:solidFill>
                <a:latin typeface="Times New Roman"/>
                <a:cs typeface="Times New Roman"/>
              </a:rPr>
              <a:t>180k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4107799" y="3963137"/>
            <a:ext cx="382270" cy="2171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50" spc="55" dirty="0">
                <a:solidFill>
                  <a:srgbClr val="44544D"/>
                </a:solidFill>
                <a:latin typeface="Times New Roman"/>
                <a:cs typeface="Times New Roman"/>
              </a:rPr>
              <a:t>120k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6008539" y="3593017"/>
            <a:ext cx="293370" cy="5873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105"/>
              </a:spcBef>
            </a:pPr>
            <a:r>
              <a:rPr sz="1450" spc="-25" dirty="0">
                <a:solidFill>
                  <a:srgbClr val="44544D"/>
                </a:solidFill>
                <a:latin typeface="Courier New"/>
                <a:cs typeface="Courier New"/>
              </a:rPr>
              <a:t>25</a:t>
            </a:r>
            <a:endParaRPr sz="14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175"/>
              </a:spcBef>
            </a:pPr>
            <a:r>
              <a:rPr sz="1250" spc="50" dirty="0">
                <a:solidFill>
                  <a:srgbClr val="38443F"/>
                </a:solidFill>
                <a:latin typeface="Times New Roman"/>
                <a:cs typeface="Times New Roman"/>
              </a:rPr>
              <a:t>40k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7864705" y="3963137"/>
            <a:ext cx="293370" cy="2171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50" spc="50" dirty="0">
                <a:solidFill>
                  <a:srgbClr val="44544D"/>
                </a:solidFill>
                <a:latin typeface="Times New Roman"/>
                <a:cs typeface="Times New Roman"/>
              </a:rPr>
              <a:t>10k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9726445" y="3963137"/>
            <a:ext cx="310515" cy="2171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50" spc="-20" dirty="0">
                <a:solidFill>
                  <a:srgbClr val="44544D"/>
                </a:solidFill>
                <a:latin typeface="Times New Roman"/>
                <a:cs typeface="Times New Roman"/>
              </a:rPr>
              <a:t>2</a:t>
            </a:r>
            <a:r>
              <a:rPr sz="1250" spc="-20" dirty="0">
                <a:solidFill>
                  <a:srgbClr val="6B8082"/>
                </a:solidFill>
                <a:latin typeface="Times New Roman"/>
                <a:cs typeface="Times New Roman"/>
              </a:rPr>
              <a:t>.</a:t>
            </a:r>
            <a:r>
              <a:rPr sz="1250" spc="-20" dirty="0">
                <a:solidFill>
                  <a:srgbClr val="44544D"/>
                </a:solidFill>
                <a:latin typeface="Times New Roman"/>
                <a:cs typeface="Times New Roman"/>
              </a:rPr>
              <a:t>Sk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15354909" y="1308493"/>
            <a:ext cx="2052955" cy="5207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1945"/>
              </a:lnSpc>
              <a:spcBef>
                <a:spcPts val="105"/>
              </a:spcBef>
            </a:pPr>
            <a:r>
              <a:rPr sz="1650" spc="80" dirty="0">
                <a:solidFill>
                  <a:srgbClr val="548936"/>
                </a:solidFill>
                <a:latin typeface="Arial"/>
                <a:cs typeface="Arial"/>
              </a:rPr>
              <a:t>Estimation</a:t>
            </a:r>
            <a:r>
              <a:rPr sz="1650" spc="-125" dirty="0">
                <a:solidFill>
                  <a:srgbClr val="548936"/>
                </a:solidFill>
                <a:latin typeface="Arial"/>
                <a:cs typeface="Arial"/>
              </a:rPr>
              <a:t> </a:t>
            </a:r>
            <a:r>
              <a:rPr sz="1650" spc="45" dirty="0">
                <a:solidFill>
                  <a:srgbClr val="548936"/>
                </a:solidFill>
                <a:latin typeface="Arial"/>
                <a:cs typeface="Arial"/>
              </a:rPr>
              <a:t>of</a:t>
            </a:r>
            <a:endParaRPr sz="1650">
              <a:latin typeface="Arial"/>
              <a:cs typeface="Arial"/>
            </a:endParaRPr>
          </a:p>
          <a:p>
            <a:pPr marL="13335">
              <a:lnSpc>
                <a:spcPts val="1945"/>
              </a:lnSpc>
            </a:pPr>
            <a:r>
              <a:rPr sz="1650" spc="105" dirty="0">
                <a:solidFill>
                  <a:srgbClr val="548936"/>
                </a:solidFill>
                <a:latin typeface="Arial"/>
                <a:cs typeface="Arial"/>
              </a:rPr>
              <a:t>Main</a:t>
            </a:r>
            <a:r>
              <a:rPr sz="1650" spc="-260" dirty="0">
                <a:solidFill>
                  <a:srgbClr val="548936"/>
                </a:solidFill>
                <a:latin typeface="Arial"/>
                <a:cs typeface="Arial"/>
              </a:rPr>
              <a:t> </a:t>
            </a:r>
            <a:r>
              <a:rPr sz="1650" spc="65" dirty="0">
                <a:solidFill>
                  <a:srgbClr val="548936"/>
                </a:solidFill>
                <a:latin typeface="Arial"/>
                <a:cs typeface="Arial"/>
              </a:rPr>
              <a:t>MaterialUsage</a:t>
            </a:r>
            <a:endParaRPr sz="1650">
              <a:latin typeface="Arial"/>
              <a:cs typeface="Arial"/>
            </a:endParaRPr>
          </a:p>
        </p:txBody>
      </p:sp>
      <p:sp>
        <p:nvSpPr>
          <p:cNvPr id="105" name="object 105"/>
          <p:cNvSpPr txBox="1"/>
          <p:nvPr/>
        </p:nvSpPr>
        <p:spPr>
          <a:xfrm>
            <a:off x="15394826" y="1978534"/>
            <a:ext cx="1231900" cy="2876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1175"/>
              </a:lnSpc>
              <a:spcBef>
                <a:spcPts val="105"/>
              </a:spcBef>
            </a:pPr>
            <a:r>
              <a:rPr sz="1000" spc="70" dirty="0">
                <a:solidFill>
                  <a:srgbClr val="44544D"/>
                </a:solidFill>
                <a:latin typeface="Times New Roman"/>
                <a:cs typeface="Times New Roman"/>
              </a:rPr>
              <a:t>Relnfo""d</a:t>
            </a:r>
            <a:r>
              <a:rPr sz="1000" spc="-55" dirty="0">
                <a:solidFill>
                  <a:srgbClr val="44544D"/>
                </a:solidFill>
                <a:latin typeface="Times New Roman"/>
                <a:cs typeface="Times New Roman"/>
              </a:rPr>
              <a:t> </a:t>
            </a:r>
            <a:r>
              <a:rPr sz="1000" spc="-10" dirty="0">
                <a:solidFill>
                  <a:srgbClr val="44544D"/>
                </a:solidFill>
                <a:latin typeface="Times New Roman"/>
                <a:cs typeface="Times New Roman"/>
              </a:rPr>
              <a:t>Co</a:t>
            </a:r>
            <a:r>
              <a:rPr sz="1000" spc="-10" dirty="0">
                <a:solidFill>
                  <a:srgbClr val="13211A"/>
                </a:solidFill>
                <a:latin typeface="Times New Roman"/>
                <a:cs typeface="Times New Roman"/>
              </a:rPr>
              <a:t>n</a:t>
            </a:r>
            <a:r>
              <a:rPr sz="1000" spc="-10" dirty="0">
                <a:solidFill>
                  <a:srgbClr val="38443F"/>
                </a:solidFill>
                <a:latin typeface="Times New Roman"/>
                <a:cs typeface="Times New Roman"/>
              </a:rPr>
              <a:t>cret•</a:t>
            </a:r>
            <a:endParaRPr sz="1000">
              <a:latin typeface="Times New Roman"/>
              <a:cs typeface="Times New Roman"/>
            </a:endParaRPr>
          </a:p>
          <a:p>
            <a:pPr marL="86995">
              <a:lnSpc>
                <a:spcPts val="875"/>
              </a:lnSpc>
            </a:pPr>
            <a:r>
              <a:rPr sz="600" spc="90" dirty="0">
                <a:solidFill>
                  <a:srgbClr val="44544D"/>
                </a:solidFill>
                <a:latin typeface="Arial"/>
                <a:cs typeface="Arial"/>
              </a:rPr>
              <a:t>• </a:t>
            </a:r>
            <a:r>
              <a:rPr sz="600" spc="95" dirty="0">
                <a:solidFill>
                  <a:srgbClr val="7E9097"/>
                </a:solidFill>
                <a:latin typeface="Arial"/>
                <a:cs typeface="Arial"/>
              </a:rPr>
              <a:t>•O</a:t>
            </a:r>
            <a:r>
              <a:rPr sz="600" spc="95" dirty="0">
                <a:solidFill>
                  <a:srgbClr val="526E64"/>
                </a:solidFill>
                <a:latin typeface="Arial"/>
                <a:cs typeface="Arial"/>
              </a:rPr>
              <a:t>A$</a:t>
            </a:r>
            <a:r>
              <a:rPr sz="600" spc="95" dirty="0">
                <a:solidFill>
                  <a:srgbClr val="6B8082"/>
                </a:solidFill>
                <a:latin typeface="Arial"/>
                <a:cs typeface="Arial"/>
              </a:rPr>
              <a:t>1}.,.</a:t>
            </a:r>
            <a:r>
              <a:rPr sz="600" spc="95" dirty="0">
                <a:solidFill>
                  <a:srgbClr val="526E64"/>
                </a:solidFill>
                <a:latin typeface="Arial"/>
                <a:cs typeface="Arial"/>
              </a:rPr>
              <a:t>'</a:t>
            </a:r>
            <a:r>
              <a:rPr sz="600" spc="95" dirty="0">
                <a:solidFill>
                  <a:srgbClr val="6B8082"/>
                </a:solidFill>
                <a:latin typeface="Arial"/>
                <a:cs typeface="Arial"/>
              </a:rPr>
              <a:t>l)I</a:t>
            </a:r>
            <a:r>
              <a:rPr sz="600" spc="180" dirty="0">
                <a:solidFill>
                  <a:srgbClr val="6B8082"/>
                </a:solidFill>
                <a:latin typeface="Arial"/>
                <a:cs typeface="Arial"/>
              </a:rPr>
              <a:t> </a:t>
            </a:r>
            <a:r>
              <a:rPr sz="750" spc="-35" dirty="0">
                <a:solidFill>
                  <a:srgbClr val="526E64"/>
                </a:solidFill>
                <a:latin typeface="Times New Roman"/>
                <a:cs typeface="Times New Roman"/>
              </a:rPr>
              <a:t>b</a:t>
            </a:r>
            <a:r>
              <a:rPr sz="750" spc="-35" dirty="0">
                <a:solidFill>
                  <a:srgbClr val="6B8082"/>
                </a:solidFill>
                <a:latin typeface="Times New Roman"/>
                <a:cs typeface="Times New Roman"/>
              </a:rPr>
              <a:t>111d"4..o</a:t>
            </a:r>
            <a:r>
              <a:rPr sz="750" spc="-35" dirty="0">
                <a:solidFill>
                  <a:srgbClr val="44544D"/>
                </a:solidFill>
                <a:latin typeface="Times New Roman"/>
                <a:cs typeface="Times New Roman"/>
              </a:rPr>
              <a:t>•</a:t>
            </a:r>
            <a:r>
              <a:rPr sz="750" spc="-35" dirty="0">
                <a:solidFill>
                  <a:srgbClr val="6B8082"/>
                </a:solidFill>
                <a:latin typeface="Times New Roman"/>
                <a:cs typeface="Times New Roman"/>
              </a:rPr>
              <a:t>•</a:t>
            </a:r>
            <a:r>
              <a:rPr sz="750" spc="-35" dirty="0">
                <a:solidFill>
                  <a:srgbClr val="526E64"/>
                </a:solidFill>
                <a:latin typeface="Times New Roman"/>
                <a:cs typeface="Times New Roman"/>
              </a:rPr>
              <a:t>•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11829070" y="2131686"/>
            <a:ext cx="481330" cy="3016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spc="-10" dirty="0">
                <a:solidFill>
                  <a:srgbClr val="44544D"/>
                </a:solidFill>
                <a:latin typeface="Times New Roman"/>
                <a:cs typeface="Times New Roman"/>
              </a:rPr>
              <a:t>P</a:t>
            </a:r>
            <a:r>
              <a:rPr sz="1000" spc="-10" dirty="0">
                <a:solidFill>
                  <a:srgbClr val="13211A"/>
                </a:solidFill>
                <a:latin typeface="Times New Roman"/>
                <a:cs typeface="Times New Roman"/>
              </a:rPr>
              <a:t>l</a:t>
            </a:r>
            <a:r>
              <a:rPr sz="1000" spc="-10" dirty="0">
                <a:solidFill>
                  <a:srgbClr val="44544D"/>
                </a:solidFill>
                <a:latin typeface="Times New Roman"/>
                <a:cs typeface="Times New Roman"/>
              </a:rPr>
              <a:t>otS</a:t>
            </a:r>
            <a:r>
              <a:rPr sz="1000" spc="-10" dirty="0">
                <a:solidFill>
                  <a:srgbClr val="13211A"/>
                </a:solidFill>
                <a:latin typeface="Times New Roman"/>
                <a:cs typeface="Times New Roman"/>
              </a:rPr>
              <a:t>iz</a:t>
            </a:r>
            <a:r>
              <a:rPr sz="1000" spc="-10" dirty="0">
                <a:solidFill>
                  <a:srgbClr val="44544D"/>
                </a:solidFill>
                <a:latin typeface="Times New Roman"/>
                <a:cs typeface="Times New Roman"/>
              </a:rPr>
              <a:t>•</a:t>
            </a:r>
            <a:endParaRPr sz="1000">
              <a:latin typeface="Times New Roman"/>
              <a:cs typeface="Times New Roman"/>
            </a:endParaRPr>
          </a:p>
          <a:p>
            <a:pPr marL="71755">
              <a:lnSpc>
                <a:spcPct val="100000"/>
              </a:lnSpc>
              <a:spcBef>
                <a:spcPts val="5"/>
              </a:spcBef>
            </a:pPr>
            <a:r>
              <a:rPr sz="800" spc="145" dirty="0">
                <a:solidFill>
                  <a:srgbClr val="23362F"/>
                </a:solidFill>
                <a:latin typeface="Arial"/>
                <a:cs typeface="Arial"/>
              </a:rPr>
              <a:t>(mxm</a:t>
            </a:r>
            <a:r>
              <a:rPr sz="800" spc="145" dirty="0">
                <a:solidFill>
                  <a:srgbClr val="44544D"/>
                </a:solidFill>
                <a:latin typeface="Arial"/>
                <a:cs typeface="Arial"/>
              </a:rPr>
              <a:t>)</a:t>
            </a:r>
            <a:endParaRPr sz="800">
              <a:latin typeface="Arial"/>
              <a:cs typeface="Arial"/>
            </a:endParaRPr>
          </a:p>
        </p:txBody>
      </p:sp>
      <p:sp>
        <p:nvSpPr>
          <p:cNvPr id="107" name="object 107"/>
          <p:cNvSpPr txBox="1"/>
          <p:nvPr/>
        </p:nvSpPr>
        <p:spPr>
          <a:xfrm>
            <a:off x="13243419" y="2214645"/>
            <a:ext cx="243204" cy="1555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50" b="1" spc="40" dirty="0">
                <a:solidFill>
                  <a:srgbClr val="44544D"/>
                </a:solidFill>
                <a:latin typeface="Arial"/>
                <a:cs typeface="Arial"/>
              </a:rPr>
              <a:t>fA</a:t>
            </a:r>
            <a:r>
              <a:rPr sz="850" b="1" spc="40" dirty="0">
                <a:solidFill>
                  <a:srgbClr val="23362F"/>
                </a:solidFill>
                <a:latin typeface="Arial"/>
                <a:cs typeface="Arial"/>
              </a:rPr>
              <a:t>R</a:t>
            </a:r>
            <a:endParaRPr sz="850">
              <a:latin typeface="Arial"/>
              <a:cs typeface="Arial"/>
            </a:endParaRPr>
          </a:p>
        </p:txBody>
      </p:sp>
      <p:sp>
        <p:nvSpPr>
          <p:cNvPr id="108" name="object 108"/>
          <p:cNvSpPr txBox="1"/>
          <p:nvPr/>
        </p:nvSpPr>
        <p:spPr>
          <a:xfrm>
            <a:off x="12475526" y="2201883"/>
            <a:ext cx="440055" cy="1714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50" spc="40" dirty="0">
                <a:solidFill>
                  <a:srgbClr val="526E64"/>
                </a:solidFill>
                <a:latin typeface="Arial"/>
                <a:cs typeface="Arial"/>
              </a:rPr>
              <a:t>30,000</a:t>
            </a:r>
            <a:endParaRPr sz="950">
              <a:latin typeface="Arial"/>
              <a:cs typeface="Arial"/>
            </a:endParaRPr>
          </a:p>
        </p:txBody>
      </p:sp>
      <p:sp>
        <p:nvSpPr>
          <p:cNvPr id="109" name="object 109"/>
          <p:cNvSpPr/>
          <p:nvPr/>
        </p:nvSpPr>
        <p:spPr>
          <a:xfrm>
            <a:off x="16026841" y="2555893"/>
            <a:ext cx="26034" cy="113664"/>
          </a:xfrm>
          <a:custGeom>
            <a:avLst/>
            <a:gdLst/>
            <a:ahLst/>
            <a:cxnLst/>
            <a:rect l="l" t="t" r="r" b="b"/>
            <a:pathLst>
              <a:path w="26034" h="113664">
                <a:moveTo>
                  <a:pt x="25470" y="113175"/>
                </a:moveTo>
                <a:lnTo>
                  <a:pt x="0" y="113175"/>
                </a:lnTo>
                <a:lnTo>
                  <a:pt x="0" y="0"/>
                </a:lnTo>
                <a:lnTo>
                  <a:pt x="25470" y="0"/>
                </a:lnTo>
                <a:lnTo>
                  <a:pt x="25470" y="113175"/>
                </a:lnTo>
                <a:close/>
              </a:path>
            </a:pathLst>
          </a:custGeom>
          <a:solidFill>
            <a:srgbClr val="C6E4D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 txBox="1"/>
          <p:nvPr/>
        </p:nvSpPr>
        <p:spPr>
          <a:xfrm>
            <a:off x="15389885" y="2356900"/>
            <a:ext cx="800100" cy="31496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900" spc="85" dirty="0">
                <a:solidFill>
                  <a:srgbClr val="23362F"/>
                </a:solidFill>
                <a:latin typeface="Times New Roman"/>
                <a:cs typeface="Times New Roman"/>
              </a:rPr>
              <a:t>Stee</a:t>
            </a:r>
            <a:r>
              <a:rPr sz="900" spc="85" dirty="0">
                <a:solidFill>
                  <a:srgbClr val="44544D"/>
                </a:solidFill>
                <a:latin typeface="Times New Roman"/>
                <a:cs typeface="Times New Roman"/>
              </a:rPr>
              <a:t>l</a:t>
            </a:r>
            <a:endParaRPr sz="900">
              <a:latin typeface="Times New Roman"/>
              <a:cs typeface="Times New Roman"/>
            </a:endParaRPr>
          </a:p>
          <a:p>
            <a:pPr marL="132715" indent="-41910">
              <a:lnSpc>
                <a:spcPct val="100000"/>
              </a:lnSpc>
              <a:spcBef>
                <a:spcPts val="175"/>
              </a:spcBef>
              <a:buClr>
                <a:srgbClr val="526E64"/>
              </a:buClr>
              <a:buSzPct val="84615"/>
              <a:buChar char="•"/>
              <a:tabLst>
                <a:tab pos="133350" algn="l"/>
              </a:tabLst>
            </a:pPr>
            <a:r>
              <a:rPr sz="650" spc="185" dirty="0">
                <a:solidFill>
                  <a:srgbClr val="7E9097"/>
                </a:solidFill>
                <a:latin typeface="Arial"/>
                <a:cs typeface="Arial"/>
              </a:rPr>
              <a:t>QO&gt;</a:t>
            </a:r>
            <a:r>
              <a:rPr sz="650" spc="75" dirty="0">
                <a:solidFill>
                  <a:srgbClr val="7E9097"/>
                </a:solidFill>
                <a:latin typeface="Arial"/>
                <a:cs typeface="Arial"/>
              </a:rPr>
              <a:t> </a:t>
            </a:r>
            <a:r>
              <a:rPr sz="650" spc="60" dirty="0">
                <a:solidFill>
                  <a:srgbClr val="526E64"/>
                </a:solidFill>
                <a:latin typeface="Arial"/>
                <a:cs typeface="Arial"/>
              </a:rPr>
              <a:t>h</a:t>
            </a:r>
            <a:r>
              <a:rPr sz="650" spc="60" dirty="0">
                <a:solidFill>
                  <a:srgbClr val="6B8082"/>
                </a:solidFill>
                <a:latin typeface="Arial"/>
                <a:cs typeface="Arial"/>
              </a:rPr>
              <a:t>)ff\'</a:t>
            </a:r>
            <a:r>
              <a:rPr sz="650" spc="60" dirty="0">
                <a:solidFill>
                  <a:srgbClr val="BABFBF"/>
                </a:solidFill>
                <a:latin typeface="Arial"/>
                <a:cs typeface="Arial"/>
              </a:rPr>
              <a:t>.</a:t>
            </a:r>
            <a:r>
              <a:rPr sz="650" spc="60" dirty="0">
                <a:solidFill>
                  <a:srgbClr val="85A38E"/>
                </a:solidFill>
                <a:latin typeface="Arial"/>
                <a:cs typeface="Arial"/>
              </a:rPr>
              <a:t>'I'"</a:t>
            </a:r>
            <a:endParaRPr sz="650">
              <a:latin typeface="Arial"/>
              <a:cs typeface="Arial"/>
            </a:endParaRPr>
          </a:p>
        </p:txBody>
      </p:sp>
      <p:sp>
        <p:nvSpPr>
          <p:cNvPr id="111" name="object 111"/>
          <p:cNvSpPr txBox="1"/>
          <p:nvPr/>
        </p:nvSpPr>
        <p:spPr>
          <a:xfrm>
            <a:off x="13103516" y="2667721"/>
            <a:ext cx="523240" cy="3346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655">
              <a:lnSpc>
                <a:spcPts val="1155"/>
              </a:lnSpc>
              <a:spcBef>
                <a:spcPts val="105"/>
              </a:spcBef>
            </a:pPr>
            <a:r>
              <a:rPr sz="1000" spc="-10" dirty="0">
                <a:solidFill>
                  <a:srgbClr val="38443F"/>
                </a:solidFill>
                <a:latin typeface="Arial"/>
                <a:cs typeface="Arial"/>
              </a:rPr>
              <a:t>8u</a:t>
            </a:r>
            <a:r>
              <a:rPr sz="1000" spc="-10" dirty="0">
                <a:solidFill>
                  <a:srgbClr val="526E64"/>
                </a:solidFill>
                <a:latin typeface="Arial"/>
                <a:cs typeface="Arial"/>
              </a:rPr>
              <a:t>l</a:t>
            </a:r>
            <a:r>
              <a:rPr sz="1000" spc="-10" dirty="0">
                <a:solidFill>
                  <a:srgbClr val="38443F"/>
                </a:solidFill>
                <a:latin typeface="Arial"/>
                <a:cs typeface="Arial"/>
              </a:rPr>
              <a:t>ld</a:t>
            </a:r>
            <a:r>
              <a:rPr sz="1000" spc="-10" dirty="0">
                <a:solidFill>
                  <a:srgbClr val="6B8082"/>
                </a:solidFill>
                <a:latin typeface="Arial"/>
                <a:cs typeface="Arial"/>
              </a:rPr>
              <a:t>l</a:t>
            </a:r>
            <a:r>
              <a:rPr sz="1000" spc="-10" dirty="0">
                <a:solidFill>
                  <a:srgbClr val="23362F"/>
                </a:solidFill>
                <a:latin typeface="Arial"/>
                <a:cs typeface="Arial"/>
              </a:rPr>
              <a:t>n</a:t>
            </a:r>
            <a:r>
              <a:rPr sz="1000" spc="-10" dirty="0">
                <a:solidFill>
                  <a:srgbClr val="44544D"/>
                </a:solidFill>
                <a:latin typeface="Arial"/>
                <a:cs typeface="Arial"/>
              </a:rPr>
              <a:t>a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ts val="1275"/>
              </a:lnSpc>
            </a:pPr>
            <a:r>
              <a:rPr sz="1100" spc="-65" dirty="0">
                <a:solidFill>
                  <a:srgbClr val="23362F"/>
                </a:solidFill>
                <a:latin typeface="Times New Roman"/>
                <a:cs typeface="Times New Roman"/>
              </a:rPr>
              <a:t>A</a:t>
            </a:r>
            <a:r>
              <a:rPr sz="1100" spc="-65" dirty="0">
                <a:solidFill>
                  <a:srgbClr val="44544D"/>
                </a:solidFill>
                <a:latin typeface="Times New Roman"/>
                <a:cs typeface="Times New Roman"/>
              </a:rPr>
              <a:t>re.a(m2t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12" name="object 112"/>
          <p:cNvSpPr txBox="1"/>
          <p:nvPr/>
        </p:nvSpPr>
        <p:spPr>
          <a:xfrm>
            <a:off x="15394571" y="2679207"/>
            <a:ext cx="1207770" cy="35750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950" spc="65" dirty="0">
                <a:solidFill>
                  <a:srgbClr val="38443F"/>
                </a:solidFill>
                <a:latin typeface="Times New Roman"/>
                <a:cs typeface="Times New Roman"/>
              </a:rPr>
              <a:t>Earthwort</a:t>
            </a:r>
            <a:r>
              <a:rPr sz="950" spc="-55" dirty="0">
                <a:solidFill>
                  <a:srgbClr val="38443F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38443F"/>
                </a:solidFill>
                <a:latin typeface="Times New Roman"/>
                <a:cs typeface="Times New Roman"/>
              </a:rPr>
              <a:t>E)i</a:t>
            </a:r>
            <a:r>
              <a:rPr sz="950" spc="-10" dirty="0">
                <a:solidFill>
                  <a:srgbClr val="13211A"/>
                </a:solidFill>
                <a:latin typeface="Times New Roman"/>
                <a:cs typeface="Times New Roman"/>
              </a:rPr>
              <a:t>c</a:t>
            </a:r>
            <a:r>
              <a:rPr sz="950" spc="-10" dirty="0">
                <a:solidFill>
                  <a:srgbClr val="38443F"/>
                </a:solidFill>
                <a:latin typeface="Times New Roman"/>
                <a:cs typeface="Times New Roman"/>
              </a:rPr>
              <a:t>;1vatlon</a:t>
            </a:r>
            <a:endParaRPr sz="950">
              <a:latin typeface="Times New Roman"/>
              <a:cs typeface="Times New Roman"/>
            </a:endParaRPr>
          </a:p>
          <a:p>
            <a:pPr marL="13335">
              <a:lnSpc>
                <a:spcPct val="100000"/>
              </a:lnSpc>
              <a:spcBef>
                <a:spcPts val="165"/>
              </a:spcBef>
            </a:pPr>
            <a:r>
              <a:rPr sz="950" spc="-10" dirty="0">
                <a:solidFill>
                  <a:srgbClr val="23362F"/>
                </a:solidFill>
                <a:latin typeface="Arial"/>
                <a:cs typeface="Arial"/>
              </a:rPr>
              <a:t>vo</a:t>
            </a:r>
            <a:r>
              <a:rPr sz="950" spc="-10" dirty="0">
                <a:solidFill>
                  <a:srgbClr val="526E64"/>
                </a:solidFill>
                <a:latin typeface="Arial"/>
                <a:cs typeface="Arial"/>
              </a:rPr>
              <a:t>t</a:t>
            </a:r>
            <a:r>
              <a:rPr sz="950" spc="-10" dirty="0">
                <a:solidFill>
                  <a:srgbClr val="13211A"/>
                </a:solidFill>
                <a:latin typeface="Arial"/>
                <a:cs typeface="Arial"/>
              </a:rPr>
              <a:t>u</a:t>
            </a:r>
            <a:r>
              <a:rPr sz="950" spc="-10" dirty="0">
                <a:solidFill>
                  <a:srgbClr val="38443F"/>
                </a:solidFill>
                <a:latin typeface="Arial"/>
                <a:cs typeface="Arial"/>
              </a:rPr>
              <a:t>me</a:t>
            </a:r>
            <a:endParaRPr sz="950">
              <a:latin typeface="Arial"/>
              <a:cs typeface="Arial"/>
            </a:endParaRPr>
          </a:p>
        </p:txBody>
      </p:sp>
      <p:sp>
        <p:nvSpPr>
          <p:cNvPr id="113" name="object 113"/>
          <p:cNvSpPr txBox="1"/>
          <p:nvPr/>
        </p:nvSpPr>
        <p:spPr>
          <a:xfrm>
            <a:off x="12615748" y="2750678"/>
            <a:ext cx="16446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25" dirty="0">
                <a:solidFill>
                  <a:srgbClr val="526E64"/>
                </a:solidFill>
                <a:latin typeface="Times New Roman"/>
                <a:cs typeface="Times New Roman"/>
              </a:rPr>
              <a:t>75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14" name="object 114"/>
          <p:cNvSpPr txBox="1"/>
          <p:nvPr/>
        </p:nvSpPr>
        <p:spPr>
          <a:xfrm>
            <a:off x="11841570" y="2597526"/>
            <a:ext cx="551180" cy="464820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38100" marR="5080" indent="-26034">
              <a:lnSpc>
                <a:spcPts val="1110"/>
              </a:lnSpc>
              <a:spcBef>
                <a:spcPts val="265"/>
              </a:spcBef>
            </a:pPr>
            <a:r>
              <a:rPr sz="1050" spc="-10" dirty="0">
                <a:solidFill>
                  <a:srgbClr val="38443F"/>
                </a:solidFill>
                <a:latin typeface="Times New Roman"/>
                <a:cs typeface="Times New Roman"/>
              </a:rPr>
              <a:t>Build</a:t>
            </a:r>
            <a:r>
              <a:rPr sz="1050" spc="-10" dirty="0">
                <a:solidFill>
                  <a:srgbClr val="13211A"/>
                </a:solidFill>
                <a:latin typeface="Times New Roman"/>
                <a:cs typeface="Times New Roman"/>
              </a:rPr>
              <a:t>ln</a:t>
            </a:r>
            <a:r>
              <a:rPr sz="1050" spc="-10" dirty="0">
                <a:solidFill>
                  <a:srgbClr val="44544D"/>
                </a:solidFill>
                <a:latin typeface="Times New Roman"/>
                <a:cs typeface="Times New Roman"/>
              </a:rPr>
              <a:t>c </a:t>
            </a:r>
            <a:r>
              <a:rPr sz="1000" spc="-10" dirty="0">
                <a:solidFill>
                  <a:srgbClr val="526E64"/>
                </a:solidFill>
                <a:latin typeface="Times New Roman"/>
                <a:cs typeface="Times New Roman"/>
              </a:rPr>
              <a:t>H</a:t>
            </a:r>
            <a:r>
              <a:rPr sz="1000" spc="-10" dirty="0">
                <a:solidFill>
                  <a:srgbClr val="38443F"/>
                </a:solidFill>
                <a:latin typeface="Times New Roman"/>
                <a:cs typeface="Times New Roman"/>
              </a:rPr>
              <a:t>cla,ht </a:t>
            </a:r>
            <a:r>
              <a:rPr sz="950" dirty="0">
                <a:solidFill>
                  <a:srgbClr val="44544D"/>
                </a:solidFill>
                <a:latin typeface="Arial"/>
                <a:cs typeface="Arial"/>
              </a:rPr>
              <a:t>Um</a:t>
            </a:r>
            <a:r>
              <a:rPr sz="950" dirty="0">
                <a:solidFill>
                  <a:srgbClr val="23362F"/>
                </a:solidFill>
                <a:latin typeface="Arial"/>
                <a:cs typeface="Arial"/>
              </a:rPr>
              <a:t>lt</a:t>
            </a:r>
            <a:r>
              <a:rPr sz="950" spc="125" dirty="0">
                <a:solidFill>
                  <a:srgbClr val="23362F"/>
                </a:solidFill>
                <a:latin typeface="Arial"/>
                <a:cs typeface="Arial"/>
              </a:rPr>
              <a:t> </a:t>
            </a:r>
            <a:r>
              <a:rPr sz="950" spc="-25" dirty="0">
                <a:solidFill>
                  <a:srgbClr val="526E64"/>
                </a:solidFill>
                <a:latin typeface="Arial"/>
                <a:cs typeface="Arial"/>
              </a:rPr>
              <a:t>t</a:t>
            </a:r>
            <a:r>
              <a:rPr sz="950" spc="-25" dirty="0">
                <a:solidFill>
                  <a:srgbClr val="44544D"/>
                </a:solidFill>
                <a:latin typeface="Arial"/>
                <a:cs typeface="Arial"/>
              </a:rPr>
              <a:t>m)</a:t>
            </a:r>
            <a:endParaRPr sz="950">
              <a:latin typeface="Arial"/>
              <a:cs typeface="Arial"/>
            </a:endParaRPr>
          </a:p>
        </p:txBody>
      </p:sp>
      <p:sp>
        <p:nvSpPr>
          <p:cNvPr id="115" name="object 115"/>
          <p:cNvSpPr txBox="1"/>
          <p:nvPr/>
        </p:nvSpPr>
        <p:spPr>
          <a:xfrm>
            <a:off x="13764831" y="2744297"/>
            <a:ext cx="1546225" cy="3384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1080"/>
              </a:lnSpc>
              <a:spcBef>
                <a:spcPts val="105"/>
              </a:spcBef>
              <a:tabLst>
                <a:tab pos="1532890" algn="l"/>
              </a:tabLst>
            </a:pPr>
            <a:r>
              <a:rPr sz="1000" dirty="0">
                <a:solidFill>
                  <a:srgbClr val="526E64"/>
                </a:solidFill>
                <a:latin typeface="Times New Roman"/>
                <a:cs typeface="Times New Roman"/>
              </a:rPr>
              <a:t>120</a:t>
            </a:r>
            <a:r>
              <a:rPr sz="1000" dirty="0">
                <a:solidFill>
                  <a:srgbClr val="7E9097"/>
                </a:solidFill>
                <a:latin typeface="Times New Roman"/>
                <a:cs typeface="Times New Roman"/>
              </a:rPr>
              <a:t>,</a:t>
            </a:r>
            <a:r>
              <a:rPr sz="1000" dirty="0">
                <a:solidFill>
                  <a:srgbClr val="526E64"/>
                </a:solidFill>
                <a:latin typeface="Times New Roman"/>
                <a:cs typeface="Times New Roman"/>
              </a:rPr>
              <a:t>000</a:t>
            </a:r>
            <a:r>
              <a:rPr sz="1000" spc="165" dirty="0">
                <a:solidFill>
                  <a:srgbClr val="526E64"/>
                </a:solidFill>
                <a:latin typeface="Times New Roman"/>
                <a:cs typeface="Times New Roman"/>
              </a:rPr>
              <a:t> </a:t>
            </a:r>
            <a:r>
              <a:rPr sz="1000" u="heavy" dirty="0">
                <a:solidFill>
                  <a:srgbClr val="526E64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endParaRPr sz="1000">
              <a:latin typeface="Times New Roman"/>
              <a:cs typeface="Times New Roman"/>
            </a:endParaRPr>
          </a:p>
          <a:p>
            <a:pPr marL="728980">
              <a:lnSpc>
                <a:spcPts val="1380"/>
              </a:lnSpc>
            </a:pPr>
            <a:r>
              <a:rPr sz="1250" b="1" spc="-10" dirty="0">
                <a:solidFill>
                  <a:srgbClr val="23362F"/>
                </a:solidFill>
                <a:latin typeface="Arial"/>
                <a:cs typeface="Arial"/>
              </a:rPr>
              <a:t>Baseline</a:t>
            </a:r>
            <a:endParaRPr sz="1250">
              <a:latin typeface="Arial"/>
              <a:cs typeface="Arial"/>
            </a:endParaRPr>
          </a:p>
        </p:txBody>
      </p:sp>
      <p:sp>
        <p:nvSpPr>
          <p:cNvPr id="116" name="object 116"/>
          <p:cNvSpPr txBox="1"/>
          <p:nvPr/>
        </p:nvSpPr>
        <p:spPr>
          <a:xfrm>
            <a:off x="14299437" y="3063365"/>
            <a:ext cx="1778000" cy="3067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1340"/>
              </a:lnSpc>
              <a:spcBef>
                <a:spcPts val="105"/>
              </a:spcBef>
              <a:tabLst>
                <a:tab pos="1195070" algn="l"/>
              </a:tabLst>
            </a:pPr>
            <a:r>
              <a:rPr sz="1400" b="1" u="heavy" spc="-10" dirty="0">
                <a:solidFill>
                  <a:srgbClr val="23362F"/>
                </a:solidFill>
                <a:uFill>
                  <a:solidFill>
                    <a:srgbClr val="2F5D67"/>
                  </a:solidFill>
                </a:uFill>
                <a:latin typeface="Times New Roman"/>
                <a:cs typeface="Times New Roman"/>
              </a:rPr>
              <a:t>Developmen</a:t>
            </a:r>
            <a:r>
              <a:rPr sz="1400" b="1" u="heavy" spc="-10" dirty="0">
                <a:solidFill>
                  <a:srgbClr val="2F5D67"/>
                </a:solidFill>
                <a:uFill>
                  <a:solidFill>
                    <a:srgbClr val="2F5D67"/>
                  </a:solidFill>
                </a:uFill>
                <a:latin typeface="Times New Roman"/>
                <a:cs typeface="Times New Roman"/>
              </a:rPr>
              <a:t>t</a:t>
            </a:r>
            <a:r>
              <a:rPr sz="1400" b="1" dirty="0">
                <a:solidFill>
                  <a:srgbClr val="2F5D67"/>
                </a:solidFill>
                <a:latin typeface="Times New Roman"/>
                <a:cs typeface="Times New Roman"/>
              </a:rPr>
              <a:t>	</a:t>
            </a:r>
            <a:r>
              <a:rPr sz="1000" spc="-25" dirty="0">
                <a:solidFill>
                  <a:srgbClr val="23362F"/>
                </a:solidFill>
                <a:latin typeface="Times New Roman"/>
                <a:cs typeface="Times New Roman"/>
              </a:rPr>
              <a:t>i..</a:t>
            </a:r>
            <a:endParaRPr sz="1000">
              <a:latin typeface="Times New Roman"/>
              <a:cs typeface="Times New Roman"/>
            </a:endParaRPr>
          </a:p>
          <a:p>
            <a:pPr marL="1099185">
              <a:lnSpc>
                <a:spcPts val="860"/>
              </a:lnSpc>
              <a:tabLst>
                <a:tab pos="1346200" algn="l"/>
              </a:tabLst>
            </a:pPr>
            <a:r>
              <a:rPr sz="850" i="1" dirty="0">
                <a:solidFill>
                  <a:srgbClr val="23362F"/>
                </a:solidFill>
                <a:latin typeface="Arial"/>
                <a:cs typeface="Arial"/>
              </a:rPr>
              <a:t>G	</a:t>
            </a:r>
            <a:r>
              <a:rPr sz="1000" spc="-100" dirty="0">
                <a:solidFill>
                  <a:srgbClr val="38443F"/>
                </a:solidFill>
                <a:latin typeface="Arial"/>
                <a:cs typeface="Arial"/>
              </a:rPr>
              <a:t>S</a:t>
            </a:r>
            <a:r>
              <a:rPr sz="1000" spc="-100" dirty="0">
                <a:solidFill>
                  <a:srgbClr val="13211A"/>
                </a:solidFill>
                <a:latin typeface="Arial"/>
                <a:cs typeface="Arial"/>
              </a:rPr>
              <a:t>U</a:t>
            </a:r>
            <a:r>
              <a:rPr sz="1000" spc="-100" dirty="0">
                <a:solidFill>
                  <a:srgbClr val="38443F"/>
                </a:solidFill>
                <a:latin typeface="Arial"/>
                <a:cs typeface="Arial"/>
              </a:rPr>
              <a:t>-</a:t>
            </a:r>
            <a:r>
              <a:rPr sz="1000" spc="-75" dirty="0">
                <a:solidFill>
                  <a:srgbClr val="38443F"/>
                </a:solidFill>
                <a:latin typeface="Arial"/>
                <a:cs typeface="Arial"/>
              </a:rPr>
              <a:t>sage</a:t>
            </a:r>
            <a:endParaRPr sz="1000">
              <a:latin typeface="Arial"/>
              <a:cs typeface="Arial"/>
            </a:endParaRPr>
          </a:p>
        </p:txBody>
      </p:sp>
      <p:sp>
        <p:nvSpPr>
          <p:cNvPr id="117" name="object 117"/>
          <p:cNvSpPr txBox="1"/>
          <p:nvPr/>
        </p:nvSpPr>
        <p:spPr>
          <a:xfrm>
            <a:off x="11710078" y="3222899"/>
            <a:ext cx="733425" cy="3130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ts val="1100"/>
              </a:lnSpc>
              <a:spcBef>
                <a:spcPts val="105"/>
              </a:spcBef>
            </a:pPr>
            <a:r>
              <a:rPr sz="950" spc="-10" dirty="0">
                <a:solidFill>
                  <a:srgbClr val="44544D"/>
                </a:solidFill>
                <a:latin typeface="Arial"/>
                <a:cs typeface="Arial"/>
              </a:rPr>
              <a:t>G</a:t>
            </a:r>
            <a:r>
              <a:rPr sz="950" spc="-10" dirty="0">
                <a:solidFill>
                  <a:srgbClr val="13211A"/>
                </a:solidFill>
                <a:latin typeface="Arial"/>
                <a:cs typeface="Arial"/>
              </a:rPr>
              <a:t>reen</a:t>
            </a:r>
            <a:r>
              <a:rPr sz="950" spc="-45" dirty="0">
                <a:solidFill>
                  <a:srgbClr val="13211A"/>
                </a:solidFill>
                <a:latin typeface="Arial"/>
                <a:cs typeface="Arial"/>
              </a:rPr>
              <a:t> </a:t>
            </a:r>
            <a:r>
              <a:rPr sz="950" spc="-10" dirty="0">
                <a:solidFill>
                  <a:srgbClr val="38443F"/>
                </a:solidFill>
                <a:latin typeface="Arial"/>
                <a:cs typeface="Arial"/>
              </a:rPr>
              <a:t>space</a:t>
            </a:r>
            <a:endParaRPr sz="950">
              <a:latin typeface="Arial"/>
              <a:cs typeface="Arial"/>
            </a:endParaRPr>
          </a:p>
          <a:p>
            <a:pPr marR="6350" algn="ctr">
              <a:lnSpc>
                <a:spcPts val="1160"/>
              </a:lnSpc>
            </a:pPr>
            <a:r>
              <a:rPr sz="1000" spc="-10" dirty="0">
                <a:solidFill>
                  <a:srgbClr val="44544D"/>
                </a:solidFill>
                <a:latin typeface="Times New Roman"/>
                <a:cs typeface="Times New Roman"/>
              </a:rPr>
              <a:t>ftatj</a:t>
            </a:r>
            <a:r>
              <a:rPr sz="1000" spc="-10" dirty="0">
                <a:solidFill>
                  <a:srgbClr val="23362F"/>
                </a:solidFill>
                <a:latin typeface="Times New Roman"/>
                <a:cs typeface="Times New Roman"/>
              </a:rPr>
              <a:t>o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18" name="object 118"/>
          <p:cNvSpPr txBox="1"/>
          <p:nvPr/>
        </p:nvSpPr>
        <p:spPr>
          <a:xfrm>
            <a:off x="12567080" y="3146323"/>
            <a:ext cx="1096010" cy="4660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60325" algn="r">
              <a:lnSpc>
                <a:spcPct val="100000"/>
              </a:lnSpc>
              <a:spcBef>
                <a:spcPts val="105"/>
              </a:spcBef>
            </a:pPr>
            <a:r>
              <a:rPr sz="950" spc="-10" dirty="0">
                <a:solidFill>
                  <a:srgbClr val="23362F"/>
                </a:solidFill>
                <a:latin typeface="Arial"/>
                <a:cs typeface="Arial"/>
              </a:rPr>
              <a:t>Av</a:t>
            </a:r>
            <a:r>
              <a:rPr sz="950" spc="-10" dirty="0">
                <a:solidFill>
                  <a:srgbClr val="44544D"/>
                </a:solidFill>
                <a:latin typeface="Arial"/>
                <a:cs typeface="Arial"/>
              </a:rPr>
              <a:t>erage</a:t>
            </a:r>
            <a:endParaRPr sz="950">
              <a:latin typeface="Arial"/>
              <a:cs typeface="Arial"/>
            </a:endParaRPr>
          </a:p>
          <a:p>
            <a:pPr marR="5080" algn="r">
              <a:lnSpc>
                <a:spcPts val="1155"/>
              </a:lnSpc>
              <a:spcBef>
                <a:spcPts val="15"/>
              </a:spcBef>
              <a:tabLst>
                <a:tab pos="489584" algn="l"/>
              </a:tabLst>
            </a:pPr>
            <a:r>
              <a:rPr sz="1000" spc="35" dirty="0">
                <a:solidFill>
                  <a:srgbClr val="6B8082"/>
                </a:solidFill>
                <a:latin typeface="Times New Roman"/>
                <a:cs typeface="Times New Roman"/>
              </a:rPr>
              <a:t>20%</a:t>
            </a:r>
            <a:r>
              <a:rPr sz="1000" dirty="0">
                <a:solidFill>
                  <a:srgbClr val="6B8082"/>
                </a:solidFill>
                <a:latin typeface="Times New Roman"/>
                <a:cs typeface="Times New Roman"/>
              </a:rPr>
              <a:t>	</a:t>
            </a:r>
            <a:r>
              <a:rPr sz="950" dirty="0">
                <a:solidFill>
                  <a:srgbClr val="23362F"/>
                </a:solidFill>
                <a:latin typeface="Arial"/>
                <a:cs typeface="Arial"/>
              </a:rPr>
              <a:t>N</a:t>
            </a:r>
            <a:r>
              <a:rPr sz="950" dirty="0">
                <a:solidFill>
                  <a:srgbClr val="526E64"/>
                </a:solidFill>
                <a:latin typeface="Arial"/>
                <a:cs typeface="Arial"/>
              </a:rPr>
              <a:t>u</a:t>
            </a:r>
            <a:r>
              <a:rPr sz="950" dirty="0">
                <a:solidFill>
                  <a:srgbClr val="13211A"/>
                </a:solidFill>
                <a:latin typeface="Arial"/>
                <a:cs typeface="Arial"/>
              </a:rPr>
              <a:t>m</a:t>
            </a:r>
            <a:r>
              <a:rPr sz="950" dirty="0">
                <a:solidFill>
                  <a:srgbClr val="38443F"/>
                </a:solidFill>
                <a:latin typeface="Arial"/>
                <a:cs typeface="Arial"/>
              </a:rPr>
              <a:t>be</a:t>
            </a:r>
            <a:r>
              <a:rPr sz="950" dirty="0">
                <a:solidFill>
                  <a:srgbClr val="13211A"/>
                </a:solidFill>
                <a:latin typeface="Arial"/>
                <a:cs typeface="Arial"/>
              </a:rPr>
              <a:t>r</a:t>
            </a:r>
            <a:r>
              <a:rPr sz="950" spc="90" dirty="0">
                <a:solidFill>
                  <a:srgbClr val="13211A"/>
                </a:solidFill>
                <a:latin typeface="Arial"/>
                <a:cs typeface="Arial"/>
              </a:rPr>
              <a:t> </a:t>
            </a:r>
            <a:r>
              <a:rPr sz="950" spc="-25" dirty="0">
                <a:solidFill>
                  <a:srgbClr val="44544D"/>
                </a:solidFill>
                <a:latin typeface="Arial"/>
                <a:cs typeface="Arial"/>
              </a:rPr>
              <a:t>of</a:t>
            </a:r>
            <a:endParaRPr sz="950">
              <a:latin typeface="Arial"/>
              <a:cs typeface="Arial"/>
            </a:endParaRPr>
          </a:p>
          <a:p>
            <a:pPr marL="624205">
              <a:lnSpc>
                <a:spcPts val="1155"/>
              </a:lnSpc>
            </a:pPr>
            <a:r>
              <a:rPr sz="1000" spc="-10" dirty="0">
                <a:solidFill>
                  <a:srgbClr val="38443F"/>
                </a:solidFill>
                <a:latin typeface="Times New Roman"/>
                <a:cs typeface="Times New Roman"/>
              </a:rPr>
              <a:t>Floors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19" name="object 119"/>
          <p:cNvSpPr txBox="1"/>
          <p:nvPr/>
        </p:nvSpPr>
        <p:spPr>
          <a:xfrm>
            <a:off x="13930388" y="3293093"/>
            <a:ext cx="156845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spc="-25" dirty="0">
                <a:solidFill>
                  <a:srgbClr val="6B8082"/>
                </a:solidFill>
                <a:latin typeface="Times New Roman"/>
                <a:cs typeface="Times New Roman"/>
              </a:rPr>
              <a:t>10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20" name="object 120"/>
          <p:cNvSpPr txBox="1"/>
          <p:nvPr/>
        </p:nvSpPr>
        <p:spPr>
          <a:xfrm>
            <a:off x="15460217" y="3280332"/>
            <a:ext cx="1092835" cy="163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00" spc="-10" dirty="0">
                <a:solidFill>
                  <a:srgbClr val="13211A"/>
                </a:solidFill>
                <a:latin typeface="Times New Roman"/>
                <a:cs typeface="Times New Roman"/>
              </a:rPr>
              <a:t>·</a:t>
            </a:r>
            <a:r>
              <a:rPr sz="900" spc="-10" dirty="0">
                <a:solidFill>
                  <a:srgbClr val="7E9097"/>
                </a:solidFill>
                <a:latin typeface="Times New Roman"/>
                <a:cs typeface="Times New Roman"/>
              </a:rPr>
              <a:t>10</a:t>
            </a:r>
            <a:r>
              <a:rPr sz="900" spc="-10" dirty="0">
                <a:solidFill>
                  <a:srgbClr val="526E64"/>
                </a:solidFill>
                <a:latin typeface="Times New Roman"/>
                <a:cs typeface="Times New Roman"/>
              </a:rPr>
              <a:t>1</a:t>
            </a:r>
            <a:r>
              <a:rPr sz="900" spc="-10" dirty="0">
                <a:solidFill>
                  <a:srgbClr val="7E9097"/>
                </a:solidFill>
                <a:latin typeface="Times New Roman"/>
                <a:cs typeface="Times New Roman"/>
              </a:rPr>
              <a:t>.oirot</a:t>
            </a:r>
            <a:r>
              <a:rPr sz="900" spc="5" dirty="0">
                <a:solidFill>
                  <a:srgbClr val="7E9097"/>
                </a:solidFill>
                <a:latin typeface="Times New Roman"/>
                <a:cs typeface="Times New Roman"/>
              </a:rPr>
              <a:t> </a:t>
            </a:r>
            <a:r>
              <a:rPr sz="900" spc="-10" dirty="0">
                <a:solidFill>
                  <a:srgbClr val="6B8082"/>
                </a:solidFill>
                <a:latin typeface="Times New Roman"/>
                <a:cs typeface="Times New Roman"/>
              </a:rPr>
              <a:t>me,,,..,</a:t>
            </a:r>
            <a:r>
              <a:rPr sz="900" spc="-10" dirty="0">
                <a:solidFill>
                  <a:srgbClr val="85A38E"/>
                </a:solidFill>
                <a:latin typeface="Times New Roman"/>
                <a:cs typeface="Times New Roman"/>
              </a:rPr>
              <a:t>1-.u"'"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21" name="object 121"/>
          <p:cNvSpPr txBox="1"/>
          <p:nvPr/>
        </p:nvSpPr>
        <p:spPr>
          <a:xfrm>
            <a:off x="16950880" y="1972153"/>
            <a:ext cx="466090" cy="1714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50" spc="-10" dirty="0">
                <a:solidFill>
                  <a:srgbClr val="44544D"/>
                </a:solidFill>
                <a:latin typeface="Arial"/>
                <a:cs typeface="Arial"/>
              </a:rPr>
              <a:t>A8,</a:t>
            </a:r>
            <a:r>
              <a:rPr sz="950" spc="-10" dirty="0">
                <a:solidFill>
                  <a:srgbClr val="526E64"/>
                </a:solidFill>
                <a:latin typeface="Arial"/>
                <a:cs typeface="Arial"/>
              </a:rPr>
              <a:t>000</a:t>
            </a:r>
            <a:r>
              <a:rPr sz="950" spc="-10" dirty="0">
                <a:solidFill>
                  <a:srgbClr val="44544D"/>
                </a:solidFill>
                <a:latin typeface="Arial"/>
                <a:cs typeface="Arial"/>
              </a:rPr>
              <a:t>t</a:t>
            </a:r>
            <a:endParaRPr sz="950">
              <a:latin typeface="Arial"/>
              <a:cs typeface="Arial"/>
            </a:endParaRPr>
          </a:p>
        </p:txBody>
      </p:sp>
      <p:sp>
        <p:nvSpPr>
          <p:cNvPr id="122" name="object 122"/>
          <p:cNvSpPr txBox="1"/>
          <p:nvPr/>
        </p:nvSpPr>
        <p:spPr>
          <a:xfrm>
            <a:off x="16981259" y="2374179"/>
            <a:ext cx="399415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spc="55" dirty="0">
                <a:solidFill>
                  <a:srgbClr val="526E64"/>
                </a:solidFill>
                <a:latin typeface="Times New Roman"/>
                <a:cs typeface="Times New Roman"/>
              </a:rPr>
              <a:t>8,40</a:t>
            </a:r>
            <a:r>
              <a:rPr sz="1000" spc="55" dirty="0">
                <a:solidFill>
                  <a:srgbClr val="6B8082"/>
                </a:solidFill>
                <a:latin typeface="Times New Roman"/>
                <a:cs typeface="Times New Roman"/>
              </a:rPr>
              <a:t>0</a:t>
            </a:r>
            <a:r>
              <a:rPr sz="1000" spc="55" dirty="0">
                <a:solidFill>
                  <a:srgbClr val="526E64"/>
                </a:solidFill>
                <a:latin typeface="Times New Roman"/>
                <a:cs typeface="Times New Roman"/>
              </a:rPr>
              <a:t>t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23" name="object 123"/>
          <p:cNvSpPr txBox="1"/>
          <p:nvPr/>
        </p:nvSpPr>
        <p:spPr>
          <a:xfrm>
            <a:off x="7065115" y="5079874"/>
            <a:ext cx="33655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1000" spc="-160" dirty="0">
                <a:latin typeface="Arial"/>
                <a:cs typeface="Arial"/>
              </a:rPr>
              <a:t>i</a:t>
            </a:r>
            <a:endParaRPr sz="1000">
              <a:latin typeface="Arial"/>
              <a:cs typeface="Arial"/>
            </a:endParaRPr>
          </a:p>
        </p:txBody>
      </p:sp>
      <p:sp>
        <p:nvSpPr>
          <p:cNvPr id="124" name="object 124"/>
          <p:cNvSpPr txBox="1"/>
          <p:nvPr/>
        </p:nvSpPr>
        <p:spPr>
          <a:xfrm>
            <a:off x="1633374" y="4275824"/>
            <a:ext cx="1756410" cy="11283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7200" spc="1270" dirty="0">
                <a:solidFill>
                  <a:srgbClr val="83A169"/>
                </a:solidFill>
                <a:latin typeface="Arial"/>
                <a:cs typeface="Arial"/>
              </a:rPr>
              <a:t>/</a:t>
            </a:r>
            <a:r>
              <a:rPr sz="7200" spc="1270" dirty="0">
                <a:solidFill>
                  <a:srgbClr val="54809C"/>
                </a:solidFill>
                <a:latin typeface="Arial"/>
                <a:cs typeface="Arial"/>
              </a:rPr>
              <a:t>-</a:t>
            </a:r>
            <a:r>
              <a:rPr sz="7200" spc="2385" dirty="0">
                <a:solidFill>
                  <a:srgbClr val="6B6077"/>
                </a:solidFill>
                <a:latin typeface="Arial"/>
                <a:cs typeface="Arial"/>
              </a:rPr>
              <a:t>=</a:t>
            </a:r>
            <a:endParaRPr sz="7200">
              <a:latin typeface="Arial"/>
              <a:cs typeface="Arial"/>
            </a:endParaRPr>
          </a:p>
        </p:txBody>
      </p:sp>
      <p:sp>
        <p:nvSpPr>
          <p:cNvPr id="125" name="object 125"/>
          <p:cNvSpPr txBox="1"/>
          <p:nvPr/>
        </p:nvSpPr>
        <p:spPr>
          <a:xfrm>
            <a:off x="489986" y="4677848"/>
            <a:ext cx="876300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b="1" spc="-220" dirty="0">
                <a:solidFill>
                  <a:srgbClr val="44544D"/>
                </a:solidFill>
                <a:latin typeface="Arial"/>
                <a:cs typeface="Arial"/>
              </a:rPr>
              <a:t>e</a:t>
            </a:r>
            <a:r>
              <a:rPr sz="1650" b="1" spc="-220" dirty="0">
                <a:solidFill>
                  <a:srgbClr val="526E64"/>
                </a:solidFill>
                <a:latin typeface="Arial"/>
                <a:cs typeface="Arial"/>
              </a:rPr>
              <a:t>r</a:t>
            </a:r>
            <a:r>
              <a:rPr sz="1650" b="1" spc="-220" dirty="0">
                <a:solidFill>
                  <a:srgbClr val="6B8082"/>
                </a:solidFill>
                <a:latin typeface="Arial"/>
                <a:cs typeface="Arial"/>
              </a:rPr>
              <a:t>p,</a:t>
            </a:r>
            <a:r>
              <a:rPr sz="1650" b="1" spc="-220" dirty="0">
                <a:solidFill>
                  <a:srgbClr val="526E64"/>
                </a:solidFill>
                <a:latin typeface="Arial"/>
                <a:cs typeface="Arial"/>
              </a:rPr>
              <a:t>-</a:t>
            </a:r>
            <a:r>
              <a:rPr sz="1650" b="1" spc="-95" dirty="0">
                <a:solidFill>
                  <a:srgbClr val="526E64"/>
                </a:solidFill>
                <a:latin typeface="Arial"/>
                <a:cs typeface="Arial"/>
              </a:rPr>
              <a:t> </a:t>
            </a:r>
            <a:r>
              <a:rPr sz="1650" b="1" spc="-220" dirty="0">
                <a:solidFill>
                  <a:srgbClr val="526E64"/>
                </a:solidFill>
                <a:latin typeface="Arial"/>
                <a:cs typeface="Arial"/>
              </a:rPr>
              <a:t>ar11</a:t>
            </a:r>
            <a:r>
              <a:rPr sz="1650" b="1" spc="-220" dirty="0">
                <a:solidFill>
                  <a:srgbClr val="6B8082"/>
                </a:solidFill>
                <a:latin typeface="Arial"/>
                <a:cs typeface="Arial"/>
              </a:rPr>
              <a:t>9.</a:t>
            </a:r>
            <a:r>
              <a:rPr sz="1650" b="1" spc="-220" dirty="0">
                <a:solidFill>
                  <a:srgbClr val="526E64"/>
                </a:solidFill>
                <a:latin typeface="Arial"/>
                <a:cs typeface="Arial"/>
              </a:rPr>
              <a:t>r</a:t>
            </a:r>
            <a:endParaRPr sz="1650">
              <a:latin typeface="Arial"/>
              <a:cs typeface="Arial"/>
            </a:endParaRPr>
          </a:p>
        </p:txBody>
      </p:sp>
      <p:sp>
        <p:nvSpPr>
          <p:cNvPr id="126" name="object 126"/>
          <p:cNvSpPr txBox="1"/>
          <p:nvPr/>
        </p:nvSpPr>
        <p:spPr>
          <a:xfrm>
            <a:off x="8144108" y="4314111"/>
            <a:ext cx="643255" cy="6845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300" spc="965" dirty="0">
                <a:solidFill>
                  <a:srgbClr val="44544D"/>
                </a:solidFill>
                <a:latin typeface="Arial"/>
                <a:cs typeface="Arial"/>
              </a:rPr>
              <a:t>··</a:t>
            </a:r>
            <a:endParaRPr sz="4300">
              <a:latin typeface="Arial"/>
              <a:cs typeface="Arial"/>
            </a:endParaRPr>
          </a:p>
        </p:txBody>
      </p:sp>
      <p:sp>
        <p:nvSpPr>
          <p:cNvPr id="127" name="object 127"/>
          <p:cNvSpPr txBox="1"/>
          <p:nvPr/>
        </p:nvSpPr>
        <p:spPr>
          <a:xfrm>
            <a:off x="10301436" y="4543840"/>
            <a:ext cx="184150" cy="3473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00" spc="509" dirty="0">
                <a:solidFill>
                  <a:srgbClr val="526E64"/>
                </a:solidFill>
                <a:latin typeface="Arial"/>
                <a:cs typeface="Arial"/>
              </a:rPr>
              <a:t>•</a:t>
            </a:r>
            <a:endParaRPr sz="2100">
              <a:latin typeface="Arial"/>
              <a:cs typeface="Arial"/>
            </a:endParaRPr>
          </a:p>
        </p:txBody>
      </p:sp>
      <p:sp>
        <p:nvSpPr>
          <p:cNvPr id="128" name="object 128"/>
          <p:cNvSpPr txBox="1"/>
          <p:nvPr/>
        </p:nvSpPr>
        <p:spPr>
          <a:xfrm>
            <a:off x="6524414" y="4263060"/>
            <a:ext cx="306070" cy="6076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3800" spc="-760" dirty="0">
                <a:solidFill>
                  <a:srgbClr val="697054"/>
                </a:solidFill>
                <a:latin typeface="Times New Roman"/>
                <a:cs typeface="Times New Roman"/>
              </a:rPr>
              <a:t>.</a:t>
            </a:r>
            <a:r>
              <a:rPr sz="3300" spc="-300" baseline="-27777" dirty="0">
                <a:solidFill>
                  <a:srgbClr val="697054"/>
                </a:solidFill>
                <a:latin typeface="Times New Roman"/>
                <a:cs typeface="Times New Roman"/>
              </a:rPr>
              <a:t>,</a:t>
            </a:r>
            <a:r>
              <a:rPr sz="3800" spc="-780" dirty="0">
                <a:solidFill>
                  <a:srgbClr val="697054"/>
                </a:solidFill>
                <a:latin typeface="Times New Roman"/>
                <a:cs typeface="Times New Roman"/>
              </a:rPr>
              <a:t>.</a:t>
            </a:r>
            <a:r>
              <a:rPr sz="3300" spc="-284" baseline="-27777" dirty="0">
                <a:solidFill>
                  <a:srgbClr val="697054"/>
                </a:solidFill>
                <a:latin typeface="Times New Roman"/>
                <a:cs typeface="Times New Roman"/>
              </a:rPr>
              <a:t>.</a:t>
            </a:r>
            <a:r>
              <a:rPr sz="3800" spc="-795" dirty="0">
                <a:solidFill>
                  <a:srgbClr val="697054"/>
                </a:solidFill>
                <a:latin typeface="Times New Roman"/>
                <a:cs typeface="Times New Roman"/>
              </a:rPr>
              <a:t>.</a:t>
            </a:r>
            <a:r>
              <a:rPr sz="3300" spc="-82" baseline="-27777" dirty="0">
                <a:solidFill>
                  <a:srgbClr val="697054"/>
                </a:solidFill>
                <a:latin typeface="Times New Roman"/>
                <a:cs typeface="Times New Roman"/>
              </a:rPr>
              <a:t>.</a:t>
            </a:r>
            <a:endParaRPr sz="3300" baseline="-27777">
              <a:latin typeface="Times New Roman"/>
              <a:cs typeface="Times New Roman"/>
            </a:endParaRPr>
          </a:p>
        </p:txBody>
      </p:sp>
      <p:sp>
        <p:nvSpPr>
          <p:cNvPr id="129" name="object 129"/>
          <p:cNvSpPr txBox="1"/>
          <p:nvPr/>
        </p:nvSpPr>
        <p:spPr>
          <a:xfrm>
            <a:off x="8418282" y="4390688"/>
            <a:ext cx="254635" cy="6686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200" spc="-480" dirty="0">
                <a:solidFill>
                  <a:srgbClr val="697054"/>
                </a:solidFill>
                <a:latin typeface="Times New Roman"/>
                <a:cs typeface="Times New Roman"/>
              </a:rPr>
              <a:t>...</a:t>
            </a:r>
            <a:endParaRPr sz="4200">
              <a:latin typeface="Times New Roman"/>
              <a:cs typeface="Times New Roman"/>
            </a:endParaRPr>
          </a:p>
        </p:txBody>
      </p:sp>
      <p:sp>
        <p:nvSpPr>
          <p:cNvPr id="130" name="object 130"/>
          <p:cNvSpPr txBox="1"/>
          <p:nvPr/>
        </p:nvSpPr>
        <p:spPr>
          <a:xfrm>
            <a:off x="10275825" y="4365163"/>
            <a:ext cx="252729" cy="699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400" spc="-535" dirty="0">
                <a:solidFill>
                  <a:srgbClr val="526E64"/>
                </a:solidFill>
                <a:latin typeface="Times New Roman"/>
                <a:cs typeface="Times New Roman"/>
              </a:rPr>
              <a:t>...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131" name="object 131"/>
          <p:cNvSpPr/>
          <p:nvPr/>
        </p:nvSpPr>
        <p:spPr>
          <a:xfrm>
            <a:off x="328512" y="5130861"/>
            <a:ext cx="1139190" cy="0"/>
          </a:xfrm>
          <a:custGeom>
            <a:avLst/>
            <a:gdLst/>
            <a:ahLst/>
            <a:cxnLst/>
            <a:rect l="l" t="t" r="r" b="b"/>
            <a:pathLst>
              <a:path w="1139190">
                <a:moveTo>
                  <a:pt x="0" y="0"/>
                </a:moveTo>
                <a:lnTo>
                  <a:pt x="1139053" y="0"/>
                </a:lnTo>
              </a:path>
            </a:pathLst>
          </a:custGeom>
          <a:ln w="12762">
            <a:solidFill>
              <a:srgbClr val="526E6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" name="object 132"/>
          <p:cNvSpPr txBox="1"/>
          <p:nvPr/>
        </p:nvSpPr>
        <p:spPr>
          <a:xfrm>
            <a:off x="315812" y="4907577"/>
            <a:ext cx="1184910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b="1" spc="-135" dirty="0">
                <a:solidFill>
                  <a:srgbClr val="526E64"/>
                </a:solidFill>
                <a:latin typeface="Arial"/>
                <a:cs typeface="Arial"/>
              </a:rPr>
              <a:t>D</a:t>
            </a:r>
            <a:r>
              <a:rPr sz="1650" b="1" spc="-135" dirty="0">
                <a:solidFill>
                  <a:srgbClr val="85A38E"/>
                </a:solidFill>
                <a:latin typeface="Arial"/>
                <a:cs typeface="Arial"/>
              </a:rPr>
              <a:t>i</a:t>
            </a:r>
            <a:r>
              <a:rPr sz="1650" b="1" spc="-135" dirty="0">
                <a:solidFill>
                  <a:srgbClr val="526E64"/>
                </a:solidFill>
                <a:latin typeface="Arial"/>
                <a:cs typeface="Arial"/>
              </a:rPr>
              <a:t>rno</a:t>
            </a:r>
            <a:r>
              <a:rPr sz="1650" b="1" spc="-25" dirty="0">
                <a:solidFill>
                  <a:srgbClr val="526E64"/>
                </a:solidFill>
                <a:latin typeface="Arial"/>
                <a:cs typeface="Arial"/>
              </a:rPr>
              <a:t> </a:t>
            </a:r>
            <a:r>
              <a:rPr sz="1650" b="1" spc="-100" dirty="0">
                <a:solidFill>
                  <a:srgbClr val="526E64"/>
                </a:solidFill>
                <a:latin typeface="Arial"/>
                <a:cs typeface="Arial"/>
              </a:rPr>
              <a:t>s</a:t>
            </a:r>
            <a:r>
              <a:rPr sz="1650" b="1" spc="-100" dirty="0">
                <a:solidFill>
                  <a:srgbClr val="6B8082"/>
                </a:solidFill>
                <a:latin typeface="Arial"/>
                <a:cs typeface="Arial"/>
              </a:rPr>
              <a:t>tt</a:t>
            </a:r>
            <a:r>
              <a:rPr sz="1650" b="1" spc="-100" dirty="0">
                <a:solidFill>
                  <a:srgbClr val="526E64"/>
                </a:solidFill>
                <a:latin typeface="Arial"/>
                <a:cs typeface="Arial"/>
              </a:rPr>
              <a:t>at1</a:t>
            </a:r>
            <a:r>
              <a:rPr sz="1650" b="1" spc="-100" dirty="0">
                <a:solidFill>
                  <a:srgbClr val="7E9097"/>
                </a:solidFill>
                <a:latin typeface="Arial"/>
                <a:cs typeface="Arial"/>
              </a:rPr>
              <a:t>j</a:t>
            </a:r>
            <a:r>
              <a:rPr sz="1650" b="1" spc="-100" dirty="0">
                <a:solidFill>
                  <a:srgbClr val="526E64"/>
                </a:solidFill>
                <a:latin typeface="Arial"/>
                <a:cs typeface="Arial"/>
              </a:rPr>
              <a:t>n</a:t>
            </a:r>
            <a:endParaRPr sz="1650">
              <a:latin typeface="Arial"/>
              <a:cs typeface="Arial"/>
            </a:endParaRPr>
          </a:p>
        </p:txBody>
      </p:sp>
      <p:sp>
        <p:nvSpPr>
          <p:cNvPr id="133" name="object 133"/>
          <p:cNvSpPr txBox="1"/>
          <p:nvPr/>
        </p:nvSpPr>
        <p:spPr>
          <a:xfrm>
            <a:off x="2979989" y="5156451"/>
            <a:ext cx="26543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6031C1"/>
                </a:solidFill>
                <a:latin typeface="Arial"/>
                <a:cs typeface="Arial"/>
              </a:rPr>
              <a:t>ll</a:t>
            </a:r>
            <a:r>
              <a:rPr sz="1400" b="1" spc="10" dirty="0">
                <a:solidFill>
                  <a:srgbClr val="6031C1"/>
                </a:solidFill>
                <a:latin typeface="Arial"/>
                <a:cs typeface="Arial"/>
              </a:rPr>
              <a:t> </a:t>
            </a:r>
            <a:r>
              <a:rPr sz="1400" b="1" spc="-60" dirty="0">
                <a:solidFill>
                  <a:srgbClr val="6031C1"/>
                </a:solidFill>
                <a:latin typeface="Arial"/>
                <a:cs typeface="Arial"/>
              </a:rPr>
              <a:t>1</a:t>
            </a:r>
            <a:endParaRPr sz="1400">
              <a:latin typeface="Arial"/>
              <a:cs typeface="Arial"/>
            </a:endParaRPr>
          </a:p>
        </p:txBody>
      </p:sp>
      <p:sp>
        <p:nvSpPr>
          <p:cNvPr id="134" name="object 134"/>
          <p:cNvSpPr txBox="1"/>
          <p:nvPr/>
        </p:nvSpPr>
        <p:spPr>
          <a:xfrm>
            <a:off x="4529509" y="4167340"/>
            <a:ext cx="580390" cy="12331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R="35560" algn="ctr">
              <a:lnSpc>
                <a:spcPct val="100000"/>
              </a:lnSpc>
              <a:spcBef>
                <a:spcPts val="120"/>
              </a:spcBef>
            </a:pPr>
            <a:r>
              <a:rPr sz="6225" spc="-1019" baseline="-22757" dirty="0">
                <a:solidFill>
                  <a:srgbClr val="526E64"/>
                </a:solidFill>
                <a:latin typeface="Times New Roman"/>
                <a:cs typeface="Times New Roman"/>
              </a:rPr>
              <a:t>.</a:t>
            </a:r>
            <a:r>
              <a:rPr sz="2300" spc="-305" dirty="0">
                <a:solidFill>
                  <a:srgbClr val="526E64"/>
                </a:solidFill>
                <a:latin typeface="Times New Roman"/>
                <a:cs typeface="Times New Roman"/>
              </a:rPr>
              <a:t>,</a:t>
            </a:r>
            <a:r>
              <a:rPr sz="6225" spc="-1282" baseline="-22757" dirty="0">
                <a:solidFill>
                  <a:srgbClr val="526E64"/>
                </a:solidFill>
                <a:latin typeface="Times New Roman"/>
                <a:cs typeface="Times New Roman"/>
              </a:rPr>
              <a:t>.</a:t>
            </a:r>
            <a:r>
              <a:rPr sz="2300" spc="-190" dirty="0">
                <a:solidFill>
                  <a:srgbClr val="526E64"/>
                </a:solidFill>
                <a:latin typeface="Times New Roman"/>
                <a:cs typeface="Times New Roman"/>
              </a:rPr>
              <a:t>,</a:t>
            </a:r>
            <a:r>
              <a:rPr sz="6225" spc="-1552" baseline="-22757" dirty="0">
                <a:solidFill>
                  <a:srgbClr val="526E64"/>
                </a:solidFill>
                <a:latin typeface="Times New Roman"/>
                <a:cs typeface="Times New Roman"/>
              </a:rPr>
              <a:t>.</a:t>
            </a:r>
            <a:r>
              <a:rPr sz="2300" spc="-105" dirty="0">
                <a:solidFill>
                  <a:srgbClr val="526E64"/>
                </a:solidFill>
                <a:latin typeface="Times New Roman"/>
                <a:cs typeface="Times New Roman"/>
              </a:rPr>
              <a:t>,</a:t>
            </a:r>
            <a:endParaRPr sz="2300">
              <a:latin typeface="Times New Roman"/>
              <a:cs typeface="Times New Roman"/>
            </a:endParaRPr>
          </a:p>
          <a:p>
            <a:pPr marR="23495" algn="ctr">
              <a:lnSpc>
                <a:spcPct val="100000"/>
              </a:lnSpc>
              <a:spcBef>
                <a:spcPts val="1485"/>
              </a:spcBef>
            </a:pPr>
            <a:r>
              <a:rPr sz="900" b="1" spc="65" dirty="0">
                <a:solidFill>
                  <a:srgbClr val="54809C"/>
                </a:solidFill>
                <a:latin typeface="Times New Roman"/>
                <a:cs typeface="Times New Roman"/>
              </a:rPr>
              <a:t>O</a:t>
            </a:r>
            <a:r>
              <a:rPr sz="900" b="1" spc="65" dirty="0">
                <a:solidFill>
                  <a:srgbClr val="6B8082"/>
                </a:solidFill>
                <a:latin typeface="Times New Roman"/>
                <a:cs typeface="Times New Roman"/>
              </a:rPr>
              <a:t>J.JOO</a:t>
            </a:r>
            <a:endParaRPr sz="900">
              <a:latin typeface="Times New Roman"/>
              <a:cs typeface="Times New Roman"/>
            </a:endParaRPr>
          </a:p>
          <a:p>
            <a:pPr marL="343535">
              <a:lnSpc>
                <a:spcPct val="100000"/>
              </a:lnSpc>
              <a:spcBef>
                <a:spcPts val="80"/>
              </a:spcBef>
            </a:pPr>
            <a:r>
              <a:rPr sz="1550" b="1" spc="-25" dirty="0">
                <a:solidFill>
                  <a:srgbClr val="3A6E90"/>
                </a:solidFill>
                <a:latin typeface="Times New Roman"/>
                <a:cs typeface="Times New Roman"/>
              </a:rPr>
              <a:t>B</a:t>
            </a:r>
            <a:r>
              <a:rPr sz="1550" b="1" spc="-25" dirty="0">
                <a:solidFill>
                  <a:srgbClr val="2F5D67"/>
                </a:solidFill>
                <a:latin typeface="Times New Roman"/>
                <a:cs typeface="Times New Roman"/>
              </a:rPr>
              <a:t>l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35" name="object 135"/>
          <p:cNvSpPr txBox="1"/>
          <p:nvPr/>
        </p:nvSpPr>
        <p:spPr>
          <a:xfrm>
            <a:off x="6427561" y="4996917"/>
            <a:ext cx="570230" cy="40703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990"/>
              </a:lnSpc>
              <a:spcBef>
                <a:spcPts val="105"/>
              </a:spcBef>
            </a:pPr>
            <a:r>
              <a:rPr sz="850" spc="90" dirty="0">
                <a:solidFill>
                  <a:srgbClr val="6B8082"/>
                </a:solidFill>
                <a:latin typeface="Times New Roman"/>
                <a:cs typeface="Times New Roman"/>
              </a:rPr>
              <a:t>G</a:t>
            </a:r>
            <a:r>
              <a:rPr sz="850" spc="305" dirty="0">
                <a:solidFill>
                  <a:srgbClr val="6B8082"/>
                </a:solidFill>
                <a:latin typeface="Times New Roman"/>
                <a:cs typeface="Times New Roman"/>
              </a:rPr>
              <a:t> </a:t>
            </a:r>
            <a:r>
              <a:rPr sz="850" spc="60" dirty="0">
                <a:solidFill>
                  <a:srgbClr val="595D3F"/>
                </a:solidFill>
                <a:latin typeface="Times New Roman"/>
                <a:cs typeface="Times New Roman"/>
              </a:rPr>
              <a:t>UOO</a:t>
            </a:r>
            <a:endParaRPr sz="850">
              <a:latin typeface="Times New Roman"/>
              <a:cs typeface="Times New Roman"/>
            </a:endParaRPr>
          </a:p>
          <a:p>
            <a:pPr marL="285115">
              <a:lnSpc>
                <a:spcPts val="2010"/>
              </a:lnSpc>
            </a:pPr>
            <a:r>
              <a:rPr sz="1700" spc="-90" dirty="0">
                <a:solidFill>
                  <a:srgbClr val="DD893D"/>
                </a:solidFill>
                <a:latin typeface="Courier New"/>
                <a:cs typeface="Courier New"/>
              </a:rPr>
              <a:t>I</a:t>
            </a:r>
            <a:r>
              <a:rPr sz="1700" spc="-755" dirty="0">
                <a:solidFill>
                  <a:srgbClr val="DD893D"/>
                </a:solidFill>
                <a:latin typeface="Courier New"/>
                <a:cs typeface="Courier New"/>
              </a:rPr>
              <a:t> </a:t>
            </a:r>
            <a:r>
              <a:rPr sz="1700" spc="-50" dirty="0">
                <a:solidFill>
                  <a:srgbClr val="E6770F"/>
                </a:solidFill>
                <a:latin typeface="Courier New"/>
                <a:cs typeface="Courier New"/>
              </a:rPr>
              <a:t>I</a:t>
            </a:r>
            <a:endParaRPr sz="1700">
              <a:latin typeface="Courier New"/>
              <a:cs typeface="Courier New"/>
            </a:endParaRPr>
          </a:p>
        </p:txBody>
      </p:sp>
      <p:sp>
        <p:nvSpPr>
          <p:cNvPr id="136" name="object 136"/>
          <p:cNvSpPr txBox="1"/>
          <p:nvPr/>
        </p:nvSpPr>
        <p:spPr>
          <a:xfrm>
            <a:off x="8277589" y="4911169"/>
            <a:ext cx="486409" cy="497205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1450" spc="50" dirty="0">
                <a:solidFill>
                  <a:srgbClr val="6B8082"/>
                </a:solidFill>
                <a:latin typeface="Times New Roman"/>
                <a:cs typeface="Times New Roman"/>
              </a:rPr>
              <a:t>..</a:t>
            </a:r>
            <a:r>
              <a:rPr sz="1450" spc="165" dirty="0">
                <a:solidFill>
                  <a:srgbClr val="6B8082"/>
                </a:solidFill>
                <a:latin typeface="Times New Roman"/>
                <a:cs typeface="Times New Roman"/>
              </a:rPr>
              <a:t> </a:t>
            </a:r>
            <a:r>
              <a:rPr sz="1450" b="1" spc="-25" dirty="0">
                <a:solidFill>
                  <a:srgbClr val="7E8369"/>
                </a:solidFill>
                <a:latin typeface="Times New Roman"/>
                <a:cs typeface="Times New Roman"/>
              </a:rPr>
              <a:t>uoo</a:t>
            </a:r>
            <a:endParaRPr sz="1450">
              <a:latin typeface="Times New Roman"/>
              <a:cs typeface="Times New Roman"/>
            </a:endParaRPr>
          </a:p>
          <a:p>
            <a:pPr marR="5080" algn="r">
              <a:lnSpc>
                <a:spcPct val="100000"/>
              </a:lnSpc>
              <a:spcBef>
                <a:spcPts val="165"/>
              </a:spcBef>
            </a:pPr>
            <a:r>
              <a:rPr sz="1350" spc="-25" dirty="0">
                <a:solidFill>
                  <a:srgbClr val="75904F"/>
                </a:solidFill>
                <a:latin typeface="Times New Roman"/>
                <a:cs typeface="Times New Roman"/>
              </a:rPr>
              <a:t>Pl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37" name="object 137"/>
          <p:cNvSpPr txBox="1"/>
          <p:nvPr/>
        </p:nvSpPr>
        <p:spPr>
          <a:xfrm>
            <a:off x="10123002" y="4543840"/>
            <a:ext cx="716915" cy="86550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ts val="5095"/>
              </a:lnSpc>
              <a:spcBef>
                <a:spcPts val="120"/>
              </a:spcBef>
            </a:pPr>
            <a:r>
              <a:rPr sz="4400" spc="-190" dirty="0">
                <a:solidFill>
                  <a:srgbClr val="54809C"/>
                </a:solidFill>
                <a:latin typeface="Times New Roman"/>
                <a:cs typeface="Times New Roman"/>
              </a:rPr>
              <a:t>..</a:t>
            </a:r>
            <a:r>
              <a:rPr sz="4400" spc="-190" dirty="0">
                <a:solidFill>
                  <a:srgbClr val="6B8082"/>
                </a:solidFill>
                <a:latin typeface="Times New Roman"/>
                <a:cs typeface="Times New Roman"/>
              </a:rPr>
              <a:t>.</a:t>
            </a:r>
            <a:r>
              <a:rPr sz="4400" spc="-190" dirty="0">
                <a:solidFill>
                  <a:srgbClr val="526E64"/>
                </a:solidFill>
                <a:latin typeface="Times New Roman"/>
                <a:cs typeface="Times New Roman"/>
              </a:rPr>
              <a:t>...</a:t>
            </a:r>
            <a:endParaRPr sz="4400">
              <a:latin typeface="Times New Roman"/>
              <a:cs typeface="Times New Roman"/>
            </a:endParaRPr>
          </a:p>
          <a:p>
            <a:pPr marL="339090">
              <a:lnSpc>
                <a:spcPts val="1495"/>
              </a:lnSpc>
            </a:pPr>
            <a:r>
              <a:rPr sz="1400" spc="135" dirty="0">
                <a:solidFill>
                  <a:srgbClr val="669569"/>
                </a:solidFill>
                <a:latin typeface="Times New Roman"/>
                <a:cs typeface="Times New Roman"/>
              </a:rPr>
              <a:t>G</a:t>
            </a:r>
            <a:r>
              <a:rPr sz="1400" spc="135" dirty="0">
                <a:solidFill>
                  <a:srgbClr val="4F954D"/>
                </a:solidFill>
                <a:latin typeface="Times New Roman"/>
                <a:cs typeface="Times New Roman"/>
              </a:rPr>
              <a:t>I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38" name="object 138"/>
          <p:cNvSpPr txBox="1"/>
          <p:nvPr/>
        </p:nvSpPr>
        <p:spPr>
          <a:xfrm>
            <a:off x="6952917" y="5328747"/>
            <a:ext cx="157480" cy="41655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550" spc="185" dirty="0">
                <a:solidFill>
                  <a:srgbClr val="BABFBF"/>
                </a:solidFill>
                <a:latin typeface="Times New Roman"/>
                <a:cs typeface="Times New Roman"/>
              </a:rPr>
              <a:t>-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139" name="object 139"/>
          <p:cNvSpPr txBox="1"/>
          <p:nvPr/>
        </p:nvSpPr>
        <p:spPr>
          <a:xfrm>
            <a:off x="2816708" y="5386179"/>
            <a:ext cx="238125" cy="92900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5900" spc="-295" dirty="0">
                <a:solidFill>
                  <a:srgbClr val="524964"/>
                </a:solidFill>
                <a:latin typeface="Arial"/>
                <a:cs typeface="Arial"/>
              </a:rPr>
              <a:t>-</a:t>
            </a:r>
            <a:endParaRPr sz="5900">
              <a:latin typeface="Arial"/>
              <a:cs typeface="Arial"/>
            </a:endParaRPr>
          </a:p>
        </p:txBody>
      </p:sp>
      <p:sp>
        <p:nvSpPr>
          <p:cNvPr id="140" name="object 140"/>
          <p:cNvSpPr txBox="1"/>
          <p:nvPr/>
        </p:nvSpPr>
        <p:spPr>
          <a:xfrm>
            <a:off x="7065115" y="6547586"/>
            <a:ext cx="33655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1000" spc="-160" dirty="0">
                <a:latin typeface="Arial"/>
                <a:cs typeface="Arial"/>
              </a:rPr>
              <a:t>i</a:t>
            </a:r>
            <a:endParaRPr sz="1000">
              <a:latin typeface="Arial"/>
              <a:cs typeface="Arial"/>
            </a:endParaRPr>
          </a:p>
        </p:txBody>
      </p:sp>
      <p:sp>
        <p:nvSpPr>
          <p:cNvPr id="141" name="object 141"/>
          <p:cNvSpPr txBox="1"/>
          <p:nvPr/>
        </p:nvSpPr>
        <p:spPr>
          <a:xfrm>
            <a:off x="8415041" y="5584001"/>
            <a:ext cx="1463040" cy="5080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677545" algn="l"/>
                <a:tab pos="1449705" algn="l"/>
              </a:tabLst>
            </a:pPr>
            <a:r>
              <a:rPr sz="3150" spc="-360" dirty="0">
                <a:solidFill>
                  <a:srgbClr val="697054"/>
                </a:solidFill>
                <a:latin typeface="Times New Roman"/>
                <a:cs typeface="Times New Roman"/>
              </a:rPr>
              <a:t>....</a:t>
            </a:r>
            <a:r>
              <a:rPr sz="3150" dirty="0">
                <a:solidFill>
                  <a:srgbClr val="697054"/>
                </a:solidFill>
                <a:latin typeface="Times New Roman"/>
                <a:cs typeface="Times New Roman"/>
              </a:rPr>
              <a:t>	</a:t>
            </a:r>
            <a:r>
              <a:rPr sz="3150" u="heavy" dirty="0">
                <a:solidFill>
                  <a:srgbClr val="697054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endParaRPr sz="3150">
              <a:latin typeface="Times New Roman"/>
              <a:cs typeface="Times New Roman"/>
            </a:endParaRPr>
          </a:p>
        </p:txBody>
      </p:sp>
      <p:sp>
        <p:nvSpPr>
          <p:cNvPr id="142" name="object 142"/>
          <p:cNvSpPr txBox="1"/>
          <p:nvPr/>
        </p:nvSpPr>
        <p:spPr>
          <a:xfrm>
            <a:off x="2820638" y="5698866"/>
            <a:ext cx="269875" cy="5695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550" spc="-430" dirty="0">
                <a:solidFill>
                  <a:srgbClr val="6B6077"/>
                </a:solidFill>
                <a:latin typeface="Times New Roman"/>
                <a:cs typeface="Times New Roman"/>
              </a:rPr>
              <a:t>....</a:t>
            </a:r>
            <a:endParaRPr sz="3550">
              <a:latin typeface="Times New Roman"/>
              <a:cs typeface="Times New Roman"/>
            </a:endParaRPr>
          </a:p>
        </p:txBody>
      </p:sp>
      <p:sp>
        <p:nvSpPr>
          <p:cNvPr id="143" name="object 143"/>
          <p:cNvSpPr txBox="1"/>
          <p:nvPr/>
        </p:nvSpPr>
        <p:spPr>
          <a:xfrm>
            <a:off x="4688795" y="5373417"/>
            <a:ext cx="231140" cy="92900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5900" spc="-1910" dirty="0">
                <a:solidFill>
                  <a:srgbClr val="526E64"/>
                </a:solidFill>
                <a:latin typeface="Arial"/>
                <a:cs typeface="Arial"/>
              </a:rPr>
              <a:t>-</a:t>
            </a:r>
            <a:r>
              <a:rPr sz="2200" spc="-430" dirty="0">
                <a:solidFill>
                  <a:srgbClr val="6B8082"/>
                </a:solidFill>
                <a:latin typeface="Times New Roman"/>
                <a:cs typeface="Times New Roman"/>
              </a:rPr>
              <a:t>,</a:t>
            </a:r>
            <a:r>
              <a:rPr sz="4400" spc="-430" dirty="0">
                <a:solidFill>
                  <a:srgbClr val="526E64"/>
                </a:solidFill>
                <a:latin typeface="Times New Roman"/>
                <a:cs typeface="Times New Roman"/>
              </a:rPr>
              <a:t>..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144" name="object 144"/>
          <p:cNvSpPr txBox="1"/>
          <p:nvPr/>
        </p:nvSpPr>
        <p:spPr>
          <a:xfrm>
            <a:off x="6317754" y="5730773"/>
            <a:ext cx="162560" cy="4394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sz="2700" spc="-265" dirty="0">
                <a:solidFill>
                  <a:srgbClr val="707C41"/>
                </a:solidFill>
                <a:latin typeface="Times New Roman"/>
                <a:cs typeface="Times New Roman"/>
              </a:rPr>
              <a:t>..,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145" name="object 145"/>
          <p:cNvSpPr txBox="1"/>
          <p:nvPr/>
        </p:nvSpPr>
        <p:spPr>
          <a:xfrm>
            <a:off x="9054890" y="5641434"/>
            <a:ext cx="1511935" cy="653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  <a:tabLst>
                <a:tab pos="838200" algn="l"/>
                <a:tab pos="1248410" algn="l"/>
              </a:tabLst>
            </a:pPr>
            <a:r>
              <a:rPr sz="4050" u="heavy" dirty="0">
                <a:solidFill>
                  <a:srgbClr val="697054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4050" dirty="0">
                <a:solidFill>
                  <a:srgbClr val="697054"/>
                </a:solidFill>
                <a:latin typeface="Times New Roman"/>
                <a:cs typeface="Times New Roman"/>
              </a:rPr>
              <a:t>	</a:t>
            </a:r>
            <a:r>
              <a:rPr sz="4100" spc="-1230" dirty="0">
                <a:solidFill>
                  <a:srgbClr val="526E64"/>
                </a:solidFill>
                <a:latin typeface="Times New Roman"/>
                <a:cs typeface="Times New Roman"/>
              </a:rPr>
              <a:t>.</a:t>
            </a:r>
            <a:r>
              <a:rPr sz="3150" spc="-450" baseline="23809" dirty="0">
                <a:solidFill>
                  <a:srgbClr val="526E64"/>
                </a:solidFill>
                <a:latin typeface="Arial"/>
                <a:cs typeface="Arial"/>
              </a:rPr>
              <a:t>•</a:t>
            </a:r>
            <a:r>
              <a:rPr sz="4100" spc="-350" dirty="0">
                <a:solidFill>
                  <a:srgbClr val="526E64"/>
                </a:solidFill>
                <a:latin typeface="Times New Roman"/>
                <a:cs typeface="Times New Roman"/>
              </a:rPr>
              <a:t>..</a:t>
            </a:r>
            <a:endParaRPr sz="4100">
              <a:latin typeface="Times New Roman"/>
              <a:cs typeface="Times New Roman"/>
            </a:endParaRPr>
          </a:p>
        </p:txBody>
      </p:sp>
      <p:sp>
        <p:nvSpPr>
          <p:cNvPr id="146" name="object 146"/>
          <p:cNvSpPr txBox="1"/>
          <p:nvPr/>
        </p:nvSpPr>
        <p:spPr>
          <a:xfrm>
            <a:off x="392224" y="5762679"/>
            <a:ext cx="1007110" cy="69977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 marR="5080" indent="129539">
              <a:lnSpc>
                <a:spcPct val="83700"/>
              </a:lnSpc>
              <a:spcBef>
                <a:spcPts val="430"/>
              </a:spcBef>
            </a:pPr>
            <a:r>
              <a:rPr sz="1650" b="1" spc="-285" dirty="0">
                <a:solidFill>
                  <a:srgbClr val="526E64"/>
                </a:solidFill>
                <a:latin typeface="Arial"/>
                <a:cs typeface="Arial"/>
              </a:rPr>
              <a:t>Advanced</a:t>
            </a:r>
            <a:r>
              <a:rPr sz="1650" b="1" spc="-220" dirty="0">
                <a:solidFill>
                  <a:srgbClr val="526E64"/>
                </a:solidFill>
                <a:latin typeface="Arial"/>
                <a:cs typeface="Arial"/>
              </a:rPr>
              <a:t> Lo</a:t>
            </a:r>
            <a:r>
              <a:rPr sz="1650" b="1" spc="-220" dirty="0">
                <a:solidFill>
                  <a:srgbClr val="44544D"/>
                </a:solidFill>
                <a:latin typeface="Arial"/>
                <a:cs typeface="Arial"/>
              </a:rPr>
              <a:t>w</a:t>
            </a:r>
            <a:r>
              <a:rPr sz="1650" b="1" spc="-220" dirty="0">
                <a:solidFill>
                  <a:srgbClr val="6B8082"/>
                </a:solidFill>
                <a:latin typeface="Arial"/>
                <a:cs typeface="Arial"/>
              </a:rPr>
              <a:t>-</a:t>
            </a:r>
            <a:r>
              <a:rPr sz="1650" b="1" spc="-190" dirty="0">
                <a:solidFill>
                  <a:srgbClr val="526E64"/>
                </a:solidFill>
                <a:latin typeface="Arial"/>
                <a:cs typeface="Arial"/>
              </a:rPr>
              <a:t>Ca</a:t>
            </a:r>
            <a:r>
              <a:rPr sz="1650" b="1" spc="-190" dirty="0">
                <a:solidFill>
                  <a:srgbClr val="44544D"/>
                </a:solidFill>
                <a:latin typeface="Arial"/>
                <a:cs typeface="Arial"/>
              </a:rPr>
              <a:t>rb</a:t>
            </a:r>
            <a:r>
              <a:rPr sz="1650" b="1" spc="-190" dirty="0">
                <a:solidFill>
                  <a:srgbClr val="526E64"/>
                </a:solidFill>
                <a:latin typeface="Arial"/>
                <a:cs typeface="Arial"/>
              </a:rPr>
              <a:t>on </a:t>
            </a:r>
            <a:r>
              <a:rPr sz="1650" b="1" spc="-270" dirty="0">
                <a:solidFill>
                  <a:srgbClr val="526E64"/>
                </a:solidFill>
                <a:latin typeface="Arial"/>
                <a:cs typeface="Arial"/>
              </a:rPr>
              <a:t>Development</a:t>
            </a:r>
            <a:endParaRPr sz="1650">
              <a:latin typeface="Arial"/>
              <a:cs typeface="Arial"/>
            </a:endParaRPr>
          </a:p>
        </p:txBody>
      </p:sp>
      <p:sp>
        <p:nvSpPr>
          <p:cNvPr id="147" name="object 147"/>
          <p:cNvSpPr txBox="1"/>
          <p:nvPr/>
        </p:nvSpPr>
        <p:spPr>
          <a:xfrm>
            <a:off x="4521287" y="5807349"/>
            <a:ext cx="868680" cy="6686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200" spc="40" dirty="0">
                <a:solidFill>
                  <a:srgbClr val="54809C"/>
                </a:solidFill>
                <a:latin typeface="Times New Roman"/>
                <a:cs typeface="Times New Roman"/>
              </a:rPr>
              <a:t>.</a:t>
            </a:r>
            <a:r>
              <a:rPr sz="4200" spc="40" dirty="0">
                <a:solidFill>
                  <a:srgbClr val="6B8082"/>
                </a:solidFill>
                <a:latin typeface="Times New Roman"/>
                <a:cs typeface="Times New Roman"/>
              </a:rPr>
              <a:t>.....</a:t>
            </a:r>
            <a:endParaRPr sz="4200">
              <a:latin typeface="Times New Roman"/>
              <a:cs typeface="Times New Roman"/>
            </a:endParaRPr>
          </a:p>
        </p:txBody>
      </p:sp>
      <p:sp>
        <p:nvSpPr>
          <p:cNvPr id="148" name="object 148"/>
          <p:cNvSpPr/>
          <p:nvPr/>
        </p:nvSpPr>
        <p:spPr>
          <a:xfrm>
            <a:off x="6634293" y="6222901"/>
            <a:ext cx="26034" cy="189230"/>
          </a:xfrm>
          <a:custGeom>
            <a:avLst/>
            <a:gdLst/>
            <a:ahLst/>
            <a:cxnLst/>
            <a:rect l="l" t="t" r="r" b="b"/>
            <a:pathLst>
              <a:path w="26034" h="189229">
                <a:moveTo>
                  <a:pt x="25470" y="188991"/>
                </a:moveTo>
                <a:lnTo>
                  <a:pt x="0" y="188991"/>
                </a:lnTo>
                <a:lnTo>
                  <a:pt x="0" y="0"/>
                </a:lnTo>
                <a:lnTo>
                  <a:pt x="25470" y="0"/>
                </a:lnTo>
                <a:lnTo>
                  <a:pt x="25470" y="188991"/>
                </a:lnTo>
                <a:close/>
              </a:path>
            </a:pathLst>
          </a:custGeom>
          <a:solidFill>
            <a:srgbClr val="E9EFC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9" name="object 149"/>
          <p:cNvSpPr txBox="1"/>
          <p:nvPr/>
        </p:nvSpPr>
        <p:spPr>
          <a:xfrm>
            <a:off x="6423610" y="5505508"/>
            <a:ext cx="453390" cy="904240"/>
          </a:xfrm>
          <a:prstGeom prst="rect">
            <a:avLst/>
          </a:prstGeom>
        </p:spPr>
        <p:txBody>
          <a:bodyPr vert="horz" wrap="square" lIns="0" tIns="175260" rIns="0" bIns="0" rtlCol="0">
            <a:spAutoFit/>
          </a:bodyPr>
          <a:lstStyle/>
          <a:p>
            <a:pPr marL="49530" algn="ctr">
              <a:lnSpc>
                <a:spcPct val="100000"/>
              </a:lnSpc>
              <a:spcBef>
                <a:spcPts val="1380"/>
              </a:spcBef>
            </a:pPr>
            <a:r>
              <a:rPr sz="2200" spc="-25" dirty="0">
                <a:solidFill>
                  <a:srgbClr val="595D3F"/>
                </a:solidFill>
                <a:latin typeface="Arial"/>
                <a:cs typeface="Arial"/>
              </a:rPr>
              <a:t>,,.</a:t>
            </a:r>
            <a:endParaRPr sz="22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470"/>
              </a:spcBef>
            </a:pPr>
            <a:r>
              <a:rPr sz="800" spc="-25" dirty="0">
                <a:solidFill>
                  <a:srgbClr val="697054"/>
                </a:solidFill>
                <a:latin typeface="Arial"/>
                <a:cs typeface="Arial"/>
              </a:rPr>
              <a:t>000</a:t>
            </a:r>
            <a:endParaRPr sz="800">
              <a:latin typeface="Arial"/>
              <a:cs typeface="Arial"/>
            </a:endParaRPr>
          </a:p>
          <a:p>
            <a:pPr marL="171450" indent="-172085">
              <a:lnSpc>
                <a:spcPct val="100000"/>
              </a:lnSpc>
              <a:spcBef>
                <a:spcPts val="245"/>
              </a:spcBef>
              <a:buClr>
                <a:srgbClr val="6B8082"/>
              </a:buClr>
              <a:buChar char="•"/>
              <a:tabLst>
                <a:tab pos="172085" algn="l"/>
              </a:tabLst>
            </a:pPr>
            <a:r>
              <a:rPr sz="1100" spc="-10" dirty="0">
                <a:solidFill>
                  <a:srgbClr val="7E8369"/>
                </a:solidFill>
                <a:latin typeface="Times New Roman"/>
                <a:cs typeface="Times New Roman"/>
              </a:rPr>
              <a:t>t</a:t>
            </a:r>
            <a:r>
              <a:rPr sz="1100" spc="-10" dirty="0">
                <a:solidFill>
                  <a:srgbClr val="A7AFAF"/>
                </a:solidFill>
                <a:latin typeface="Times New Roman"/>
                <a:cs typeface="Times New Roman"/>
              </a:rPr>
              <a:t>.</a:t>
            </a:r>
            <a:r>
              <a:rPr sz="1100" spc="-10" dirty="0">
                <a:solidFill>
                  <a:srgbClr val="697054"/>
                </a:solidFill>
                <a:latin typeface="Times New Roman"/>
                <a:cs typeface="Times New Roman"/>
              </a:rPr>
              <a:t>soo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50" name="object 150"/>
          <p:cNvSpPr/>
          <p:nvPr/>
        </p:nvSpPr>
        <p:spPr>
          <a:xfrm>
            <a:off x="8352691" y="6249436"/>
            <a:ext cx="26034" cy="154940"/>
          </a:xfrm>
          <a:custGeom>
            <a:avLst/>
            <a:gdLst/>
            <a:ahLst/>
            <a:cxnLst/>
            <a:rect l="l" t="t" r="r" b="b"/>
            <a:pathLst>
              <a:path w="26034" h="154939">
                <a:moveTo>
                  <a:pt x="25470" y="154629"/>
                </a:moveTo>
                <a:lnTo>
                  <a:pt x="0" y="154629"/>
                </a:lnTo>
                <a:lnTo>
                  <a:pt x="0" y="0"/>
                </a:lnTo>
                <a:lnTo>
                  <a:pt x="25470" y="0"/>
                </a:lnTo>
                <a:lnTo>
                  <a:pt x="25470" y="154629"/>
                </a:lnTo>
                <a:close/>
              </a:path>
            </a:pathLst>
          </a:custGeom>
          <a:solidFill>
            <a:srgbClr val="DDEF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1" name="object 151"/>
          <p:cNvSpPr txBox="1"/>
          <p:nvPr/>
        </p:nvSpPr>
        <p:spPr>
          <a:xfrm>
            <a:off x="8284398" y="5647816"/>
            <a:ext cx="486409" cy="75692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47320">
              <a:lnSpc>
                <a:spcPts val="4760"/>
              </a:lnSpc>
              <a:spcBef>
                <a:spcPts val="120"/>
              </a:spcBef>
            </a:pPr>
            <a:r>
              <a:rPr sz="4050" spc="-484" dirty="0">
                <a:solidFill>
                  <a:srgbClr val="697054"/>
                </a:solidFill>
                <a:latin typeface="Times New Roman"/>
                <a:cs typeface="Times New Roman"/>
              </a:rPr>
              <a:t>...</a:t>
            </a:r>
            <a:endParaRPr sz="4050">
              <a:latin typeface="Times New Roman"/>
              <a:cs typeface="Times New Roman"/>
            </a:endParaRPr>
          </a:p>
          <a:p>
            <a:pPr marL="68580" indent="-56515">
              <a:lnSpc>
                <a:spcPts val="980"/>
              </a:lnSpc>
              <a:buClr>
                <a:srgbClr val="6B8082"/>
              </a:buClr>
              <a:buSzPct val="88888"/>
              <a:buChar char="•"/>
              <a:tabLst>
                <a:tab pos="69215" algn="l"/>
              </a:tabLst>
            </a:pPr>
            <a:r>
              <a:rPr sz="900" spc="195" dirty="0">
                <a:solidFill>
                  <a:srgbClr val="A7AFAF"/>
                </a:solidFill>
                <a:latin typeface="Times New Roman"/>
                <a:cs typeface="Times New Roman"/>
              </a:rPr>
              <a:t>J</a:t>
            </a:r>
            <a:r>
              <a:rPr sz="900" spc="195" dirty="0">
                <a:solidFill>
                  <a:srgbClr val="7E8369"/>
                </a:solidFill>
                <a:latin typeface="Times New Roman"/>
                <a:cs typeface="Times New Roman"/>
              </a:rPr>
              <a:t>UOO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52" name="object 152"/>
          <p:cNvSpPr txBox="1"/>
          <p:nvPr/>
        </p:nvSpPr>
        <p:spPr>
          <a:xfrm>
            <a:off x="2654143" y="6162153"/>
            <a:ext cx="575310" cy="47244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z="1100" dirty="0">
                <a:solidFill>
                  <a:srgbClr val="939CAC"/>
                </a:solidFill>
                <a:latin typeface="Times New Roman"/>
                <a:cs typeface="Times New Roman"/>
              </a:rPr>
              <a:t>,</a:t>
            </a:r>
            <a:r>
              <a:rPr sz="1100" dirty="0">
                <a:solidFill>
                  <a:srgbClr val="54809C"/>
                </a:solidFill>
                <a:latin typeface="Times New Roman"/>
                <a:cs typeface="Times New Roman"/>
              </a:rPr>
              <a:t>a</a:t>
            </a:r>
            <a:r>
              <a:rPr sz="1100" spc="385" dirty="0">
                <a:solidFill>
                  <a:srgbClr val="54809C"/>
                </a:solidFill>
                <a:latin typeface="Times New Roman"/>
                <a:cs typeface="Times New Roman"/>
              </a:rPr>
              <a:t> </a:t>
            </a:r>
            <a:r>
              <a:rPr sz="900" spc="-10" dirty="0">
                <a:solidFill>
                  <a:srgbClr val="6B8082"/>
                </a:solidFill>
                <a:latin typeface="Times New Roman"/>
                <a:cs typeface="Times New Roman"/>
              </a:rPr>
              <a:t>l.</a:t>
            </a:r>
            <a:r>
              <a:rPr sz="900" spc="-10" dirty="0">
                <a:solidFill>
                  <a:srgbClr val="6B6077"/>
                </a:solidFill>
                <a:latin typeface="Times New Roman"/>
                <a:cs typeface="Times New Roman"/>
              </a:rPr>
              <a:t>SOO</a:t>
            </a:r>
            <a:endParaRPr sz="900">
              <a:latin typeface="Times New Roman"/>
              <a:cs typeface="Times New Roman"/>
            </a:endParaRPr>
          </a:p>
          <a:p>
            <a:pPr marL="330200">
              <a:lnSpc>
                <a:spcPct val="100000"/>
              </a:lnSpc>
              <a:spcBef>
                <a:spcPts val="290"/>
              </a:spcBef>
            </a:pPr>
            <a:r>
              <a:rPr sz="1400" spc="-80" dirty="0">
                <a:solidFill>
                  <a:srgbClr val="6031C1"/>
                </a:solidFill>
                <a:latin typeface="Times New Roman"/>
                <a:cs typeface="Times New Roman"/>
              </a:rPr>
              <a:t>11</a:t>
            </a:r>
            <a:r>
              <a:rPr sz="1400" spc="-80" dirty="0">
                <a:solidFill>
                  <a:srgbClr val="8054D8"/>
                </a:solidFill>
                <a:latin typeface="Times New Roman"/>
                <a:cs typeface="Times New Roman"/>
              </a:rPr>
              <a:t>:l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53" name="object 153"/>
          <p:cNvSpPr txBox="1"/>
          <p:nvPr/>
        </p:nvSpPr>
        <p:spPr>
          <a:xfrm>
            <a:off x="6720314" y="6375290"/>
            <a:ext cx="271780" cy="2628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550" b="1" dirty="0">
                <a:solidFill>
                  <a:srgbClr val="DD893D"/>
                </a:solidFill>
                <a:latin typeface="Times New Roman"/>
                <a:cs typeface="Times New Roman"/>
              </a:rPr>
              <a:t>l</a:t>
            </a:r>
            <a:r>
              <a:rPr sz="1550" b="1" spc="90" dirty="0">
                <a:solidFill>
                  <a:srgbClr val="DD893D"/>
                </a:solidFill>
                <a:latin typeface="Times New Roman"/>
                <a:cs typeface="Times New Roman"/>
              </a:rPr>
              <a:t> </a:t>
            </a:r>
            <a:r>
              <a:rPr sz="1300" spc="-25" dirty="0">
                <a:solidFill>
                  <a:srgbClr val="D49960"/>
                </a:solidFill>
                <a:latin typeface="Arial"/>
                <a:cs typeface="Arial"/>
              </a:rPr>
              <a:t>:1</a:t>
            </a:r>
            <a:endParaRPr sz="1300">
              <a:latin typeface="Arial"/>
              <a:cs typeface="Arial"/>
            </a:endParaRPr>
          </a:p>
        </p:txBody>
      </p:sp>
      <p:sp>
        <p:nvSpPr>
          <p:cNvPr id="154" name="object 154"/>
          <p:cNvSpPr txBox="1"/>
          <p:nvPr/>
        </p:nvSpPr>
        <p:spPr>
          <a:xfrm>
            <a:off x="8449449" y="6649688"/>
            <a:ext cx="83820" cy="3473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sz="2100" spc="-45" dirty="0">
                <a:solidFill>
                  <a:srgbClr val="A7AFAF"/>
                </a:solidFill>
                <a:latin typeface="Arial"/>
                <a:cs typeface="Arial"/>
              </a:rPr>
              <a:t>-</a:t>
            </a:r>
            <a:endParaRPr sz="2100">
              <a:latin typeface="Arial"/>
              <a:cs typeface="Arial"/>
            </a:endParaRPr>
          </a:p>
        </p:txBody>
      </p:sp>
      <p:sp>
        <p:nvSpPr>
          <p:cNvPr id="155" name="object 155"/>
          <p:cNvSpPr txBox="1"/>
          <p:nvPr/>
        </p:nvSpPr>
        <p:spPr>
          <a:xfrm>
            <a:off x="10118480" y="5718010"/>
            <a:ext cx="753745" cy="93027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ts val="5620"/>
              </a:lnSpc>
              <a:spcBef>
                <a:spcPts val="125"/>
              </a:spcBef>
            </a:pPr>
            <a:r>
              <a:rPr sz="4900" spc="-75" dirty="0">
                <a:solidFill>
                  <a:srgbClr val="54809C"/>
                </a:solidFill>
                <a:latin typeface="Times New Roman"/>
                <a:cs typeface="Times New Roman"/>
              </a:rPr>
              <a:t>.</a:t>
            </a:r>
            <a:r>
              <a:rPr sz="4900" spc="-75" dirty="0">
                <a:solidFill>
                  <a:srgbClr val="526E64"/>
                </a:solidFill>
                <a:latin typeface="Times New Roman"/>
                <a:cs typeface="Times New Roman"/>
              </a:rPr>
              <a:t>....</a:t>
            </a:r>
            <a:endParaRPr sz="4900">
              <a:latin typeface="Times New Roman"/>
              <a:cs typeface="Times New Roman"/>
            </a:endParaRPr>
          </a:p>
          <a:p>
            <a:pPr marL="342900">
              <a:lnSpc>
                <a:spcPts val="1480"/>
              </a:lnSpc>
            </a:pPr>
            <a:r>
              <a:rPr sz="1450" spc="-20" dirty="0">
                <a:solidFill>
                  <a:srgbClr val="669569"/>
                </a:solidFill>
                <a:latin typeface="Times New Roman"/>
                <a:cs typeface="Times New Roman"/>
              </a:rPr>
              <a:t>C.</a:t>
            </a:r>
            <a:r>
              <a:rPr sz="1450" spc="-20" dirty="0">
                <a:solidFill>
                  <a:srgbClr val="85A38E"/>
                </a:solidFill>
                <a:latin typeface="Times New Roman"/>
                <a:cs typeface="Times New Roman"/>
              </a:rPr>
              <a:t>:</a:t>
            </a:r>
            <a:r>
              <a:rPr sz="1450" spc="-20" dirty="0">
                <a:solidFill>
                  <a:srgbClr val="669569"/>
                </a:solidFill>
                <a:latin typeface="Times New Roman"/>
                <a:cs typeface="Times New Roman"/>
              </a:rPr>
              <a:t>l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56" name="object 156"/>
          <p:cNvSpPr txBox="1"/>
          <p:nvPr/>
        </p:nvSpPr>
        <p:spPr>
          <a:xfrm>
            <a:off x="3679950" y="6566730"/>
            <a:ext cx="97155" cy="41655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550" spc="-290" dirty="0">
                <a:solidFill>
                  <a:srgbClr val="BABFBF"/>
                </a:solidFill>
                <a:latin typeface="Times New Roman"/>
                <a:cs typeface="Times New Roman"/>
              </a:rPr>
              <a:t>-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157" name="object 157"/>
          <p:cNvSpPr txBox="1"/>
          <p:nvPr/>
        </p:nvSpPr>
        <p:spPr>
          <a:xfrm>
            <a:off x="4434987" y="6643306"/>
            <a:ext cx="138430" cy="3092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50" spc="-180" dirty="0">
                <a:solidFill>
                  <a:srgbClr val="BABFBF"/>
                </a:solidFill>
                <a:latin typeface="Times New Roman"/>
                <a:cs typeface="Times New Roman"/>
              </a:rPr>
              <a:t>-</a:t>
            </a:r>
            <a:r>
              <a:rPr sz="1850" spc="-125" dirty="0">
                <a:solidFill>
                  <a:srgbClr val="BABFBF"/>
                </a:solidFill>
                <a:latin typeface="Times New Roman"/>
                <a:cs typeface="Times New Roman"/>
              </a:rPr>
              <a:t>·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58" name="object 158"/>
          <p:cNvSpPr txBox="1"/>
          <p:nvPr/>
        </p:nvSpPr>
        <p:spPr>
          <a:xfrm>
            <a:off x="2815327" y="6592257"/>
            <a:ext cx="532130" cy="98298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283210">
              <a:lnSpc>
                <a:spcPts val="1095"/>
              </a:lnSpc>
              <a:spcBef>
                <a:spcPts val="459"/>
              </a:spcBef>
            </a:pPr>
            <a:r>
              <a:rPr sz="2100" spc="-245" dirty="0">
                <a:solidFill>
                  <a:srgbClr val="BABFBF"/>
                </a:solidFill>
                <a:latin typeface="Arial"/>
                <a:cs typeface="Arial"/>
              </a:rPr>
              <a:t>-·-</a:t>
            </a:r>
            <a:r>
              <a:rPr sz="2100" spc="-180" dirty="0">
                <a:solidFill>
                  <a:srgbClr val="BABFBF"/>
                </a:solidFill>
                <a:latin typeface="Arial"/>
                <a:cs typeface="Arial"/>
              </a:rPr>
              <a:t>·</a:t>
            </a:r>
            <a:endParaRPr sz="2100">
              <a:latin typeface="Arial"/>
              <a:cs typeface="Arial"/>
            </a:endParaRPr>
          </a:p>
          <a:p>
            <a:pPr marL="12700">
              <a:lnSpc>
                <a:spcPts val="6075"/>
              </a:lnSpc>
            </a:pPr>
            <a:r>
              <a:rPr sz="6250" spc="-290" dirty="0">
                <a:solidFill>
                  <a:srgbClr val="524964"/>
                </a:solidFill>
                <a:latin typeface="Arial"/>
                <a:cs typeface="Arial"/>
              </a:rPr>
              <a:t>-</a:t>
            </a:r>
            <a:endParaRPr sz="6250">
              <a:latin typeface="Arial"/>
              <a:cs typeface="Arial"/>
            </a:endParaRPr>
          </a:p>
        </p:txBody>
      </p:sp>
      <p:sp>
        <p:nvSpPr>
          <p:cNvPr id="159" name="object 159"/>
          <p:cNvSpPr txBox="1"/>
          <p:nvPr/>
        </p:nvSpPr>
        <p:spPr>
          <a:xfrm>
            <a:off x="8454518" y="6904942"/>
            <a:ext cx="213995" cy="3473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sz="2100" spc="-125" dirty="0">
                <a:solidFill>
                  <a:srgbClr val="697054"/>
                </a:solidFill>
                <a:latin typeface="Times New Roman"/>
                <a:cs typeface="Times New Roman"/>
              </a:rPr>
              <a:t>,.,.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160" name="object 160"/>
          <p:cNvSpPr txBox="1"/>
          <p:nvPr/>
        </p:nvSpPr>
        <p:spPr>
          <a:xfrm>
            <a:off x="10311376" y="7064477"/>
            <a:ext cx="146685" cy="3397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050" spc="-110" dirty="0">
                <a:solidFill>
                  <a:srgbClr val="2F5D67"/>
                </a:solidFill>
                <a:latin typeface="Times New Roman"/>
                <a:cs typeface="Times New Roman"/>
              </a:rPr>
              <a:t>"'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161" name="object 161"/>
          <p:cNvSpPr txBox="1"/>
          <p:nvPr/>
        </p:nvSpPr>
        <p:spPr>
          <a:xfrm>
            <a:off x="4649616" y="6361578"/>
            <a:ext cx="480059" cy="967105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208915">
              <a:lnSpc>
                <a:spcPct val="100000"/>
              </a:lnSpc>
              <a:spcBef>
                <a:spcPts val="315"/>
              </a:spcBef>
            </a:pPr>
            <a:r>
              <a:rPr sz="1350" spc="-65" dirty="0">
                <a:solidFill>
                  <a:srgbClr val="3A6E90"/>
                </a:solidFill>
                <a:latin typeface="Arial"/>
                <a:cs typeface="Arial"/>
              </a:rPr>
              <a:t>113</a:t>
            </a:r>
            <a:endParaRPr sz="135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655"/>
              </a:spcBef>
            </a:pPr>
            <a:r>
              <a:rPr sz="4100" spc="-790" dirty="0">
                <a:solidFill>
                  <a:srgbClr val="526E64"/>
                </a:solidFill>
                <a:latin typeface="Times New Roman"/>
                <a:cs typeface="Times New Roman"/>
              </a:rPr>
              <a:t>.</a:t>
            </a:r>
            <a:r>
              <a:rPr sz="3300" spc="-277" baseline="-30303" dirty="0">
                <a:solidFill>
                  <a:srgbClr val="526E64"/>
                </a:solidFill>
                <a:latin typeface="Times New Roman"/>
                <a:cs typeface="Times New Roman"/>
              </a:rPr>
              <a:t>,</a:t>
            </a:r>
            <a:r>
              <a:rPr sz="4100" spc="-869" dirty="0">
                <a:solidFill>
                  <a:srgbClr val="526E64"/>
                </a:solidFill>
                <a:latin typeface="Times New Roman"/>
                <a:cs typeface="Times New Roman"/>
              </a:rPr>
              <a:t>.</a:t>
            </a:r>
            <a:r>
              <a:rPr sz="3300" spc="-209" baseline="-30303" dirty="0">
                <a:solidFill>
                  <a:srgbClr val="526E64"/>
                </a:solidFill>
                <a:latin typeface="Times New Roman"/>
                <a:cs typeface="Times New Roman"/>
              </a:rPr>
              <a:t>.</a:t>
            </a:r>
            <a:r>
              <a:rPr sz="4100" spc="-944" dirty="0">
                <a:solidFill>
                  <a:srgbClr val="526E64"/>
                </a:solidFill>
                <a:latin typeface="Times New Roman"/>
                <a:cs typeface="Times New Roman"/>
              </a:rPr>
              <a:t>.</a:t>
            </a:r>
            <a:r>
              <a:rPr sz="3300" spc="-82" baseline="-30303" dirty="0">
                <a:solidFill>
                  <a:srgbClr val="526E64"/>
                </a:solidFill>
                <a:latin typeface="Times New Roman"/>
                <a:cs typeface="Times New Roman"/>
              </a:rPr>
              <a:t>.</a:t>
            </a:r>
            <a:endParaRPr sz="3300" baseline="-30303">
              <a:latin typeface="Times New Roman"/>
              <a:cs typeface="Times New Roman"/>
            </a:endParaRPr>
          </a:p>
        </p:txBody>
      </p:sp>
      <p:sp>
        <p:nvSpPr>
          <p:cNvPr id="162" name="object 162"/>
          <p:cNvSpPr txBox="1"/>
          <p:nvPr/>
        </p:nvSpPr>
        <p:spPr>
          <a:xfrm>
            <a:off x="10315050" y="7300586"/>
            <a:ext cx="206375" cy="163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00" spc="-25" dirty="0">
                <a:solidFill>
                  <a:srgbClr val="526E64"/>
                </a:solidFill>
                <a:latin typeface="Times New Roman"/>
                <a:cs typeface="Times New Roman"/>
              </a:rPr>
              <a:t>100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63" name="object 163"/>
          <p:cNvSpPr txBox="1"/>
          <p:nvPr/>
        </p:nvSpPr>
        <p:spPr>
          <a:xfrm>
            <a:off x="2629679" y="7128290"/>
            <a:ext cx="813435" cy="5695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3550" spc="-40" dirty="0">
                <a:solidFill>
                  <a:srgbClr val="54809C"/>
                </a:solidFill>
                <a:latin typeface="Times New Roman"/>
                <a:cs typeface="Times New Roman"/>
              </a:rPr>
              <a:t>.</a:t>
            </a:r>
            <a:r>
              <a:rPr sz="3550" spc="-260" dirty="0">
                <a:solidFill>
                  <a:srgbClr val="54809C"/>
                </a:solidFill>
                <a:latin typeface="Times New Roman"/>
                <a:cs typeface="Times New Roman"/>
              </a:rPr>
              <a:t>.</a:t>
            </a:r>
            <a:r>
              <a:rPr sz="1275" spc="-367" baseline="91503" dirty="0">
                <a:solidFill>
                  <a:srgbClr val="524964"/>
                </a:solidFill>
                <a:latin typeface="Times New Roman"/>
                <a:cs typeface="Times New Roman"/>
              </a:rPr>
              <a:t>1</a:t>
            </a:r>
            <a:r>
              <a:rPr sz="3550" spc="-735" dirty="0">
                <a:solidFill>
                  <a:srgbClr val="6B6077"/>
                </a:solidFill>
                <a:latin typeface="Times New Roman"/>
                <a:cs typeface="Times New Roman"/>
              </a:rPr>
              <a:t>.</a:t>
            </a:r>
            <a:r>
              <a:rPr sz="1275" spc="-60" baseline="91503" dirty="0">
                <a:solidFill>
                  <a:srgbClr val="6B6077"/>
                </a:solidFill>
                <a:latin typeface="Times New Roman"/>
                <a:cs typeface="Times New Roman"/>
              </a:rPr>
              <a:t>0</a:t>
            </a:r>
            <a:r>
              <a:rPr sz="1275" spc="-284" baseline="91503" dirty="0">
                <a:solidFill>
                  <a:srgbClr val="6B6077"/>
                </a:solidFill>
                <a:latin typeface="Times New Roman"/>
                <a:cs typeface="Times New Roman"/>
              </a:rPr>
              <a:t>0</a:t>
            </a:r>
            <a:r>
              <a:rPr sz="3550" spc="-795" dirty="0">
                <a:solidFill>
                  <a:srgbClr val="6B6077"/>
                </a:solidFill>
                <a:latin typeface="Times New Roman"/>
                <a:cs typeface="Times New Roman"/>
              </a:rPr>
              <a:t>.</a:t>
            </a:r>
            <a:r>
              <a:rPr sz="1275" spc="-60" baseline="91503" dirty="0">
                <a:solidFill>
                  <a:srgbClr val="6B6077"/>
                </a:solidFill>
                <a:latin typeface="Times New Roman"/>
                <a:cs typeface="Times New Roman"/>
              </a:rPr>
              <a:t>0</a:t>
            </a:r>
            <a:r>
              <a:rPr sz="1275" spc="254" baseline="91503" dirty="0">
                <a:solidFill>
                  <a:srgbClr val="6B6077"/>
                </a:solidFill>
                <a:latin typeface="Times New Roman"/>
                <a:cs typeface="Times New Roman"/>
              </a:rPr>
              <a:t> </a:t>
            </a:r>
            <a:r>
              <a:rPr sz="3550" spc="-25" dirty="0">
                <a:solidFill>
                  <a:srgbClr val="6B6077"/>
                </a:solidFill>
                <a:latin typeface="Times New Roman"/>
                <a:cs typeface="Times New Roman"/>
              </a:rPr>
              <a:t>...</a:t>
            </a:r>
            <a:endParaRPr sz="3550">
              <a:latin typeface="Times New Roman"/>
              <a:cs typeface="Times New Roman"/>
            </a:endParaRPr>
          </a:p>
        </p:txBody>
      </p:sp>
      <p:sp>
        <p:nvSpPr>
          <p:cNvPr id="164" name="object 164"/>
          <p:cNvSpPr/>
          <p:nvPr/>
        </p:nvSpPr>
        <p:spPr>
          <a:xfrm>
            <a:off x="4146664" y="7423101"/>
            <a:ext cx="76835" cy="174625"/>
          </a:xfrm>
          <a:custGeom>
            <a:avLst/>
            <a:gdLst/>
            <a:ahLst/>
            <a:cxnLst/>
            <a:rect l="l" t="t" r="r" b="b"/>
            <a:pathLst>
              <a:path w="76835" h="174625">
                <a:moveTo>
                  <a:pt x="76411" y="174116"/>
                </a:moveTo>
                <a:lnTo>
                  <a:pt x="0" y="174116"/>
                </a:lnTo>
                <a:lnTo>
                  <a:pt x="0" y="0"/>
                </a:lnTo>
                <a:lnTo>
                  <a:pt x="76411" y="0"/>
                </a:lnTo>
                <a:lnTo>
                  <a:pt x="76411" y="174116"/>
                </a:lnTo>
                <a:close/>
              </a:path>
            </a:pathLst>
          </a:custGeom>
          <a:solidFill>
            <a:srgbClr val="C6E4D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5" name="object 165"/>
          <p:cNvSpPr txBox="1"/>
          <p:nvPr/>
        </p:nvSpPr>
        <p:spPr>
          <a:xfrm>
            <a:off x="4553310" y="7472883"/>
            <a:ext cx="418465" cy="1555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67005" indent="-154940">
              <a:lnSpc>
                <a:spcPct val="100000"/>
              </a:lnSpc>
              <a:spcBef>
                <a:spcPts val="105"/>
              </a:spcBef>
              <a:buClr>
                <a:srgbClr val="54809C"/>
              </a:buClr>
              <a:buChar char="•"/>
              <a:tabLst>
                <a:tab pos="167640" algn="l"/>
              </a:tabLst>
            </a:pPr>
            <a:r>
              <a:rPr sz="850" dirty="0">
                <a:solidFill>
                  <a:srgbClr val="6B8082"/>
                </a:solidFill>
                <a:latin typeface="Times New Roman"/>
                <a:cs typeface="Times New Roman"/>
              </a:rPr>
              <a:t>'</a:t>
            </a:r>
            <a:r>
              <a:rPr sz="850" spc="50" dirty="0">
                <a:solidFill>
                  <a:srgbClr val="6B8082"/>
                </a:solidFill>
                <a:latin typeface="Times New Roman"/>
                <a:cs typeface="Times New Roman"/>
              </a:rPr>
              <a:t> </a:t>
            </a:r>
            <a:r>
              <a:rPr sz="850" spc="30" dirty="0">
                <a:solidFill>
                  <a:srgbClr val="526E64"/>
                </a:solidFill>
                <a:latin typeface="Times New Roman"/>
                <a:cs typeface="Times New Roman"/>
              </a:rPr>
              <a:t>500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166" name="object 166"/>
          <p:cNvSpPr txBox="1"/>
          <p:nvPr/>
        </p:nvSpPr>
        <p:spPr>
          <a:xfrm>
            <a:off x="10154031" y="7421832"/>
            <a:ext cx="469265" cy="2171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73990" indent="-161925">
              <a:lnSpc>
                <a:spcPct val="100000"/>
              </a:lnSpc>
              <a:spcBef>
                <a:spcPts val="105"/>
              </a:spcBef>
              <a:buClr>
                <a:srgbClr val="54809C"/>
              </a:buClr>
              <a:buChar char="•"/>
              <a:tabLst>
                <a:tab pos="173990" algn="l"/>
                <a:tab pos="174625" algn="l"/>
              </a:tabLst>
            </a:pPr>
            <a:r>
              <a:rPr sz="1250" spc="85" dirty="0">
                <a:solidFill>
                  <a:srgbClr val="6B8082"/>
                </a:solidFill>
                <a:latin typeface="Times New Roman"/>
                <a:cs typeface="Times New Roman"/>
              </a:rPr>
              <a:t>u</a:t>
            </a:r>
            <a:r>
              <a:rPr sz="1250" spc="85" dirty="0">
                <a:solidFill>
                  <a:srgbClr val="526E64"/>
                </a:solidFill>
                <a:latin typeface="Times New Roman"/>
                <a:cs typeface="Times New Roman"/>
              </a:rPr>
              <a:t>oo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67" name="object 167"/>
          <p:cNvSpPr txBox="1"/>
          <p:nvPr/>
        </p:nvSpPr>
        <p:spPr>
          <a:xfrm>
            <a:off x="403558" y="6585321"/>
            <a:ext cx="988694" cy="1196340"/>
          </a:xfrm>
          <a:prstGeom prst="rect">
            <a:avLst/>
          </a:prstGeom>
        </p:spPr>
        <p:txBody>
          <a:bodyPr vert="horz" wrap="square" lIns="0" tIns="116205" rIns="0" bIns="0" rtlCol="0">
            <a:spAutoFit/>
          </a:bodyPr>
          <a:lstStyle/>
          <a:p>
            <a:pPr marL="163195">
              <a:lnSpc>
                <a:spcPct val="100000"/>
              </a:lnSpc>
              <a:spcBef>
                <a:spcPts val="915"/>
              </a:spcBef>
            </a:pPr>
            <a:r>
              <a:rPr sz="1600" spc="220" dirty="0">
                <a:solidFill>
                  <a:srgbClr val="BABFBF"/>
                </a:solidFill>
                <a:latin typeface="Arial"/>
                <a:cs typeface="Arial"/>
              </a:rPr>
              <a:t>-··-</a:t>
            </a:r>
            <a:r>
              <a:rPr sz="1600" spc="225" dirty="0">
                <a:solidFill>
                  <a:srgbClr val="BABFBF"/>
                </a:solidFill>
                <a:latin typeface="Arial"/>
                <a:cs typeface="Arial"/>
              </a:rPr>
              <a:t>•-</a:t>
            </a:r>
            <a:r>
              <a:rPr sz="1600" spc="200" dirty="0">
                <a:solidFill>
                  <a:srgbClr val="BABFBF"/>
                </a:solidFill>
                <a:latin typeface="Arial"/>
                <a:cs typeface="Arial"/>
              </a:rPr>
              <a:t>"·</a:t>
            </a:r>
            <a:endParaRPr sz="1600">
              <a:latin typeface="Arial"/>
              <a:cs typeface="Arial"/>
            </a:endParaRPr>
          </a:p>
          <a:p>
            <a:pPr marL="12700" marR="5080" indent="8890" algn="ctr">
              <a:lnSpc>
                <a:spcPct val="81300"/>
              </a:lnSpc>
              <a:spcBef>
                <a:spcPts val="1360"/>
              </a:spcBef>
            </a:pPr>
            <a:r>
              <a:rPr sz="1850" spc="-175" dirty="0">
                <a:solidFill>
                  <a:srgbClr val="526E64"/>
                </a:solidFill>
                <a:latin typeface="Times New Roman"/>
                <a:cs typeface="Times New Roman"/>
              </a:rPr>
              <a:t>Basic</a:t>
            </a:r>
            <a:r>
              <a:rPr sz="1850" spc="-225" dirty="0">
                <a:solidFill>
                  <a:srgbClr val="526E64"/>
                </a:solidFill>
                <a:latin typeface="Times New Roman"/>
                <a:cs typeface="Times New Roman"/>
              </a:rPr>
              <a:t> </a:t>
            </a:r>
            <a:r>
              <a:rPr sz="1850" spc="-290" dirty="0">
                <a:solidFill>
                  <a:srgbClr val="526E64"/>
                </a:solidFill>
                <a:latin typeface="Times New Roman"/>
                <a:cs typeface="Times New Roman"/>
              </a:rPr>
              <a:t>Low</a:t>
            </a:r>
            <a:r>
              <a:rPr sz="1850" spc="-290" dirty="0">
                <a:solidFill>
                  <a:srgbClr val="6B8082"/>
                </a:solidFill>
                <a:latin typeface="Times New Roman"/>
                <a:cs typeface="Times New Roman"/>
              </a:rPr>
              <a:t>-</a:t>
            </a:r>
            <a:r>
              <a:rPr sz="1850" spc="-10" dirty="0">
                <a:solidFill>
                  <a:srgbClr val="6B8082"/>
                </a:solidFill>
                <a:latin typeface="Times New Roman"/>
                <a:cs typeface="Times New Roman"/>
              </a:rPr>
              <a:t> </a:t>
            </a:r>
            <a:r>
              <a:rPr sz="1550" spc="-10" dirty="0">
                <a:solidFill>
                  <a:srgbClr val="526E64"/>
                </a:solidFill>
                <a:latin typeface="Arial"/>
                <a:cs typeface="Arial"/>
              </a:rPr>
              <a:t>Carbon </a:t>
            </a:r>
            <a:r>
              <a:rPr sz="1850" spc="-229" dirty="0">
                <a:solidFill>
                  <a:srgbClr val="526E64"/>
                </a:solidFill>
                <a:latin typeface="Times New Roman"/>
                <a:cs typeface="Times New Roman"/>
              </a:rPr>
              <a:t>Development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68" name="object 168"/>
          <p:cNvSpPr txBox="1"/>
          <p:nvPr/>
        </p:nvSpPr>
        <p:spPr>
          <a:xfrm>
            <a:off x="2970665" y="7319731"/>
            <a:ext cx="517525" cy="6153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500" spc="-50" dirty="0">
                <a:solidFill>
                  <a:srgbClr val="6031C1"/>
                </a:solidFill>
                <a:latin typeface="Times New Roman"/>
                <a:cs typeface="Times New Roman"/>
              </a:rPr>
              <a:t>11</a:t>
            </a:r>
            <a:r>
              <a:rPr sz="1500" spc="-50" dirty="0">
                <a:solidFill>
                  <a:srgbClr val="8054D8"/>
                </a:solidFill>
                <a:latin typeface="Times New Roman"/>
                <a:cs typeface="Times New Roman"/>
              </a:rPr>
              <a:t>2</a:t>
            </a:r>
            <a:r>
              <a:rPr sz="1500" spc="240" dirty="0">
                <a:solidFill>
                  <a:srgbClr val="8054D8"/>
                </a:solidFill>
                <a:latin typeface="Times New Roman"/>
                <a:cs typeface="Times New Roman"/>
              </a:rPr>
              <a:t> </a:t>
            </a:r>
            <a:r>
              <a:rPr sz="3850" spc="20" dirty="0">
                <a:solidFill>
                  <a:srgbClr val="BABFBF"/>
                </a:solidFill>
                <a:latin typeface="Arial"/>
                <a:cs typeface="Arial"/>
              </a:rPr>
              <a:t>I</a:t>
            </a:r>
            <a:endParaRPr sz="3850">
              <a:latin typeface="Arial"/>
              <a:cs typeface="Arial"/>
            </a:endParaRPr>
          </a:p>
        </p:txBody>
      </p:sp>
      <p:sp>
        <p:nvSpPr>
          <p:cNvPr id="169" name="object 169"/>
          <p:cNvSpPr txBox="1"/>
          <p:nvPr/>
        </p:nvSpPr>
        <p:spPr>
          <a:xfrm>
            <a:off x="4844229" y="7619655"/>
            <a:ext cx="26098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65" dirty="0">
                <a:solidFill>
                  <a:srgbClr val="3A6E90"/>
                </a:solidFill>
                <a:latin typeface="Times New Roman"/>
                <a:cs typeface="Times New Roman"/>
              </a:rPr>
              <a:t>112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70" name="object 170"/>
          <p:cNvSpPr txBox="1"/>
          <p:nvPr/>
        </p:nvSpPr>
        <p:spPr>
          <a:xfrm>
            <a:off x="6398461" y="6892180"/>
            <a:ext cx="530225" cy="96266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62560">
              <a:lnSpc>
                <a:spcPts val="4520"/>
              </a:lnSpc>
              <a:spcBef>
                <a:spcPts val="120"/>
              </a:spcBef>
            </a:pPr>
            <a:r>
              <a:rPr sz="3900" spc="-819" dirty="0">
                <a:solidFill>
                  <a:srgbClr val="44544D"/>
                </a:solidFill>
                <a:latin typeface="Times New Roman"/>
                <a:cs typeface="Times New Roman"/>
              </a:rPr>
              <a:t>.</a:t>
            </a:r>
            <a:r>
              <a:rPr sz="3150" spc="-150" baseline="10582" dirty="0">
                <a:solidFill>
                  <a:srgbClr val="697054"/>
                </a:solidFill>
                <a:latin typeface="Arial"/>
                <a:cs typeface="Arial"/>
              </a:rPr>
              <a:t>"</a:t>
            </a:r>
            <a:r>
              <a:rPr sz="3900" spc="-975" dirty="0">
                <a:solidFill>
                  <a:srgbClr val="697054"/>
                </a:solidFill>
                <a:latin typeface="Times New Roman"/>
                <a:cs typeface="Times New Roman"/>
              </a:rPr>
              <a:t>.</a:t>
            </a:r>
            <a:r>
              <a:rPr sz="3150" spc="52" baseline="10582" dirty="0">
                <a:solidFill>
                  <a:srgbClr val="697054"/>
                </a:solidFill>
                <a:latin typeface="Arial"/>
                <a:cs typeface="Arial"/>
              </a:rPr>
              <a:t>"</a:t>
            </a:r>
            <a:r>
              <a:rPr sz="3900" spc="-45" dirty="0">
                <a:solidFill>
                  <a:srgbClr val="697054"/>
                </a:solidFill>
                <a:latin typeface="Times New Roman"/>
                <a:cs typeface="Times New Roman"/>
              </a:rPr>
              <a:t>.</a:t>
            </a:r>
            <a:endParaRPr sz="3900">
              <a:latin typeface="Times New Roman"/>
              <a:cs typeface="Times New Roman"/>
            </a:endParaRPr>
          </a:p>
          <a:p>
            <a:pPr marL="38100">
              <a:lnSpc>
                <a:spcPts val="1100"/>
              </a:lnSpc>
            </a:pPr>
            <a:r>
              <a:rPr sz="1050" dirty="0">
                <a:solidFill>
                  <a:srgbClr val="6B8082"/>
                </a:solidFill>
                <a:latin typeface="Arial"/>
                <a:cs typeface="Arial"/>
              </a:rPr>
              <a:t>=.</a:t>
            </a:r>
            <a:r>
              <a:rPr sz="1050" spc="40" dirty="0">
                <a:solidFill>
                  <a:srgbClr val="6B8082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7E8369"/>
                </a:solidFill>
                <a:latin typeface="Times New Roman"/>
                <a:cs typeface="Times New Roman"/>
              </a:rPr>
              <a:t>2,500</a:t>
            </a:r>
            <a:endParaRPr sz="800">
              <a:latin typeface="Times New Roman"/>
              <a:cs typeface="Times New Roman"/>
            </a:endParaRPr>
          </a:p>
          <a:p>
            <a:pPr marL="340995">
              <a:lnSpc>
                <a:spcPct val="100000"/>
              </a:lnSpc>
              <a:spcBef>
                <a:spcPts val="295"/>
              </a:spcBef>
            </a:pPr>
            <a:r>
              <a:rPr sz="1200" spc="-25" dirty="0">
                <a:solidFill>
                  <a:srgbClr val="D49960"/>
                </a:solidFill>
                <a:latin typeface="Arial"/>
                <a:cs typeface="Arial"/>
              </a:rPr>
              <a:t>r;!</a:t>
            </a:r>
            <a:endParaRPr sz="1200">
              <a:latin typeface="Arial"/>
              <a:cs typeface="Arial"/>
            </a:endParaRPr>
          </a:p>
        </p:txBody>
      </p:sp>
      <p:sp>
        <p:nvSpPr>
          <p:cNvPr id="171" name="object 171"/>
          <p:cNvSpPr txBox="1"/>
          <p:nvPr/>
        </p:nvSpPr>
        <p:spPr>
          <a:xfrm>
            <a:off x="8229996" y="7051714"/>
            <a:ext cx="1719580" cy="8210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50800">
              <a:lnSpc>
                <a:spcPts val="4710"/>
              </a:lnSpc>
              <a:spcBef>
                <a:spcPts val="120"/>
              </a:spcBef>
            </a:pPr>
            <a:r>
              <a:rPr sz="2500" spc="-195" dirty="0">
                <a:solidFill>
                  <a:srgbClr val="6B8082"/>
                </a:solidFill>
                <a:latin typeface="Times New Roman"/>
                <a:cs typeface="Times New Roman"/>
              </a:rPr>
              <a:t>..</a:t>
            </a:r>
            <a:r>
              <a:rPr sz="2500" spc="-25" dirty="0">
                <a:solidFill>
                  <a:srgbClr val="6B8082"/>
                </a:solidFill>
                <a:latin typeface="Times New Roman"/>
                <a:cs typeface="Times New Roman"/>
              </a:rPr>
              <a:t>.</a:t>
            </a:r>
            <a:r>
              <a:rPr sz="2550" spc="-660" dirty="0">
                <a:solidFill>
                  <a:srgbClr val="7E8369"/>
                </a:solidFill>
                <a:latin typeface="Times New Roman"/>
                <a:cs typeface="Times New Roman"/>
              </a:rPr>
              <a:t>,</a:t>
            </a:r>
            <a:r>
              <a:rPr sz="1200" spc="-292" baseline="90277" dirty="0">
                <a:solidFill>
                  <a:srgbClr val="697054"/>
                </a:solidFill>
                <a:latin typeface="Times New Roman"/>
                <a:cs typeface="Times New Roman"/>
              </a:rPr>
              <a:t>1</a:t>
            </a:r>
            <a:r>
              <a:rPr sz="1200" spc="-855" baseline="90277" dirty="0">
                <a:solidFill>
                  <a:srgbClr val="697054"/>
                </a:solidFill>
                <a:latin typeface="Times New Roman"/>
                <a:cs typeface="Times New Roman"/>
              </a:rPr>
              <a:t>5</a:t>
            </a:r>
            <a:r>
              <a:rPr sz="2550" spc="-805" dirty="0">
                <a:solidFill>
                  <a:srgbClr val="7E8369"/>
                </a:solidFill>
                <a:latin typeface="Times New Roman"/>
                <a:cs typeface="Times New Roman"/>
              </a:rPr>
              <a:t>.</a:t>
            </a:r>
            <a:r>
              <a:rPr sz="4050" spc="-670" dirty="0">
                <a:solidFill>
                  <a:srgbClr val="697054"/>
                </a:solidFill>
                <a:latin typeface="Times New Roman"/>
                <a:cs typeface="Times New Roman"/>
              </a:rPr>
              <a:t>.</a:t>
            </a:r>
            <a:r>
              <a:rPr sz="1200" spc="-457" baseline="90277" dirty="0">
                <a:solidFill>
                  <a:srgbClr val="697054"/>
                </a:solidFill>
                <a:latin typeface="Times New Roman"/>
                <a:cs typeface="Times New Roman"/>
              </a:rPr>
              <a:t>0</a:t>
            </a:r>
            <a:r>
              <a:rPr sz="4050" spc="-195" dirty="0">
                <a:solidFill>
                  <a:srgbClr val="697054"/>
                </a:solidFill>
                <a:latin typeface="Times New Roman"/>
                <a:cs typeface="Times New Roman"/>
              </a:rPr>
              <a:t>..</a:t>
            </a:r>
            <a:endParaRPr sz="4050">
              <a:latin typeface="Times New Roman"/>
              <a:cs typeface="Times New Roman"/>
            </a:endParaRPr>
          </a:p>
          <a:p>
            <a:pPr marL="386080">
              <a:lnSpc>
                <a:spcPts val="1530"/>
              </a:lnSpc>
              <a:tabLst>
                <a:tab pos="862330" algn="l"/>
                <a:tab pos="1680845" algn="l"/>
              </a:tabLst>
            </a:pPr>
            <a:r>
              <a:rPr sz="1400" spc="-25" dirty="0">
                <a:solidFill>
                  <a:srgbClr val="548936"/>
                </a:solidFill>
                <a:latin typeface="Times New Roman"/>
                <a:cs typeface="Times New Roman"/>
              </a:rPr>
              <a:t>l</a:t>
            </a:r>
            <a:r>
              <a:rPr sz="1400" spc="-25" dirty="0">
                <a:solidFill>
                  <a:srgbClr val="83A169"/>
                </a:solidFill>
                <a:latin typeface="Times New Roman"/>
                <a:cs typeface="Times New Roman"/>
              </a:rPr>
              <a:t>"l</a:t>
            </a:r>
            <a:r>
              <a:rPr sz="1400" dirty="0">
                <a:solidFill>
                  <a:srgbClr val="83A169"/>
                </a:solidFill>
                <a:latin typeface="Times New Roman"/>
                <a:cs typeface="Times New Roman"/>
              </a:rPr>
              <a:t>	</a:t>
            </a:r>
            <a:r>
              <a:rPr sz="1400" u="heavy" dirty="0">
                <a:solidFill>
                  <a:srgbClr val="83A169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72" name="object 172"/>
          <p:cNvSpPr txBox="1"/>
          <p:nvPr/>
        </p:nvSpPr>
        <p:spPr>
          <a:xfrm>
            <a:off x="10466561" y="7517552"/>
            <a:ext cx="250825" cy="3473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00" spc="-40" dirty="0">
                <a:solidFill>
                  <a:srgbClr val="669569"/>
                </a:solidFill>
                <a:latin typeface="Times New Roman"/>
                <a:cs typeface="Times New Roman"/>
              </a:rPr>
              <a:t>r·,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173" name="object 173"/>
          <p:cNvSpPr txBox="1"/>
          <p:nvPr/>
        </p:nvSpPr>
        <p:spPr>
          <a:xfrm>
            <a:off x="10475973" y="7479265"/>
            <a:ext cx="215900" cy="6076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800" spc="-545" dirty="0">
                <a:solidFill>
                  <a:srgbClr val="6B8082"/>
                </a:solidFill>
                <a:latin typeface="Arial"/>
                <a:cs typeface="Arial"/>
              </a:rPr>
              <a:t>·-</a:t>
            </a:r>
            <a:endParaRPr sz="3800">
              <a:latin typeface="Arial"/>
              <a:cs typeface="Arial"/>
            </a:endParaRPr>
          </a:p>
        </p:txBody>
      </p:sp>
      <p:sp>
        <p:nvSpPr>
          <p:cNvPr id="174" name="object 174"/>
          <p:cNvSpPr txBox="1"/>
          <p:nvPr/>
        </p:nvSpPr>
        <p:spPr>
          <a:xfrm>
            <a:off x="3329578" y="7728138"/>
            <a:ext cx="257810" cy="4470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750" spc="-315" dirty="0">
                <a:solidFill>
                  <a:srgbClr val="BABFBF"/>
                </a:solidFill>
                <a:latin typeface="Arial"/>
                <a:cs typeface="Arial"/>
              </a:rPr>
              <a:t>I</a:t>
            </a:r>
            <a:r>
              <a:rPr sz="2750" spc="155" dirty="0">
                <a:solidFill>
                  <a:srgbClr val="BABFBF"/>
                </a:solidFill>
                <a:latin typeface="Arial"/>
                <a:cs typeface="Arial"/>
              </a:rPr>
              <a:t> </a:t>
            </a:r>
            <a:r>
              <a:rPr sz="2750" spc="-365" dirty="0">
                <a:solidFill>
                  <a:srgbClr val="6B6077"/>
                </a:solidFill>
                <a:latin typeface="Arial"/>
                <a:cs typeface="Arial"/>
              </a:rPr>
              <a:t>,</a:t>
            </a:r>
            <a:endParaRPr sz="2750">
              <a:latin typeface="Arial"/>
              <a:cs typeface="Arial"/>
            </a:endParaRPr>
          </a:p>
        </p:txBody>
      </p:sp>
      <p:sp>
        <p:nvSpPr>
          <p:cNvPr id="175" name="object 175"/>
          <p:cNvSpPr txBox="1"/>
          <p:nvPr/>
        </p:nvSpPr>
        <p:spPr>
          <a:xfrm>
            <a:off x="5126628" y="7983392"/>
            <a:ext cx="154940" cy="247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50" dirty="0">
                <a:solidFill>
                  <a:srgbClr val="BABFBF"/>
                </a:solidFill>
                <a:latin typeface="Arial"/>
                <a:cs typeface="Arial"/>
              </a:rPr>
              <a:t>-</a:t>
            </a:r>
            <a:r>
              <a:rPr sz="1450" spc="-50" dirty="0">
                <a:solidFill>
                  <a:srgbClr val="BABFBF"/>
                </a:solidFill>
                <a:latin typeface="Arial"/>
                <a:cs typeface="Arial"/>
              </a:rPr>
              <a:t>·</a:t>
            </a:r>
            <a:endParaRPr sz="1450">
              <a:latin typeface="Arial"/>
              <a:cs typeface="Arial"/>
            </a:endParaRPr>
          </a:p>
        </p:txBody>
      </p:sp>
      <p:sp>
        <p:nvSpPr>
          <p:cNvPr id="176" name="object 176"/>
          <p:cNvSpPr txBox="1"/>
          <p:nvPr/>
        </p:nvSpPr>
        <p:spPr>
          <a:xfrm>
            <a:off x="5654500" y="7983392"/>
            <a:ext cx="926465" cy="247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913130" algn="l"/>
              </a:tabLst>
            </a:pPr>
            <a:r>
              <a:rPr sz="1450" u="heavy" dirty="0">
                <a:solidFill>
                  <a:srgbClr val="BABFBF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endParaRPr sz="1450">
              <a:latin typeface="Arial"/>
              <a:cs typeface="Arial"/>
            </a:endParaRPr>
          </a:p>
        </p:txBody>
      </p:sp>
      <p:sp>
        <p:nvSpPr>
          <p:cNvPr id="177" name="object 177"/>
          <p:cNvSpPr txBox="1"/>
          <p:nvPr/>
        </p:nvSpPr>
        <p:spPr>
          <a:xfrm>
            <a:off x="524525" y="7868528"/>
            <a:ext cx="1544955" cy="4318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2650" spc="395" dirty="0">
                <a:solidFill>
                  <a:srgbClr val="BABFBF"/>
                </a:solidFill>
                <a:latin typeface="Arial"/>
                <a:cs typeface="Arial"/>
              </a:rPr>
              <a:t>---·-·-</a:t>
            </a:r>
            <a:r>
              <a:rPr sz="2650" spc="210" dirty="0">
                <a:solidFill>
                  <a:srgbClr val="BABFBF"/>
                </a:solidFill>
                <a:latin typeface="Arial"/>
                <a:cs typeface="Arial"/>
              </a:rPr>
              <a:t>·</a:t>
            </a:r>
            <a:r>
              <a:rPr sz="2625" spc="315" baseline="22222" dirty="0">
                <a:solidFill>
                  <a:srgbClr val="BABFBF"/>
                </a:solidFill>
                <a:latin typeface="Arial"/>
                <a:cs typeface="Arial"/>
              </a:rPr>
              <a:t>..</a:t>
            </a:r>
            <a:endParaRPr sz="2625" baseline="22222">
              <a:latin typeface="Arial"/>
              <a:cs typeface="Arial"/>
            </a:endParaRPr>
          </a:p>
        </p:txBody>
      </p:sp>
      <p:sp>
        <p:nvSpPr>
          <p:cNvPr id="178" name="object 178"/>
          <p:cNvSpPr txBox="1"/>
          <p:nvPr/>
        </p:nvSpPr>
        <p:spPr>
          <a:xfrm>
            <a:off x="2021180" y="7702612"/>
            <a:ext cx="2820670" cy="952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614930" algn="l"/>
              </a:tabLst>
            </a:pPr>
            <a:r>
              <a:rPr sz="6050" spc="-969" dirty="0">
                <a:solidFill>
                  <a:srgbClr val="2F5D67"/>
                </a:solidFill>
                <a:latin typeface="Times New Roman"/>
                <a:cs typeface="Times New Roman"/>
              </a:rPr>
              <a:t>.</a:t>
            </a:r>
            <a:r>
              <a:rPr sz="6050" spc="-325" dirty="0">
                <a:solidFill>
                  <a:srgbClr val="BABFBF"/>
                </a:solidFill>
                <a:latin typeface="Times New Roman"/>
                <a:cs typeface="Times New Roman"/>
              </a:rPr>
              <a:t>-</a:t>
            </a:r>
            <a:r>
              <a:rPr sz="6050" spc="-925" dirty="0">
                <a:solidFill>
                  <a:srgbClr val="44544D"/>
                </a:solidFill>
                <a:latin typeface="Times New Roman"/>
                <a:cs typeface="Times New Roman"/>
              </a:rPr>
              <a:t>.</a:t>
            </a:r>
            <a:r>
              <a:rPr sz="6050" spc="-925" dirty="0">
                <a:solidFill>
                  <a:srgbClr val="BABFBF"/>
                </a:solidFill>
                <a:latin typeface="Times New Roman"/>
                <a:cs typeface="Times New Roman"/>
              </a:rPr>
              <a:t>-</a:t>
            </a:r>
            <a:r>
              <a:rPr sz="6050" spc="-1060" dirty="0">
                <a:solidFill>
                  <a:srgbClr val="BABFBF"/>
                </a:solidFill>
                <a:latin typeface="Times New Roman"/>
                <a:cs typeface="Times New Roman"/>
              </a:rPr>
              <a:t>·-</a:t>
            </a:r>
            <a:r>
              <a:rPr sz="6050" spc="-1070" dirty="0">
                <a:solidFill>
                  <a:srgbClr val="939CAC"/>
                </a:solidFill>
                <a:latin typeface="Times New Roman"/>
                <a:cs typeface="Times New Roman"/>
              </a:rPr>
              <a:t>-</a:t>
            </a:r>
            <a:r>
              <a:rPr sz="6050" spc="-1420" dirty="0">
                <a:solidFill>
                  <a:srgbClr val="939CAC"/>
                </a:solidFill>
                <a:latin typeface="Times New Roman"/>
                <a:cs typeface="Times New Roman"/>
              </a:rPr>
              <a:t>=</a:t>
            </a:r>
            <a:r>
              <a:rPr sz="6050" spc="-1420" dirty="0">
                <a:solidFill>
                  <a:srgbClr val="BABFBF"/>
                </a:solidFill>
                <a:latin typeface="Times New Roman"/>
                <a:cs typeface="Times New Roman"/>
              </a:rPr>
              <a:t>-</a:t>
            </a:r>
            <a:r>
              <a:rPr sz="6050" spc="-1060" dirty="0">
                <a:solidFill>
                  <a:srgbClr val="BABFBF"/>
                </a:solidFill>
                <a:latin typeface="Times New Roman"/>
                <a:cs typeface="Times New Roman"/>
              </a:rPr>
              <a:t>-·-</a:t>
            </a:r>
            <a:r>
              <a:rPr sz="6050" spc="-1300" dirty="0">
                <a:solidFill>
                  <a:srgbClr val="BABFBF"/>
                </a:solidFill>
                <a:latin typeface="Times New Roman"/>
                <a:cs typeface="Times New Roman"/>
              </a:rPr>
              <a:t>·</a:t>
            </a:r>
            <a:r>
              <a:rPr sz="6050" spc="-1300" dirty="0">
                <a:solidFill>
                  <a:srgbClr val="939CAC"/>
                </a:solidFill>
                <a:latin typeface="Times New Roman"/>
                <a:cs typeface="Times New Roman"/>
              </a:rPr>
              <a:t>w</a:t>
            </a:r>
            <a:r>
              <a:rPr sz="6050" spc="-1300" dirty="0">
                <a:solidFill>
                  <a:srgbClr val="54809C"/>
                </a:solidFill>
                <a:latin typeface="Times New Roman"/>
                <a:cs typeface="Times New Roman"/>
              </a:rPr>
              <a:t>1'l</a:t>
            </a:r>
            <a:r>
              <a:rPr sz="6050" dirty="0">
                <a:solidFill>
                  <a:srgbClr val="54809C"/>
                </a:solidFill>
                <a:latin typeface="Times New Roman"/>
                <a:cs typeface="Times New Roman"/>
              </a:rPr>
              <a:t>	</a:t>
            </a:r>
            <a:r>
              <a:rPr sz="6050" spc="-555" dirty="0">
                <a:solidFill>
                  <a:srgbClr val="526E64"/>
                </a:solidFill>
                <a:latin typeface="Times New Roman"/>
                <a:cs typeface="Times New Roman"/>
              </a:rPr>
              <a:t>·</a:t>
            </a:r>
            <a:endParaRPr sz="6050">
              <a:latin typeface="Times New Roman"/>
              <a:cs typeface="Times New Roman"/>
            </a:endParaRPr>
          </a:p>
        </p:txBody>
      </p:sp>
      <p:grpSp>
        <p:nvGrpSpPr>
          <p:cNvPr id="179" name="object 179"/>
          <p:cNvGrpSpPr/>
          <p:nvPr/>
        </p:nvGrpSpPr>
        <p:grpSpPr>
          <a:xfrm>
            <a:off x="747376" y="8473754"/>
            <a:ext cx="642620" cy="252729"/>
            <a:chOff x="747376" y="8473754"/>
            <a:chExt cx="642620" cy="252729"/>
          </a:xfrm>
        </p:grpSpPr>
        <p:sp>
          <p:nvSpPr>
            <p:cNvPr id="180" name="object 180"/>
            <p:cNvSpPr/>
            <p:nvPr/>
          </p:nvSpPr>
          <p:spPr>
            <a:xfrm>
              <a:off x="747376" y="8627844"/>
              <a:ext cx="642620" cy="0"/>
            </a:xfrm>
            <a:custGeom>
              <a:avLst/>
              <a:gdLst/>
              <a:ahLst/>
              <a:cxnLst/>
              <a:rect l="l" t="t" r="r" b="b"/>
              <a:pathLst>
                <a:path w="642619">
                  <a:moveTo>
                    <a:pt x="0" y="0"/>
                  </a:moveTo>
                  <a:lnTo>
                    <a:pt x="523560" y="0"/>
                  </a:lnTo>
                </a:path>
                <a:path w="642619">
                  <a:moveTo>
                    <a:pt x="574501" y="0"/>
                  </a:moveTo>
                  <a:lnTo>
                    <a:pt x="642033" y="0"/>
                  </a:lnTo>
                </a:path>
              </a:pathLst>
            </a:custGeom>
            <a:ln w="12762">
              <a:solidFill>
                <a:srgbClr val="7E909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1" name="object 181"/>
            <p:cNvSpPr/>
            <p:nvPr/>
          </p:nvSpPr>
          <p:spPr>
            <a:xfrm>
              <a:off x="1270936" y="8473754"/>
              <a:ext cx="51435" cy="252729"/>
            </a:xfrm>
            <a:custGeom>
              <a:avLst/>
              <a:gdLst/>
              <a:ahLst/>
              <a:cxnLst/>
              <a:rect l="l" t="t" r="r" b="b"/>
              <a:pathLst>
                <a:path w="51434" h="252729">
                  <a:moveTo>
                    <a:pt x="50941" y="252468"/>
                  </a:moveTo>
                  <a:lnTo>
                    <a:pt x="0" y="252468"/>
                  </a:lnTo>
                  <a:lnTo>
                    <a:pt x="0" y="0"/>
                  </a:lnTo>
                  <a:lnTo>
                    <a:pt x="50941" y="0"/>
                  </a:lnTo>
                  <a:lnTo>
                    <a:pt x="50941" y="252468"/>
                  </a:lnTo>
                  <a:close/>
                </a:path>
              </a:pathLst>
            </a:custGeom>
            <a:solidFill>
              <a:srgbClr val="DDEF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2" name="object 182"/>
          <p:cNvSpPr txBox="1"/>
          <p:nvPr/>
        </p:nvSpPr>
        <p:spPr>
          <a:xfrm>
            <a:off x="6552527" y="8002536"/>
            <a:ext cx="222885" cy="5619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500" spc="-385" dirty="0">
                <a:solidFill>
                  <a:srgbClr val="697054"/>
                </a:solidFill>
                <a:latin typeface="Times New Roman"/>
                <a:cs typeface="Times New Roman"/>
              </a:rPr>
              <a:t>...</a:t>
            </a:r>
            <a:endParaRPr sz="3500">
              <a:latin typeface="Times New Roman"/>
              <a:cs typeface="Times New Roman"/>
            </a:endParaRPr>
          </a:p>
        </p:txBody>
      </p:sp>
      <p:sp>
        <p:nvSpPr>
          <p:cNvPr id="183" name="object 183"/>
          <p:cNvSpPr txBox="1"/>
          <p:nvPr/>
        </p:nvSpPr>
        <p:spPr>
          <a:xfrm>
            <a:off x="10275825" y="7887672"/>
            <a:ext cx="196850" cy="699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400" spc="-455" dirty="0">
                <a:solidFill>
                  <a:srgbClr val="2F5D67"/>
                </a:solidFill>
                <a:latin typeface="Times New Roman"/>
                <a:cs typeface="Times New Roman"/>
              </a:rPr>
              <a:t>..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184" name="object 184"/>
          <p:cNvSpPr txBox="1"/>
          <p:nvPr/>
        </p:nvSpPr>
        <p:spPr>
          <a:xfrm>
            <a:off x="3521492" y="8353511"/>
            <a:ext cx="1343660" cy="3702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319405" algn="l"/>
                <a:tab pos="1193800" algn="l"/>
              </a:tabLst>
            </a:pPr>
            <a:r>
              <a:rPr sz="800" spc="-25" dirty="0">
                <a:solidFill>
                  <a:srgbClr val="B58C26"/>
                </a:solidFill>
                <a:latin typeface="Arial"/>
                <a:cs typeface="Arial"/>
              </a:rPr>
              <a:t>(&gt;</a:t>
            </a:r>
            <a:r>
              <a:rPr sz="800" dirty="0">
                <a:solidFill>
                  <a:srgbClr val="B58C26"/>
                </a:solidFill>
                <a:latin typeface="Arial"/>
                <a:cs typeface="Arial"/>
              </a:rPr>
              <a:t>	</a:t>
            </a:r>
            <a:r>
              <a:rPr sz="800" dirty="0">
                <a:solidFill>
                  <a:srgbClr val="85707C"/>
                </a:solidFill>
                <a:latin typeface="Arial"/>
                <a:cs typeface="Arial"/>
              </a:rPr>
              <a:t>""'</a:t>
            </a:r>
            <a:r>
              <a:rPr sz="800" spc="155" dirty="0">
                <a:solidFill>
                  <a:srgbClr val="85707C"/>
                </a:solidFill>
                <a:latin typeface="Arial"/>
                <a:cs typeface="Arial"/>
              </a:rPr>
              <a:t>  </a:t>
            </a:r>
            <a:r>
              <a:rPr sz="800" dirty="0">
                <a:solidFill>
                  <a:srgbClr val="6B8082"/>
                </a:solidFill>
                <a:latin typeface="Arial"/>
                <a:cs typeface="Arial"/>
              </a:rPr>
              <a:t>..,</a:t>
            </a:r>
            <a:r>
              <a:rPr sz="800" spc="-105" dirty="0">
                <a:solidFill>
                  <a:srgbClr val="6B8082"/>
                </a:solidFill>
                <a:latin typeface="Arial"/>
                <a:cs typeface="Arial"/>
              </a:rPr>
              <a:t> </a:t>
            </a:r>
            <a:r>
              <a:rPr sz="2250" i="1" spc="-170" dirty="0">
                <a:solidFill>
                  <a:srgbClr val="6B8082"/>
                </a:solidFill>
                <a:latin typeface="Times New Roman"/>
                <a:cs typeface="Times New Roman"/>
              </a:rPr>
              <a:t>-</a:t>
            </a:r>
            <a:r>
              <a:rPr sz="2250" i="1" spc="-20" dirty="0">
                <a:solidFill>
                  <a:srgbClr val="6B8082"/>
                </a:solidFill>
                <a:latin typeface="Times New Roman"/>
                <a:cs typeface="Times New Roman"/>
              </a:rPr>
              <a:t>.</a:t>
            </a:r>
            <a:r>
              <a:rPr sz="2250" i="1" spc="-20" dirty="0">
                <a:solidFill>
                  <a:srgbClr val="697054"/>
                </a:solidFill>
                <a:latin typeface="Times New Roman"/>
                <a:cs typeface="Times New Roman"/>
              </a:rPr>
              <a:t>a.:</a:t>
            </a:r>
            <a:r>
              <a:rPr sz="2250" i="1" dirty="0">
                <a:solidFill>
                  <a:srgbClr val="697054"/>
                </a:solidFill>
                <a:latin typeface="Times New Roman"/>
                <a:cs typeface="Times New Roman"/>
              </a:rPr>
              <a:t>	</a:t>
            </a:r>
            <a:r>
              <a:rPr sz="750" spc="-90" dirty="0">
                <a:solidFill>
                  <a:srgbClr val="526E64"/>
                </a:solidFill>
                <a:latin typeface="Arial"/>
                <a:cs typeface="Arial"/>
              </a:rPr>
              <a:t>IOO</a:t>
            </a:r>
            <a:endParaRPr sz="750">
              <a:latin typeface="Arial"/>
              <a:cs typeface="Arial"/>
            </a:endParaRPr>
          </a:p>
        </p:txBody>
      </p:sp>
      <p:sp>
        <p:nvSpPr>
          <p:cNvPr id="185" name="object 185"/>
          <p:cNvSpPr txBox="1"/>
          <p:nvPr/>
        </p:nvSpPr>
        <p:spPr>
          <a:xfrm>
            <a:off x="5168176" y="8359892"/>
            <a:ext cx="254635" cy="8985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700" spc="-555" dirty="0">
                <a:solidFill>
                  <a:srgbClr val="BABFBF"/>
                </a:solidFill>
                <a:latin typeface="Arial"/>
                <a:cs typeface="Arial"/>
              </a:rPr>
              <a:t>.</a:t>
            </a:r>
            <a:r>
              <a:rPr sz="5700" spc="-555" dirty="0">
                <a:solidFill>
                  <a:srgbClr val="7BDDD8"/>
                </a:solidFill>
                <a:latin typeface="Arial"/>
                <a:cs typeface="Arial"/>
              </a:rPr>
              <a:t>l</a:t>
            </a:r>
            <a:endParaRPr sz="5700">
              <a:latin typeface="Arial"/>
              <a:cs typeface="Arial"/>
            </a:endParaRPr>
          </a:p>
        </p:txBody>
      </p:sp>
      <p:sp>
        <p:nvSpPr>
          <p:cNvPr id="186" name="object 186"/>
          <p:cNvSpPr txBox="1"/>
          <p:nvPr/>
        </p:nvSpPr>
        <p:spPr>
          <a:xfrm>
            <a:off x="10292355" y="8321604"/>
            <a:ext cx="117475" cy="3625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200" spc="-285" dirty="0">
                <a:solidFill>
                  <a:srgbClr val="526E64"/>
                </a:solidFill>
                <a:latin typeface="Arial"/>
                <a:cs typeface="Arial"/>
              </a:rPr>
              <a:t>,.</a:t>
            </a:r>
            <a:endParaRPr sz="2200">
              <a:latin typeface="Arial"/>
              <a:cs typeface="Arial"/>
            </a:endParaRPr>
          </a:p>
        </p:txBody>
      </p:sp>
      <p:sp>
        <p:nvSpPr>
          <p:cNvPr id="187" name="object 187"/>
          <p:cNvSpPr txBox="1"/>
          <p:nvPr/>
        </p:nvSpPr>
        <p:spPr>
          <a:xfrm>
            <a:off x="375096" y="8379036"/>
            <a:ext cx="1024255" cy="3092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1850" dirty="0">
                <a:solidFill>
                  <a:srgbClr val="526E64"/>
                </a:solidFill>
                <a:latin typeface="Times New Roman"/>
                <a:cs typeface="Times New Roman"/>
              </a:rPr>
              <a:t>T </a:t>
            </a:r>
            <a:r>
              <a:rPr sz="1850" spc="-25" dirty="0">
                <a:solidFill>
                  <a:srgbClr val="526E64"/>
                </a:solidFill>
                <a:latin typeface="Times New Roman"/>
                <a:cs typeface="Times New Roman"/>
              </a:rPr>
              <a:t>e</a:t>
            </a:r>
            <a:r>
              <a:rPr sz="1850" spc="-229" dirty="0">
                <a:solidFill>
                  <a:srgbClr val="526E64"/>
                </a:solidFill>
                <a:latin typeface="Times New Roman"/>
                <a:cs typeface="Times New Roman"/>
              </a:rPr>
              <a:t> </a:t>
            </a:r>
            <a:r>
              <a:rPr sz="1850" spc="-185" dirty="0">
                <a:solidFill>
                  <a:srgbClr val="526E64"/>
                </a:solidFill>
                <a:latin typeface="Times New Roman"/>
                <a:cs typeface="Times New Roman"/>
              </a:rPr>
              <a:t>Baselin</a:t>
            </a:r>
            <a:r>
              <a:rPr sz="2175" spc="-277" baseline="-11494" dirty="0">
                <a:solidFill>
                  <a:srgbClr val="BABFBF"/>
                </a:solidFill>
                <a:latin typeface="Arial"/>
                <a:cs typeface="Arial"/>
              </a:rPr>
              <a:t>,</a:t>
            </a:r>
            <a:r>
              <a:rPr sz="1850" spc="-185" dirty="0">
                <a:solidFill>
                  <a:srgbClr val="7E9097"/>
                </a:solidFill>
                <a:latin typeface="Times New Roman"/>
                <a:cs typeface="Times New Roman"/>
              </a:rPr>
              <a:t>t</a:t>
            </a:r>
            <a:r>
              <a:rPr sz="2175" spc="-277" baseline="-11494" dirty="0">
                <a:solidFill>
                  <a:srgbClr val="BABFBF"/>
                </a:solidFill>
                <a:latin typeface="Arial"/>
                <a:cs typeface="Arial"/>
              </a:rPr>
              <a:t>,</a:t>
            </a:r>
            <a:endParaRPr sz="2175" baseline="-11494">
              <a:latin typeface="Arial"/>
              <a:cs typeface="Arial"/>
            </a:endParaRPr>
          </a:p>
        </p:txBody>
      </p:sp>
      <p:sp>
        <p:nvSpPr>
          <p:cNvPr id="188" name="object 188"/>
          <p:cNvSpPr txBox="1"/>
          <p:nvPr/>
        </p:nvSpPr>
        <p:spPr>
          <a:xfrm>
            <a:off x="378088" y="8634291"/>
            <a:ext cx="1039494" cy="3092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50" spc="-195" dirty="0">
                <a:solidFill>
                  <a:srgbClr val="526E64"/>
                </a:solidFill>
                <a:latin typeface="Times New Roman"/>
                <a:cs typeface="Times New Roman"/>
              </a:rPr>
              <a:t>D</a:t>
            </a:r>
            <a:r>
              <a:rPr sz="1850" spc="-195" dirty="0">
                <a:solidFill>
                  <a:srgbClr val="85A38E"/>
                </a:solidFill>
                <a:latin typeface="Times New Roman"/>
                <a:cs typeface="Times New Roman"/>
              </a:rPr>
              <a:t>i</a:t>
            </a:r>
            <a:r>
              <a:rPr sz="1850" spc="-195" dirty="0">
                <a:solidFill>
                  <a:srgbClr val="44544D"/>
                </a:solidFill>
                <a:latin typeface="Times New Roman"/>
                <a:cs typeface="Times New Roman"/>
              </a:rPr>
              <a:t>v</a:t>
            </a:r>
            <a:r>
              <a:rPr sz="1850" spc="-195" dirty="0">
                <a:solidFill>
                  <a:srgbClr val="526E64"/>
                </a:solidFill>
                <a:latin typeface="Times New Roman"/>
                <a:cs typeface="Times New Roman"/>
              </a:rPr>
              <a:t>efopmen</a:t>
            </a:r>
            <a:r>
              <a:rPr sz="1850" spc="-195" dirty="0">
                <a:solidFill>
                  <a:srgbClr val="85A38E"/>
                </a:solidFill>
                <a:latin typeface="Times New Roman"/>
                <a:cs typeface="Times New Roman"/>
              </a:rPr>
              <a:t>J'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89" name="object 189"/>
          <p:cNvSpPr txBox="1"/>
          <p:nvPr/>
        </p:nvSpPr>
        <p:spPr>
          <a:xfrm>
            <a:off x="10107159" y="8206739"/>
            <a:ext cx="499745" cy="7607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800" spc="-575" dirty="0">
                <a:solidFill>
                  <a:srgbClr val="54809C"/>
                </a:solidFill>
                <a:latin typeface="Arial"/>
                <a:cs typeface="Arial"/>
              </a:rPr>
              <a:t>.</a:t>
            </a:r>
            <a:r>
              <a:rPr sz="4800" spc="-750" dirty="0">
                <a:solidFill>
                  <a:srgbClr val="54809C"/>
                </a:solidFill>
                <a:latin typeface="Arial"/>
                <a:cs typeface="Arial"/>
              </a:rPr>
              <a:t> </a:t>
            </a:r>
            <a:r>
              <a:rPr sz="4100" spc="-455" dirty="0">
                <a:solidFill>
                  <a:srgbClr val="526E64"/>
                </a:solidFill>
                <a:latin typeface="Times New Roman"/>
                <a:cs typeface="Times New Roman"/>
              </a:rPr>
              <a:t>....</a:t>
            </a:r>
            <a:endParaRPr sz="4100">
              <a:latin typeface="Times New Roman"/>
              <a:cs typeface="Times New Roman"/>
            </a:endParaRPr>
          </a:p>
        </p:txBody>
      </p:sp>
      <p:sp>
        <p:nvSpPr>
          <p:cNvPr id="190" name="object 190"/>
          <p:cNvSpPr txBox="1"/>
          <p:nvPr/>
        </p:nvSpPr>
        <p:spPr>
          <a:xfrm>
            <a:off x="2609258" y="8232265"/>
            <a:ext cx="568960" cy="86550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ts val="5095"/>
              </a:lnSpc>
              <a:spcBef>
                <a:spcPts val="120"/>
              </a:spcBef>
            </a:pPr>
            <a:r>
              <a:rPr sz="4400" spc="-215" dirty="0">
                <a:solidFill>
                  <a:srgbClr val="54809C"/>
                </a:solidFill>
                <a:latin typeface="Times New Roman"/>
                <a:cs typeface="Times New Roman"/>
              </a:rPr>
              <a:t>.</a:t>
            </a:r>
            <a:r>
              <a:rPr sz="4400" spc="-85" dirty="0">
                <a:solidFill>
                  <a:srgbClr val="54809C"/>
                </a:solidFill>
                <a:latin typeface="Times New Roman"/>
                <a:cs typeface="Times New Roman"/>
              </a:rPr>
              <a:t>.</a:t>
            </a:r>
            <a:r>
              <a:rPr sz="2550" spc="-615" dirty="0">
                <a:solidFill>
                  <a:srgbClr val="6B8082"/>
                </a:solidFill>
                <a:latin typeface="Times New Roman"/>
                <a:cs typeface="Times New Roman"/>
              </a:rPr>
              <a:t>,</a:t>
            </a:r>
            <a:r>
              <a:rPr sz="1125" spc="-337" baseline="88888" dirty="0">
                <a:solidFill>
                  <a:srgbClr val="6B6077"/>
                </a:solidFill>
                <a:latin typeface="Arial"/>
                <a:cs typeface="Arial"/>
              </a:rPr>
              <a:t>7</a:t>
            </a:r>
            <a:r>
              <a:rPr sz="1125" spc="-794" baseline="88888" dirty="0">
                <a:solidFill>
                  <a:srgbClr val="6B6077"/>
                </a:solidFill>
                <a:latin typeface="Arial"/>
                <a:cs typeface="Arial"/>
              </a:rPr>
              <a:t>0</a:t>
            </a:r>
            <a:r>
              <a:rPr sz="2550" spc="-815" dirty="0">
                <a:solidFill>
                  <a:srgbClr val="6B8082"/>
                </a:solidFill>
                <a:latin typeface="Times New Roman"/>
                <a:cs typeface="Times New Roman"/>
              </a:rPr>
              <a:t>.</a:t>
            </a:r>
            <a:r>
              <a:rPr sz="3900" spc="-935" dirty="0">
                <a:solidFill>
                  <a:srgbClr val="6B6077"/>
                </a:solidFill>
                <a:latin typeface="Times New Roman"/>
                <a:cs typeface="Times New Roman"/>
              </a:rPr>
              <a:t>.</a:t>
            </a:r>
            <a:r>
              <a:rPr sz="1125" spc="-322" baseline="88888" dirty="0">
                <a:solidFill>
                  <a:srgbClr val="6B6077"/>
                </a:solidFill>
                <a:latin typeface="Arial"/>
                <a:cs typeface="Arial"/>
              </a:rPr>
              <a:t>0</a:t>
            </a:r>
            <a:r>
              <a:rPr sz="1125" spc="-7" baseline="88888" dirty="0">
                <a:solidFill>
                  <a:srgbClr val="6B6077"/>
                </a:solidFill>
                <a:latin typeface="Arial"/>
                <a:cs typeface="Arial"/>
              </a:rPr>
              <a:t> </a:t>
            </a:r>
            <a:r>
              <a:rPr sz="3900" spc="-445" dirty="0">
                <a:solidFill>
                  <a:srgbClr val="6B6077"/>
                </a:solidFill>
                <a:latin typeface="Times New Roman"/>
                <a:cs typeface="Times New Roman"/>
              </a:rPr>
              <a:t>..</a:t>
            </a:r>
            <a:endParaRPr sz="3900">
              <a:latin typeface="Times New Roman"/>
              <a:cs typeface="Times New Roman"/>
            </a:endParaRPr>
          </a:p>
          <a:p>
            <a:pPr marL="324485">
              <a:lnSpc>
                <a:spcPts val="1495"/>
              </a:lnSpc>
            </a:pPr>
            <a:r>
              <a:rPr sz="1400" spc="-85" dirty="0">
                <a:solidFill>
                  <a:srgbClr val="6031C1"/>
                </a:solidFill>
                <a:latin typeface="Times New Roman"/>
                <a:cs typeface="Times New Roman"/>
              </a:rPr>
              <a:t>111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91" name="object 191"/>
          <p:cNvSpPr txBox="1"/>
          <p:nvPr/>
        </p:nvSpPr>
        <p:spPr>
          <a:xfrm>
            <a:off x="3334315" y="8787443"/>
            <a:ext cx="89535" cy="3854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350" spc="-150" dirty="0">
                <a:solidFill>
                  <a:srgbClr val="BABFBF"/>
                </a:solidFill>
                <a:latin typeface="Arial"/>
                <a:cs typeface="Arial"/>
              </a:rPr>
              <a:t>I</a:t>
            </a:r>
            <a:endParaRPr sz="2350">
              <a:latin typeface="Arial"/>
              <a:cs typeface="Arial"/>
            </a:endParaRPr>
          </a:p>
        </p:txBody>
      </p:sp>
      <p:sp>
        <p:nvSpPr>
          <p:cNvPr id="192" name="object 192"/>
          <p:cNvSpPr txBox="1"/>
          <p:nvPr/>
        </p:nvSpPr>
        <p:spPr>
          <a:xfrm>
            <a:off x="4067625" y="8570476"/>
            <a:ext cx="1005840" cy="5257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ts val="2325"/>
              </a:lnSpc>
              <a:spcBef>
                <a:spcPts val="110"/>
              </a:spcBef>
              <a:tabLst>
                <a:tab pos="481330" algn="l"/>
              </a:tabLst>
            </a:pPr>
            <a:r>
              <a:rPr sz="1950" i="1" spc="-25" dirty="0">
                <a:solidFill>
                  <a:srgbClr val="526E64"/>
                </a:solidFill>
                <a:latin typeface="Arial"/>
                <a:cs typeface="Arial"/>
              </a:rPr>
              <a:t>£!</a:t>
            </a:r>
            <a:r>
              <a:rPr sz="1950" i="1" dirty="0">
                <a:solidFill>
                  <a:srgbClr val="526E64"/>
                </a:solidFill>
                <a:latin typeface="Arial"/>
                <a:cs typeface="Arial"/>
              </a:rPr>
              <a:t>	</a:t>
            </a:r>
            <a:r>
              <a:rPr sz="1950" spc="-10" dirty="0">
                <a:solidFill>
                  <a:srgbClr val="54809C"/>
                </a:solidFill>
                <a:latin typeface="Arial"/>
                <a:cs typeface="Arial"/>
              </a:rPr>
              <a:t>..</a:t>
            </a:r>
            <a:r>
              <a:rPr sz="1950" spc="-10" dirty="0">
                <a:solidFill>
                  <a:srgbClr val="6B8082"/>
                </a:solidFill>
                <a:latin typeface="Arial"/>
                <a:cs typeface="Arial"/>
              </a:rPr>
              <a:t>.....</a:t>
            </a:r>
            <a:endParaRPr sz="1950">
              <a:latin typeface="Arial"/>
              <a:cs typeface="Arial"/>
            </a:endParaRPr>
          </a:p>
          <a:p>
            <a:pPr marR="125095" algn="r">
              <a:lnSpc>
                <a:spcPts val="1605"/>
              </a:lnSpc>
            </a:pPr>
            <a:r>
              <a:rPr sz="1350" spc="-25" dirty="0">
                <a:solidFill>
                  <a:srgbClr val="54809C"/>
                </a:solidFill>
                <a:latin typeface="Times New Roman"/>
                <a:cs typeface="Times New Roman"/>
              </a:rPr>
              <a:t>Ill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93" name="object 193"/>
          <p:cNvSpPr txBox="1"/>
          <p:nvPr/>
        </p:nvSpPr>
        <p:spPr>
          <a:xfrm>
            <a:off x="5879678" y="8079113"/>
            <a:ext cx="1149985" cy="102616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ts val="6145"/>
              </a:lnSpc>
              <a:spcBef>
                <a:spcPts val="125"/>
              </a:spcBef>
            </a:pPr>
            <a:r>
              <a:rPr sz="2800" spc="-270" dirty="0">
                <a:solidFill>
                  <a:srgbClr val="6B8082"/>
                </a:solidFill>
                <a:latin typeface="Arial"/>
                <a:cs typeface="Arial"/>
              </a:rPr>
              <a:t>,,</a:t>
            </a:r>
            <a:r>
              <a:rPr sz="2800" spc="-250" dirty="0">
                <a:solidFill>
                  <a:srgbClr val="6B8082"/>
                </a:solidFill>
                <a:latin typeface="Arial"/>
                <a:cs typeface="Arial"/>
              </a:rPr>
              <a:t>,</a:t>
            </a:r>
            <a:r>
              <a:rPr sz="2800" spc="-270" dirty="0">
                <a:solidFill>
                  <a:srgbClr val="526E64"/>
                </a:solidFill>
                <a:latin typeface="Arial"/>
                <a:cs typeface="Arial"/>
              </a:rPr>
              <a:t>..,</a:t>
            </a:r>
            <a:r>
              <a:rPr sz="2800" spc="-655" dirty="0">
                <a:solidFill>
                  <a:srgbClr val="526E64"/>
                </a:solidFill>
                <a:latin typeface="Arial"/>
                <a:cs typeface="Arial"/>
              </a:rPr>
              <a:t>.</a:t>
            </a:r>
            <a:r>
              <a:rPr sz="5400" spc="-1085" dirty="0">
                <a:solidFill>
                  <a:srgbClr val="6B8082"/>
                </a:solidFill>
                <a:latin typeface="Times New Roman"/>
                <a:cs typeface="Times New Roman"/>
              </a:rPr>
              <a:t>.</a:t>
            </a:r>
            <a:r>
              <a:rPr sz="2800" spc="-459" dirty="0">
                <a:solidFill>
                  <a:srgbClr val="526E64"/>
                </a:solidFill>
                <a:latin typeface="Arial"/>
                <a:cs typeface="Arial"/>
              </a:rPr>
              <a:t>.</a:t>
            </a:r>
            <a:r>
              <a:rPr sz="5400" spc="-525" dirty="0">
                <a:solidFill>
                  <a:srgbClr val="6B8082"/>
                </a:solidFill>
                <a:latin typeface="Times New Roman"/>
                <a:cs typeface="Times New Roman"/>
              </a:rPr>
              <a:t>.</a:t>
            </a:r>
            <a:r>
              <a:rPr sz="6075" spc="-1575" baseline="15089" dirty="0">
                <a:solidFill>
                  <a:srgbClr val="697054"/>
                </a:solidFill>
                <a:latin typeface="Times New Roman"/>
                <a:cs typeface="Times New Roman"/>
              </a:rPr>
              <a:t>.</a:t>
            </a:r>
            <a:r>
              <a:rPr sz="5400" spc="-745" dirty="0">
                <a:solidFill>
                  <a:srgbClr val="6B8082"/>
                </a:solidFill>
                <a:latin typeface="Times New Roman"/>
                <a:cs typeface="Times New Roman"/>
              </a:rPr>
              <a:t>.</a:t>
            </a:r>
            <a:r>
              <a:rPr sz="6075" spc="-1282" baseline="15089" dirty="0">
                <a:solidFill>
                  <a:srgbClr val="697054"/>
                </a:solidFill>
                <a:latin typeface="Times New Roman"/>
                <a:cs typeface="Times New Roman"/>
              </a:rPr>
              <a:t>.</a:t>
            </a:r>
            <a:r>
              <a:rPr sz="5400" spc="-969" dirty="0">
                <a:solidFill>
                  <a:srgbClr val="6B8082"/>
                </a:solidFill>
                <a:latin typeface="Times New Roman"/>
                <a:cs typeface="Times New Roman"/>
              </a:rPr>
              <a:t>.</a:t>
            </a:r>
            <a:r>
              <a:rPr sz="6075" spc="-975" baseline="15089" dirty="0">
                <a:solidFill>
                  <a:srgbClr val="697054"/>
                </a:solidFill>
                <a:latin typeface="Times New Roman"/>
                <a:cs typeface="Times New Roman"/>
              </a:rPr>
              <a:t>.</a:t>
            </a:r>
            <a:r>
              <a:rPr sz="5400" spc="-260" dirty="0">
                <a:solidFill>
                  <a:srgbClr val="6B8082"/>
                </a:solidFill>
                <a:latin typeface="Times New Roman"/>
                <a:cs typeface="Times New Roman"/>
              </a:rPr>
              <a:t>.</a:t>
            </a:r>
            <a:endParaRPr sz="5400">
              <a:latin typeface="Times New Roman"/>
              <a:cs typeface="Times New Roman"/>
            </a:endParaRPr>
          </a:p>
          <a:p>
            <a:pPr marR="30480" algn="r">
              <a:lnSpc>
                <a:spcPts val="1705"/>
              </a:lnSpc>
            </a:pPr>
            <a:r>
              <a:rPr sz="1700" spc="-385" dirty="0">
                <a:solidFill>
                  <a:srgbClr val="D49960"/>
                </a:solidFill>
                <a:latin typeface="Courier New"/>
                <a:cs typeface="Courier New"/>
              </a:rPr>
              <a:t>C:</a:t>
            </a:r>
            <a:r>
              <a:rPr sz="1700" spc="-385" dirty="0">
                <a:solidFill>
                  <a:srgbClr val="DD893D"/>
                </a:solidFill>
                <a:latin typeface="Courier New"/>
                <a:cs typeface="Courier New"/>
              </a:rPr>
              <a:t>I</a:t>
            </a:r>
            <a:endParaRPr sz="1700">
              <a:latin typeface="Courier New"/>
              <a:cs typeface="Courier New"/>
            </a:endParaRPr>
          </a:p>
        </p:txBody>
      </p:sp>
      <p:sp>
        <p:nvSpPr>
          <p:cNvPr id="194" name="object 194"/>
          <p:cNvSpPr txBox="1"/>
          <p:nvPr/>
        </p:nvSpPr>
        <p:spPr>
          <a:xfrm>
            <a:off x="8253176" y="8289697"/>
            <a:ext cx="477520" cy="80708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ts val="4745"/>
              </a:lnSpc>
              <a:spcBef>
                <a:spcPts val="120"/>
              </a:spcBef>
            </a:pPr>
            <a:r>
              <a:rPr sz="4150" spc="-459" dirty="0">
                <a:solidFill>
                  <a:srgbClr val="6B8082"/>
                </a:solidFill>
                <a:latin typeface="Times New Roman"/>
                <a:cs typeface="Times New Roman"/>
              </a:rPr>
              <a:t>......</a:t>
            </a:r>
            <a:endParaRPr sz="4150">
              <a:latin typeface="Times New Roman"/>
              <a:cs typeface="Times New Roman"/>
            </a:endParaRPr>
          </a:p>
          <a:p>
            <a:pPr marR="34290" algn="r">
              <a:lnSpc>
                <a:spcPts val="1385"/>
              </a:lnSpc>
            </a:pPr>
            <a:r>
              <a:rPr sz="1350" spc="-25" dirty="0">
                <a:solidFill>
                  <a:srgbClr val="548936"/>
                </a:solidFill>
                <a:latin typeface="Arial"/>
                <a:cs typeface="Arial"/>
              </a:rPr>
              <a:t>l'I</a:t>
            </a:r>
            <a:endParaRPr sz="1350">
              <a:latin typeface="Arial"/>
              <a:cs typeface="Arial"/>
            </a:endParaRPr>
          </a:p>
        </p:txBody>
      </p:sp>
      <p:sp>
        <p:nvSpPr>
          <p:cNvPr id="195" name="object 195"/>
          <p:cNvSpPr txBox="1"/>
          <p:nvPr/>
        </p:nvSpPr>
        <p:spPr>
          <a:xfrm>
            <a:off x="10461300" y="8832112"/>
            <a:ext cx="227329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spc="-25" dirty="0">
                <a:solidFill>
                  <a:srgbClr val="548936"/>
                </a:solidFill>
                <a:latin typeface="Times New Roman"/>
                <a:cs typeface="Times New Roman"/>
              </a:rPr>
              <a:t>c;</a:t>
            </a:r>
            <a:r>
              <a:rPr sz="1400" spc="-25" dirty="0">
                <a:solidFill>
                  <a:srgbClr val="548936"/>
                </a:solidFill>
                <a:latin typeface="Times New Roman"/>
                <a:cs typeface="Times New Roman"/>
              </a:rPr>
              <a:t>I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96" name="object 196"/>
          <p:cNvSpPr txBox="1"/>
          <p:nvPr/>
        </p:nvSpPr>
        <p:spPr>
          <a:xfrm>
            <a:off x="11744304" y="3739788"/>
            <a:ext cx="758190" cy="11283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7200" spc="325" dirty="0">
                <a:solidFill>
                  <a:srgbClr val="7EB344"/>
                </a:solidFill>
                <a:latin typeface="Arial"/>
                <a:cs typeface="Arial"/>
              </a:rPr>
              <a:t>•</a:t>
            </a:r>
            <a:r>
              <a:rPr sz="7200" spc="325" dirty="0">
                <a:solidFill>
                  <a:srgbClr val="4F954D"/>
                </a:solidFill>
                <a:latin typeface="Arial"/>
                <a:cs typeface="Arial"/>
              </a:rPr>
              <a:t>•</a:t>
            </a:r>
            <a:endParaRPr sz="7200">
              <a:latin typeface="Arial"/>
              <a:cs typeface="Arial"/>
            </a:endParaRPr>
          </a:p>
        </p:txBody>
      </p:sp>
      <p:sp>
        <p:nvSpPr>
          <p:cNvPr id="197" name="object 197"/>
          <p:cNvSpPr txBox="1"/>
          <p:nvPr/>
        </p:nvSpPr>
        <p:spPr>
          <a:xfrm>
            <a:off x="14021612" y="3809984"/>
            <a:ext cx="229870" cy="1714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50" spc="1285" dirty="0">
                <a:solidFill>
                  <a:srgbClr val="54809C"/>
                </a:solidFill>
                <a:latin typeface="Arial"/>
                <a:cs typeface="Arial"/>
              </a:rPr>
              <a:t>-</a:t>
            </a:r>
            <a:endParaRPr sz="950">
              <a:latin typeface="Arial"/>
              <a:cs typeface="Arial"/>
            </a:endParaRPr>
          </a:p>
        </p:txBody>
      </p:sp>
      <p:sp>
        <p:nvSpPr>
          <p:cNvPr id="198" name="object 198"/>
          <p:cNvSpPr txBox="1"/>
          <p:nvPr/>
        </p:nvSpPr>
        <p:spPr>
          <a:xfrm>
            <a:off x="14225587" y="3644069"/>
            <a:ext cx="2029460" cy="1714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50" spc="1285" dirty="0">
                <a:solidFill>
                  <a:srgbClr val="54809C"/>
                </a:solidFill>
                <a:latin typeface="Arial"/>
                <a:cs typeface="Arial"/>
              </a:rPr>
              <a:t>-----</a:t>
            </a:r>
            <a:r>
              <a:rPr sz="950" spc="625" dirty="0">
                <a:solidFill>
                  <a:srgbClr val="54809C"/>
                </a:solidFill>
                <a:latin typeface="Arial"/>
                <a:cs typeface="Arial"/>
              </a:rPr>
              <a:t> </a:t>
            </a:r>
            <a:r>
              <a:rPr sz="950" spc="-10" dirty="0">
                <a:solidFill>
                  <a:srgbClr val="44544D"/>
                </a:solidFill>
                <a:latin typeface="Arial"/>
                <a:cs typeface="Arial"/>
              </a:rPr>
              <a:t>Pa</a:t>
            </a:r>
            <a:r>
              <a:rPr sz="950" spc="-10" dirty="0">
                <a:solidFill>
                  <a:srgbClr val="13211A"/>
                </a:solidFill>
                <a:latin typeface="Arial"/>
                <a:cs typeface="Arial"/>
              </a:rPr>
              <a:t>i</a:t>
            </a:r>
            <a:r>
              <a:rPr sz="950" spc="-10" dirty="0">
                <a:solidFill>
                  <a:srgbClr val="38443F"/>
                </a:solidFill>
                <a:latin typeface="Arial"/>
                <a:cs typeface="Arial"/>
              </a:rPr>
              <a:t>nt/Coa</a:t>
            </a:r>
            <a:r>
              <a:rPr sz="950" spc="-10" dirty="0">
                <a:solidFill>
                  <a:srgbClr val="13211A"/>
                </a:solidFill>
                <a:latin typeface="Arial"/>
                <a:cs typeface="Arial"/>
              </a:rPr>
              <a:t>t</a:t>
            </a:r>
            <a:r>
              <a:rPr sz="950" spc="-10" dirty="0">
                <a:solidFill>
                  <a:srgbClr val="44544D"/>
                </a:solidFill>
                <a:latin typeface="Arial"/>
                <a:cs typeface="Arial"/>
              </a:rPr>
              <a:t>in.E!</a:t>
            </a:r>
            <a:endParaRPr sz="950">
              <a:latin typeface="Arial"/>
              <a:cs typeface="Arial"/>
            </a:endParaRPr>
          </a:p>
        </p:txBody>
      </p:sp>
      <p:sp>
        <p:nvSpPr>
          <p:cNvPr id="199" name="object 199"/>
          <p:cNvSpPr/>
          <p:nvPr/>
        </p:nvSpPr>
        <p:spPr>
          <a:xfrm>
            <a:off x="14013037" y="4224708"/>
            <a:ext cx="140335" cy="0"/>
          </a:xfrm>
          <a:custGeom>
            <a:avLst/>
            <a:gdLst/>
            <a:ahLst/>
            <a:cxnLst/>
            <a:rect l="l" t="t" r="r" b="b"/>
            <a:pathLst>
              <a:path w="140334">
                <a:moveTo>
                  <a:pt x="0" y="0"/>
                </a:moveTo>
                <a:lnTo>
                  <a:pt x="140088" y="0"/>
                </a:lnTo>
              </a:path>
            </a:pathLst>
          </a:custGeom>
          <a:ln w="12762">
            <a:solidFill>
              <a:srgbClr val="54809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0" name="object 200"/>
          <p:cNvSpPr txBox="1"/>
          <p:nvPr/>
        </p:nvSpPr>
        <p:spPr>
          <a:xfrm>
            <a:off x="14000326" y="3624924"/>
            <a:ext cx="194945" cy="7302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600" i="1" spc="50" dirty="0">
                <a:solidFill>
                  <a:srgbClr val="54809C"/>
                </a:solidFill>
                <a:latin typeface="Arial"/>
                <a:cs typeface="Arial"/>
              </a:rPr>
              <a:t>I</a:t>
            </a:r>
            <a:endParaRPr sz="4600">
              <a:latin typeface="Arial"/>
              <a:cs typeface="Arial"/>
            </a:endParaRPr>
          </a:p>
        </p:txBody>
      </p:sp>
      <p:sp>
        <p:nvSpPr>
          <p:cNvPr id="201" name="object 201"/>
          <p:cNvSpPr txBox="1"/>
          <p:nvPr/>
        </p:nvSpPr>
        <p:spPr>
          <a:xfrm>
            <a:off x="15468815" y="3727026"/>
            <a:ext cx="941705" cy="163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00" dirty="0">
                <a:solidFill>
                  <a:srgbClr val="526E64"/>
                </a:solidFill>
                <a:latin typeface="Times New Roman"/>
                <a:cs typeface="Times New Roman"/>
              </a:rPr>
              <a:t>'</a:t>
            </a:r>
            <a:r>
              <a:rPr sz="900" dirty="0">
                <a:solidFill>
                  <a:srgbClr val="7E9097"/>
                </a:solidFill>
                <a:latin typeface="Times New Roman"/>
                <a:cs typeface="Times New Roman"/>
              </a:rPr>
              <a:t>"l'P'"""'</a:t>
            </a:r>
            <a:r>
              <a:rPr sz="900" dirty="0">
                <a:solidFill>
                  <a:srgbClr val="526E64"/>
                </a:solidFill>
                <a:latin typeface="Times New Roman"/>
                <a:cs typeface="Times New Roman"/>
              </a:rPr>
              <a:t>"</a:t>
            </a:r>
            <a:r>
              <a:rPr sz="900" dirty="0">
                <a:solidFill>
                  <a:srgbClr val="6B8082"/>
                </a:solidFill>
                <a:latin typeface="Times New Roman"/>
                <a:cs typeface="Times New Roman"/>
              </a:rPr>
              <a:t>t</a:t>
            </a:r>
            <a:r>
              <a:rPr sz="900" spc="85" dirty="0">
                <a:solidFill>
                  <a:srgbClr val="6B8082"/>
                </a:solidFill>
                <a:latin typeface="Times New Roman"/>
                <a:cs typeface="Times New Roman"/>
              </a:rPr>
              <a:t> </a:t>
            </a:r>
            <a:r>
              <a:rPr sz="900" spc="-10" dirty="0">
                <a:solidFill>
                  <a:srgbClr val="85A38E"/>
                </a:solidFill>
                <a:latin typeface="Times New Roman"/>
                <a:cs typeface="Times New Roman"/>
              </a:rPr>
              <a:t>1</a:t>
            </a:r>
            <a:r>
              <a:rPr sz="900" spc="-10" dirty="0">
                <a:solidFill>
                  <a:srgbClr val="6B8082"/>
                </a:solidFill>
                <a:latin typeface="Times New Roman"/>
                <a:cs typeface="Times New Roman"/>
              </a:rPr>
              <a:t>d"!lta</a:t>
            </a:r>
            <a:r>
              <a:rPr sz="900" spc="-10" dirty="0">
                <a:solidFill>
                  <a:srgbClr val="85A38E"/>
                </a:solidFill>
                <a:latin typeface="Times New Roman"/>
                <a:cs typeface="Times New Roman"/>
              </a:rPr>
              <a:t>l"'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202" name="object 202"/>
          <p:cNvSpPr txBox="1"/>
          <p:nvPr/>
        </p:nvSpPr>
        <p:spPr>
          <a:xfrm>
            <a:off x="15471432" y="3854653"/>
            <a:ext cx="539750" cy="132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i="1" dirty="0">
                <a:solidFill>
                  <a:srgbClr val="85A38E"/>
                </a:solidFill>
                <a:latin typeface="Times New Roman"/>
                <a:cs typeface="Times New Roman"/>
              </a:rPr>
              <a:t>qtl;o</a:t>
            </a:r>
            <a:r>
              <a:rPr sz="700" i="1" dirty="0">
                <a:solidFill>
                  <a:srgbClr val="526E64"/>
                </a:solidFill>
                <a:latin typeface="Times New Roman"/>
                <a:cs typeface="Times New Roman"/>
              </a:rPr>
              <a:t>,</a:t>
            </a:r>
            <a:r>
              <a:rPr sz="700" i="1" spc="215" dirty="0">
                <a:solidFill>
                  <a:srgbClr val="526E64"/>
                </a:solidFill>
                <a:latin typeface="Times New Roman"/>
                <a:cs typeface="Times New Roman"/>
              </a:rPr>
              <a:t>  </a:t>
            </a:r>
            <a:r>
              <a:rPr sz="700" i="1" dirty="0">
                <a:solidFill>
                  <a:srgbClr val="7E9097"/>
                </a:solidFill>
                <a:latin typeface="Times New Roman"/>
                <a:cs typeface="Times New Roman"/>
              </a:rPr>
              <a:t>...</a:t>
            </a:r>
            <a:r>
              <a:rPr sz="700" i="1" spc="330" dirty="0">
                <a:solidFill>
                  <a:srgbClr val="7E9097"/>
                </a:solidFill>
                <a:latin typeface="Times New Roman"/>
                <a:cs typeface="Times New Roman"/>
              </a:rPr>
              <a:t> </a:t>
            </a:r>
            <a:r>
              <a:rPr sz="700" i="1" dirty="0">
                <a:solidFill>
                  <a:srgbClr val="6B8082"/>
                </a:solidFill>
                <a:latin typeface="Times New Roman"/>
                <a:cs typeface="Times New Roman"/>
              </a:rPr>
              <a:t>--</a:t>
            </a:r>
            <a:r>
              <a:rPr sz="700" i="1" spc="-50" dirty="0">
                <a:solidFill>
                  <a:srgbClr val="6B8082"/>
                </a:solidFill>
                <a:latin typeface="Times New Roman"/>
                <a:cs typeface="Times New Roman"/>
              </a:rPr>
              <a:t>-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203" name="object 203"/>
          <p:cNvSpPr txBox="1"/>
          <p:nvPr/>
        </p:nvSpPr>
        <p:spPr>
          <a:xfrm>
            <a:off x="14922830" y="3535585"/>
            <a:ext cx="2138680" cy="11283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2125345" algn="l"/>
              </a:tabLst>
            </a:pPr>
            <a:r>
              <a:rPr sz="7200" spc="140" dirty="0">
                <a:solidFill>
                  <a:srgbClr val="7EB3A1"/>
                </a:solidFill>
                <a:latin typeface="Arial"/>
                <a:cs typeface="Arial"/>
              </a:rPr>
              <a:t>- </a:t>
            </a:r>
            <a:r>
              <a:rPr sz="7200" u="heavy" dirty="0">
                <a:solidFill>
                  <a:srgbClr val="7EB3A1"/>
                </a:solidFill>
                <a:uFill>
                  <a:solidFill>
                    <a:srgbClr val="54809C"/>
                  </a:solidFill>
                </a:uFill>
                <a:latin typeface="Arial"/>
                <a:cs typeface="Arial"/>
              </a:rPr>
              <a:t>	</a:t>
            </a:r>
            <a:endParaRPr sz="7200">
              <a:latin typeface="Arial"/>
              <a:cs typeface="Arial"/>
            </a:endParaRPr>
          </a:p>
        </p:txBody>
      </p:sp>
      <p:sp>
        <p:nvSpPr>
          <p:cNvPr id="204" name="object 204"/>
          <p:cNvSpPr txBox="1"/>
          <p:nvPr/>
        </p:nvSpPr>
        <p:spPr>
          <a:xfrm>
            <a:off x="15460026" y="4033332"/>
            <a:ext cx="1471930" cy="7912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0" spc="395" dirty="0">
                <a:solidFill>
                  <a:srgbClr val="54809C"/>
                </a:solidFill>
                <a:latin typeface="Times New Roman"/>
                <a:cs typeface="Times New Roman"/>
              </a:rPr>
              <a:t>----</a:t>
            </a:r>
            <a:r>
              <a:rPr sz="5000" spc="550" dirty="0">
                <a:solidFill>
                  <a:srgbClr val="54809C"/>
                </a:solidFill>
                <a:latin typeface="Times New Roman"/>
                <a:cs typeface="Times New Roman"/>
              </a:rPr>
              <a:t>1</a:t>
            </a:r>
            <a:endParaRPr sz="5000">
              <a:latin typeface="Times New Roman"/>
              <a:cs typeface="Times New Roman"/>
            </a:endParaRPr>
          </a:p>
        </p:txBody>
      </p:sp>
      <p:sp>
        <p:nvSpPr>
          <p:cNvPr id="205" name="object 205"/>
          <p:cNvSpPr txBox="1"/>
          <p:nvPr/>
        </p:nvSpPr>
        <p:spPr>
          <a:xfrm>
            <a:off x="12607843" y="4141815"/>
            <a:ext cx="2638425" cy="60261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51435">
              <a:lnSpc>
                <a:spcPts val="2505"/>
              </a:lnSpc>
              <a:spcBef>
                <a:spcPts val="110"/>
              </a:spcBef>
              <a:tabLst>
                <a:tab pos="2273300" algn="l"/>
              </a:tabLst>
            </a:pPr>
            <a:r>
              <a:rPr sz="1900" spc="-484" dirty="0">
                <a:solidFill>
                  <a:srgbClr val="6B8082"/>
                </a:solidFill>
                <a:latin typeface="Arial"/>
                <a:cs typeface="Arial"/>
              </a:rPr>
              <a:t>CIC</a:t>
            </a:r>
            <a:r>
              <a:rPr sz="1900" spc="-245" dirty="0">
                <a:solidFill>
                  <a:srgbClr val="6B8082"/>
                </a:solidFill>
                <a:latin typeface="Arial"/>
                <a:cs typeface="Arial"/>
              </a:rPr>
              <a:t> </a:t>
            </a:r>
            <a:r>
              <a:rPr sz="1900" spc="-360" dirty="0">
                <a:solidFill>
                  <a:srgbClr val="6B8082"/>
                </a:solidFill>
                <a:latin typeface="Arial"/>
                <a:cs typeface="Arial"/>
              </a:rPr>
              <a:t>Carbon</a:t>
            </a:r>
            <a:r>
              <a:rPr sz="1900" spc="-125" dirty="0">
                <a:solidFill>
                  <a:srgbClr val="6B8082"/>
                </a:solidFill>
                <a:latin typeface="Arial"/>
                <a:cs typeface="Arial"/>
              </a:rPr>
              <a:t> </a:t>
            </a:r>
            <a:r>
              <a:rPr sz="1900" spc="-345" dirty="0">
                <a:solidFill>
                  <a:srgbClr val="6B8082"/>
                </a:solidFill>
                <a:latin typeface="Arial"/>
                <a:cs typeface="Arial"/>
              </a:rPr>
              <a:t>Assessment</a:t>
            </a:r>
            <a:r>
              <a:rPr sz="1900" spc="-295" dirty="0">
                <a:solidFill>
                  <a:srgbClr val="6B8082"/>
                </a:solidFill>
                <a:latin typeface="Arial"/>
                <a:cs typeface="Arial"/>
              </a:rPr>
              <a:t> </a:t>
            </a:r>
            <a:r>
              <a:rPr sz="1900" spc="-340" dirty="0">
                <a:solidFill>
                  <a:srgbClr val="7E9097"/>
                </a:solidFill>
                <a:latin typeface="Arial"/>
                <a:cs typeface="Arial"/>
              </a:rPr>
              <a:t>Tool</a:t>
            </a:r>
            <a:r>
              <a:rPr sz="1900" dirty="0">
                <a:solidFill>
                  <a:srgbClr val="7E9097"/>
                </a:solidFill>
                <a:latin typeface="Arial"/>
                <a:cs typeface="Arial"/>
              </a:rPr>
              <a:t>	</a:t>
            </a:r>
            <a:r>
              <a:rPr sz="2250" b="1" spc="-470" dirty="0">
                <a:solidFill>
                  <a:srgbClr val="155497"/>
                </a:solidFill>
                <a:latin typeface="Times New Roman"/>
                <a:cs typeface="Times New Roman"/>
              </a:rPr>
              <a:t>ISO</a:t>
            </a:r>
            <a:endParaRPr sz="2250">
              <a:latin typeface="Times New Roman"/>
              <a:cs typeface="Times New Roman"/>
            </a:endParaRPr>
          </a:p>
          <a:p>
            <a:pPr marL="170180" indent="-120014">
              <a:lnSpc>
                <a:spcPts val="2025"/>
              </a:lnSpc>
              <a:buSzPct val="94594"/>
              <a:buChar char="•"/>
              <a:tabLst>
                <a:tab pos="170815" algn="l"/>
                <a:tab pos="1076960" algn="l"/>
              </a:tabLst>
            </a:pPr>
            <a:r>
              <a:rPr sz="1850" spc="204" dirty="0">
                <a:solidFill>
                  <a:srgbClr val="7E9097"/>
                </a:solidFill>
                <a:latin typeface="Times New Roman"/>
                <a:cs typeface="Times New Roman"/>
              </a:rPr>
              <a:t>jifll'/l</a:t>
            </a:r>
            <a:r>
              <a:rPr sz="1850" dirty="0">
                <a:solidFill>
                  <a:srgbClr val="7E9097"/>
                </a:solidFill>
                <a:latin typeface="Times New Roman"/>
                <a:cs typeface="Times New Roman"/>
              </a:rPr>
              <a:t>	</a:t>
            </a:r>
            <a:r>
              <a:rPr sz="1850" spc="140" dirty="0">
                <a:solidFill>
                  <a:srgbClr val="7E9097"/>
                </a:solidFill>
                <a:latin typeface="Times New Roman"/>
                <a:cs typeface="Times New Roman"/>
              </a:rPr>
              <a:t>J.1-</a:t>
            </a:r>
            <a:r>
              <a:rPr sz="1500" spc="-209" baseline="-16666" dirty="0">
                <a:solidFill>
                  <a:srgbClr val="7E9097"/>
                </a:solidFill>
                <a:latin typeface="Times New Roman"/>
                <a:cs typeface="Times New Roman"/>
              </a:rPr>
              <a:t>lF</a:t>
            </a:r>
            <a:r>
              <a:rPr sz="1850" spc="-140" dirty="0">
                <a:solidFill>
                  <a:srgbClr val="7E9097"/>
                </a:solidFill>
                <a:latin typeface="Times New Roman"/>
                <a:cs typeface="Times New Roman"/>
              </a:rPr>
              <a:t>:</a:t>
            </a:r>
            <a:r>
              <a:rPr sz="1500" spc="-209" baseline="-16666" dirty="0">
                <a:solidFill>
                  <a:srgbClr val="7E9097"/>
                </a:solidFill>
                <a:latin typeface="Times New Roman"/>
                <a:cs typeface="Times New Roman"/>
              </a:rPr>
              <a:t>I</a:t>
            </a:r>
            <a:r>
              <a:rPr sz="1500" spc="-52" baseline="-16666" dirty="0">
                <a:solidFill>
                  <a:srgbClr val="7E9097"/>
                </a:solidFill>
                <a:latin typeface="Times New Roman"/>
                <a:cs typeface="Times New Roman"/>
              </a:rPr>
              <a:t> </a:t>
            </a:r>
            <a:r>
              <a:rPr sz="1850" spc="330" dirty="0">
                <a:solidFill>
                  <a:srgbClr val="7E9097"/>
                </a:solidFill>
                <a:latin typeface="Times New Roman"/>
                <a:cs typeface="Times New Roman"/>
              </a:rPr>
              <a:t>CJ\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206" name="object 206"/>
          <p:cNvSpPr txBox="1"/>
          <p:nvPr/>
        </p:nvSpPr>
        <p:spPr>
          <a:xfrm>
            <a:off x="14873630" y="4473645"/>
            <a:ext cx="575310" cy="3092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1000" spc="-215" dirty="0">
                <a:solidFill>
                  <a:srgbClr val="7E9097"/>
                </a:solidFill>
                <a:latin typeface="Times New Roman"/>
                <a:cs typeface="Times New Roman"/>
              </a:rPr>
              <a:t>ts</a:t>
            </a:r>
            <a:r>
              <a:rPr sz="2775" spc="-322" baseline="9009" dirty="0">
                <a:solidFill>
                  <a:srgbClr val="7EB3A1"/>
                </a:solidFill>
                <a:latin typeface="Times New Roman"/>
                <a:cs typeface="Times New Roman"/>
              </a:rPr>
              <a:t>-</a:t>
            </a:r>
            <a:r>
              <a:rPr sz="1000" spc="-240" dirty="0">
                <a:solidFill>
                  <a:srgbClr val="54809C"/>
                </a:solidFill>
                <a:latin typeface="Times New Roman"/>
                <a:cs typeface="Times New Roman"/>
              </a:rPr>
              <a:t>O</a:t>
            </a:r>
            <a:r>
              <a:rPr sz="2775" spc="-359" baseline="9009" dirty="0">
                <a:solidFill>
                  <a:srgbClr val="7EB3A1"/>
                </a:solidFill>
                <a:latin typeface="Times New Roman"/>
                <a:cs typeface="Times New Roman"/>
              </a:rPr>
              <a:t>-</a:t>
            </a:r>
            <a:r>
              <a:rPr sz="850" spc="-10" dirty="0">
                <a:solidFill>
                  <a:srgbClr val="526E64"/>
                </a:solidFill>
                <a:latin typeface="Arial"/>
                <a:cs typeface="Arial"/>
              </a:rPr>
              <a:t>l</a:t>
            </a:r>
            <a:r>
              <a:rPr sz="850" spc="-10" dirty="0">
                <a:solidFill>
                  <a:srgbClr val="54809C"/>
                </a:solidFill>
                <a:latin typeface="Arial"/>
                <a:cs typeface="Arial"/>
              </a:rPr>
              <a:t>,tq</a:t>
            </a:r>
            <a:r>
              <a:rPr sz="850" spc="-10" dirty="0">
                <a:solidFill>
                  <a:srgbClr val="7E9097"/>
                </a:solidFill>
                <a:latin typeface="Arial"/>
                <a:cs typeface="Arial"/>
              </a:rPr>
              <a:t>&amp;A</a:t>
            </a:r>
            <a:endParaRPr sz="850">
              <a:latin typeface="Arial"/>
              <a:cs typeface="Arial"/>
            </a:endParaRPr>
          </a:p>
        </p:txBody>
      </p:sp>
      <p:sp>
        <p:nvSpPr>
          <p:cNvPr id="207" name="object 207"/>
          <p:cNvSpPr txBox="1"/>
          <p:nvPr/>
        </p:nvSpPr>
        <p:spPr>
          <a:xfrm>
            <a:off x="15902533" y="4703374"/>
            <a:ext cx="656590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-10" dirty="0">
                <a:solidFill>
                  <a:srgbClr val="548936"/>
                </a:solidFill>
                <a:latin typeface="Arial"/>
                <a:cs typeface="Arial"/>
              </a:rPr>
              <a:t>Result</a:t>
            </a:r>
            <a:endParaRPr sz="1650">
              <a:latin typeface="Arial"/>
              <a:cs typeface="Arial"/>
            </a:endParaRPr>
          </a:p>
        </p:txBody>
      </p:sp>
      <p:sp>
        <p:nvSpPr>
          <p:cNvPr id="208" name="object 208"/>
          <p:cNvSpPr txBox="1"/>
          <p:nvPr/>
        </p:nvSpPr>
        <p:spPr>
          <a:xfrm>
            <a:off x="16997083" y="3210137"/>
            <a:ext cx="368935" cy="1555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50" spc="-10" dirty="0">
                <a:solidFill>
                  <a:srgbClr val="526E64"/>
                </a:solidFill>
                <a:latin typeface="Arial"/>
                <a:cs typeface="Arial"/>
              </a:rPr>
              <a:t>36</a:t>
            </a:r>
            <a:r>
              <a:rPr sz="850" spc="-10" dirty="0">
                <a:solidFill>
                  <a:srgbClr val="6B8082"/>
                </a:solidFill>
                <a:latin typeface="Arial"/>
                <a:cs typeface="Arial"/>
              </a:rPr>
              <a:t>0</a:t>
            </a:r>
            <a:r>
              <a:rPr sz="850" spc="-10" dirty="0">
                <a:solidFill>
                  <a:srgbClr val="526E64"/>
                </a:solidFill>
                <a:latin typeface="Arial"/>
                <a:cs typeface="Arial"/>
              </a:rPr>
              <a:t>1:g</a:t>
            </a:r>
            <a:endParaRPr sz="850">
              <a:latin typeface="Arial"/>
              <a:cs typeface="Arial"/>
            </a:endParaRPr>
          </a:p>
        </p:txBody>
      </p:sp>
      <p:sp>
        <p:nvSpPr>
          <p:cNvPr id="209" name="object 209"/>
          <p:cNvSpPr txBox="1"/>
          <p:nvPr/>
        </p:nvSpPr>
        <p:spPr>
          <a:xfrm>
            <a:off x="17035234" y="3605781"/>
            <a:ext cx="299720" cy="1714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50" spc="-20" dirty="0">
                <a:solidFill>
                  <a:srgbClr val="6B8082"/>
                </a:solidFill>
                <a:latin typeface="Arial"/>
                <a:cs typeface="Arial"/>
              </a:rPr>
              <a:t>60</a:t>
            </a:r>
            <a:r>
              <a:rPr sz="950" spc="-20" dirty="0">
                <a:solidFill>
                  <a:srgbClr val="526E64"/>
                </a:solidFill>
                <a:latin typeface="Arial"/>
                <a:cs typeface="Arial"/>
              </a:rPr>
              <a:t>kg</a:t>
            </a:r>
            <a:endParaRPr sz="950">
              <a:latin typeface="Arial"/>
              <a:cs typeface="Arial"/>
            </a:endParaRPr>
          </a:p>
        </p:txBody>
      </p:sp>
      <p:sp>
        <p:nvSpPr>
          <p:cNvPr id="210" name="object 210"/>
          <p:cNvSpPr/>
          <p:nvPr/>
        </p:nvSpPr>
        <p:spPr>
          <a:xfrm>
            <a:off x="12633855" y="6364300"/>
            <a:ext cx="38735" cy="156845"/>
          </a:xfrm>
          <a:custGeom>
            <a:avLst/>
            <a:gdLst/>
            <a:ahLst/>
            <a:cxnLst/>
            <a:rect l="l" t="t" r="r" b="b"/>
            <a:pathLst>
              <a:path w="38734" h="156845">
                <a:moveTo>
                  <a:pt x="38205" y="156704"/>
                </a:moveTo>
                <a:lnTo>
                  <a:pt x="0" y="156704"/>
                </a:lnTo>
                <a:lnTo>
                  <a:pt x="0" y="0"/>
                </a:lnTo>
                <a:lnTo>
                  <a:pt x="38205" y="0"/>
                </a:lnTo>
                <a:lnTo>
                  <a:pt x="38205" y="156704"/>
                </a:lnTo>
                <a:close/>
              </a:path>
            </a:pathLst>
          </a:custGeom>
          <a:solidFill>
            <a:srgbClr val="DDEF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1" name="object 211"/>
          <p:cNvSpPr txBox="1"/>
          <p:nvPr/>
        </p:nvSpPr>
        <p:spPr>
          <a:xfrm>
            <a:off x="12074200" y="6254044"/>
            <a:ext cx="1488440" cy="2863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90930" algn="l"/>
              </a:tabLst>
            </a:pPr>
            <a:r>
              <a:rPr sz="900" spc="130" dirty="0">
                <a:solidFill>
                  <a:srgbClr val="7E9097"/>
                </a:solidFill>
                <a:latin typeface="Arial"/>
                <a:cs typeface="Arial"/>
              </a:rPr>
              <a:t>b(A1-</a:t>
            </a:r>
            <a:r>
              <a:rPr sz="900" spc="110" dirty="0">
                <a:solidFill>
                  <a:srgbClr val="7E9097"/>
                </a:solidFill>
                <a:latin typeface="Arial"/>
                <a:cs typeface="Arial"/>
              </a:rPr>
              <a:t>A3</a:t>
            </a:r>
            <a:r>
              <a:rPr sz="900" spc="110" dirty="0">
                <a:solidFill>
                  <a:srgbClr val="A7AFAF"/>
                </a:solidFill>
                <a:latin typeface="Arial"/>
                <a:cs typeface="Arial"/>
              </a:rPr>
              <a:t>)</a:t>
            </a:r>
            <a:r>
              <a:rPr sz="900" dirty="0">
                <a:solidFill>
                  <a:srgbClr val="A7AFAF"/>
                </a:solidFill>
                <a:latin typeface="Arial"/>
                <a:cs typeface="Arial"/>
              </a:rPr>
              <a:t>	</a:t>
            </a:r>
            <a:r>
              <a:rPr sz="1700" spc="-20" dirty="0">
                <a:solidFill>
                  <a:srgbClr val="7E9097"/>
                </a:solidFill>
                <a:latin typeface="Arial"/>
                <a:cs typeface="Arial"/>
              </a:rPr>
              <a:t>■</a:t>
            </a:r>
            <a:r>
              <a:rPr sz="900" spc="-20" dirty="0">
                <a:solidFill>
                  <a:srgbClr val="7E9097"/>
                </a:solidFill>
                <a:latin typeface="Arial"/>
                <a:cs typeface="Arial"/>
              </a:rPr>
              <a:t>•&lt;Ml</a:t>
            </a:r>
            <a:endParaRPr sz="900">
              <a:latin typeface="Arial"/>
              <a:cs typeface="Arial"/>
            </a:endParaRPr>
          </a:p>
        </p:txBody>
      </p:sp>
      <p:sp>
        <p:nvSpPr>
          <p:cNvPr id="212" name="object 212"/>
          <p:cNvSpPr txBox="1"/>
          <p:nvPr/>
        </p:nvSpPr>
        <p:spPr>
          <a:xfrm>
            <a:off x="14489731" y="6368909"/>
            <a:ext cx="38481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114" dirty="0">
                <a:solidFill>
                  <a:srgbClr val="939CAC"/>
                </a:solidFill>
                <a:latin typeface="Times New Roman"/>
                <a:cs typeface="Times New Roman"/>
              </a:rPr>
              <a:t>fl(AS)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213" name="object 213"/>
          <p:cNvSpPr txBox="1"/>
          <p:nvPr/>
        </p:nvSpPr>
        <p:spPr>
          <a:xfrm>
            <a:off x="12138335" y="6522061"/>
            <a:ext cx="2577465" cy="209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100" dirty="0">
                <a:solidFill>
                  <a:srgbClr val="23362F"/>
                </a:solidFill>
                <a:latin typeface="Arial"/>
                <a:cs typeface="Arial"/>
              </a:rPr>
              <a:t>LifeCycle</a:t>
            </a:r>
            <a:r>
              <a:rPr sz="1200" spc="-170" dirty="0">
                <a:solidFill>
                  <a:srgbClr val="23362F"/>
                </a:solidFill>
                <a:latin typeface="Arial"/>
                <a:cs typeface="Arial"/>
              </a:rPr>
              <a:t> </a:t>
            </a:r>
            <a:r>
              <a:rPr sz="1200" spc="70" dirty="0">
                <a:solidFill>
                  <a:srgbClr val="23362F"/>
                </a:solidFill>
                <a:latin typeface="Arial"/>
                <a:cs typeface="Arial"/>
              </a:rPr>
              <a:t>CarbonEmissions</a:t>
            </a:r>
            <a:r>
              <a:rPr sz="1200" spc="-130" dirty="0">
                <a:solidFill>
                  <a:srgbClr val="23362F"/>
                </a:solidFill>
                <a:latin typeface="Arial"/>
                <a:cs typeface="Arial"/>
              </a:rPr>
              <a:t> </a:t>
            </a:r>
            <a:r>
              <a:rPr sz="1200" spc="-30" dirty="0">
                <a:solidFill>
                  <a:srgbClr val="23362F"/>
                </a:solidFill>
                <a:latin typeface="Arial"/>
                <a:cs typeface="Arial"/>
              </a:rPr>
              <a:t>CLCA)</a:t>
            </a:r>
            <a:endParaRPr sz="1200">
              <a:latin typeface="Arial"/>
              <a:cs typeface="Arial"/>
            </a:endParaRPr>
          </a:p>
        </p:txBody>
      </p:sp>
      <p:sp>
        <p:nvSpPr>
          <p:cNvPr id="214" name="object 214"/>
          <p:cNvSpPr txBox="1"/>
          <p:nvPr/>
        </p:nvSpPr>
        <p:spPr>
          <a:xfrm>
            <a:off x="15174734" y="4735281"/>
            <a:ext cx="250825" cy="7454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700" spc="204" dirty="0">
                <a:solidFill>
                  <a:srgbClr val="83A169"/>
                </a:solidFill>
                <a:latin typeface="Arial"/>
                <a:cs typeface="Arial"/>
              </a:rPr>
              <a:t>·</a:t>
            </a:r>
            <a:endParaRPr sz="4700">
              <a:latin typeface="Arial"/>
              <a:cs typeface="Arial"/>
            </a:endParaRPr>
          </a:p>
        </p:txBody>
      </p:sp>
      <p:sp>
        <p:nvSpPr>
          <p:cNvPr id="215" name="object 215"/>
          <p:cNvSpPr/>
          <p:nvPr/>
        </p:nvSpPr>
        <p:spPr>
          <a:xfrm>
            <a:off x="15413583" y="5192802"/>
            <a:ext cx="904240" cy="0"/>
          </a:xfrm>
          <a:custGeom>
            <a:avLst/>
            <a:gdLst/>
            <a:ahLst/>
            <a:cxnLst/>
            <a:rect l="l" t="t" r="r" b="b"/>
            <a:pathLst>
              <a:path w="904240">
                <a:moveTo>
                  <a:pt x="0" y="0"/>
                </a:moveTo>
                <a:lnTo>
                  <a:pt x="903696" y="0"/>
                </a:lnTo>
              </a:path>
            </a:pathLst>
          </a:custGeom>
          <a:ln w="52673">
            <a:solidFill>
              <a:srgbClr val="B9BEBE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6" name="object 216"/>
          <p:cNvSpPr txBox="1"/>
          <p:nvPr/>
        </p:nvSpPr>
        <p:spPr>
          <a:xfrm>
            <a:off x="16681242" y="5111781"/>
            <a:ext cx="614680" cy="109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50" spc="65" dirty="0">
                <a:solidFill>
                  <a:srgbClr val="BABFBF"/>
                </a:solidFill>
                <a:latin typeface="Times New Roman"/>
                <a:cs typeface="Times New Roman"/>
              </a:rPr>
              <a:t>.U,c,f!UICQ,,,o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217" name="object 217"/>
          <p:cNvSpPr txBox="1"/>
          <p:nvPr/>
        </p:nvSpPr>
        <p:spPr>
          <a:xfrm>
            <a:off x="16651451" y="5284077"/>
            <a:ext cx="643890" cy="132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spc="145" dirty="0">
                <a:solidFill>
                  <a:srgbClr val="BABFBF"/>
                </a:solidFill>
                <a:latin typeface="Times New Roman"/>
                <a:cs typeface="Times New Roman"/>
              </a:rPr>
              <a:t>......_0-</a:t>
            </a:r>
            <a:r>
              <a:rPr sz="700" spc="195" dirty="0">
                <a:solidFill>
                  <a:srgbClr val="BABFBF"/>
                </a:solidFill>
                <a:latin typeface="Times New Roman"/>
                <a:cs typeface="Times New Roman"/>
              </a:rPr>
              <a:t>1,o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218" name="object 218"/>
          <p:cNvSpPr txBox="1"/>
          <p:nvPr/>
        </p:nvSpPr>
        <p:spPr>
          <a:xfrm>
            <a:off x="16618025" y="5488281"/>
            <a:ext cx="671830" cy="117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50" spc="-10" dirty="0">
                <a:solidFill>
                  <a:srgbClr val="BABFBF"/>
                </a:solidFill>
                <a:latin typeface="Times New Roman"/>
                <a:cs typeface="Times New Roman"/>
              </a:rPr>
              <a:t>)1'.1.1,M</a:t>
            </a:r>
            <a:r>
              <a:rPr sz="550" spc="5" dirty="0">
                <a:solidFill>
                  <a:srgbClr val="BABFBF"/>
                </a:solidFill>
                <a:latin typeface="Times New Roman"/>
                <a:cs typeface="Times New Roman"/>
              </a:rPr>
              <a:t> </a:t>
            </a:r>
            <a:r>
              <a:rPr sz="600" spc="-10" dirty="0">
                <a:solidFill>
                  <a:srgbClr val="A7AFAF"/>
                </a:solidFill>
                <a:latin typeface="Times New Roman"/>
                <a:cs typeface="Times New Roman"/>
              </a:rPr>
              <a:t>.01'Ul(:Q,o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19" name="object 219"/>
          <p:cNvSpPr txBox="1"/>
          <p:nvPr/>
        </p:nvSpPr>
        <p:spPr>
          <a:xfrm>
            <a:off x="16701185" y="5673341"/>
            <a:ext cx="603885" cy="125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50" spc="95" dirty="0">
                <a:solidFill>
                  <a:srgbClr val="BABFBF"/>
                </a:solidFill>
                <a:latin typeface="Arial"/>
                <a:cs typeface="Arial"/>
              </a:rPr>
              <a:t>..,..l''il</a:t>
            </a:r>
            <a:r>
              <a:rPr sz="500" spc="95" dirty="0">
                <a:solidFill>
                  <a:srgbClr val="BABFBF"/>
                </a:solidFill>
                <a:latin typeface="Arial"/>
                <a:cs typeface="Arial"/>
              </a:rPr>
              <a:t>ia;i,,.</a:t>
            </a:r>
            <a:endParaRPr sz="500">
              <a:latin typeface="Arial"/>
              <a:cs typeface="Arial"/>
            </a:endParaRPr>
          </a:p>
        </p:txBody>
      </p:sp>
      <p:sp>
        <p:nvSpPr>
          <p:cNvPr id="220" name="object 220"/>
          <p:cNvSpPr txBox="1"/>
          <p:nvPr/>
        </p:nvSpPr>
        <p:spPr>
          <a:xfrm>
            <a:off x="15213342" y="6202993"/>
            <a:ext cx="88011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38443F"/>
                </a:solidFill>
                <a:latin typeface="Times New Roman"/>
                <a:cs typeface="Times New Roman"/>
              </a:rPr>
              <a:t>Tota</a:t>
            </a:r>
            <a:r>
              <a:rPr sz="1400" dirty="0">
                <a:solidFill>
                  <a:srgbClr val="6B8082"/>
                </a:solidFill>
                <a:latin typeface="Times New Roman"/>
                <a:cs typeface="Times New Roman"/>
              </a:rPr>
              <a:t>l</a:t>
            </a:r>
            <a:r>
              <a:rPr sz="1400" spc="-130" dirty="0">
                <a:solidFill>
                  <a:srgbClr val="6B8082"/>
                </a:solidFill>
                <a:latin typeface="Times New Roman"/>
                <a:cs typeface="Times New Roman"/>
              </a:rPr>
              <a:t> </a:t>
            </a:r>
            <a:r>
              <a:rPr sz="1400" spc="-20" dirty="0">
                <a:solidFill>
                  <a:srgbClr val="44544D"/>
                </a:solidFill>
                <a:latin typeface="Times New Roman"/>
                <a:cs typeface="Times New Roman"/>
              </a:rPr>
              <a:t>Carbo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21" name="object 221"/>
          <p:cNvSpPr txBox="1"/>
          <p:nvPr/>
        </p:nvSpPr>
        <p:spPr>
          <a:xfrm>
            <a:off x="16141000" y="5188357"/>
            <a:ext cx="813435" cy="125476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850" spc="165" dirty="0">
                <a:solidFill>
                  <a:srgbClr val="BABFBF"/>
                </a:solidFill>
                <a:latin typeface="Times New Roman"/>
                <a:cs typeface="Times New Roman"/>
              </a:rPr>
              <a:t>-</a:t>
            </a:r>
            <a:r>
              <a:rPr sz="3850" spc="114" dirty="0">
                <a:solidFill>
                  <a:srgbClr val="BABFBF"/>
                </a:solidFill>
                <a:latin typeface="Times New Roman"/>
                <a:cs typeface="Times New Roman"/>
              </a:rPr>
              <a:t>-</a:t>
            </a:r>
            <a:endParaRPr sz="3850">
              <a:latin typeface="Times New Roman"/>
              <a:cs typeface="Times New Roman"/>
            </a:endParaRPr>
          </a:p>
          <a:p>
            <a:pPr marL="170815">
              <a:lnSpc>
                <a:spcPct val="100000"/>
              </a:lnSpc>
              <a:spcBef>
                <a:spcPts val="3354"/>
              </a:spcBef>
              <a:tabLst>
                <a:tab pos="498475" algn="l"/>
              </a:tabLst>
            </a:pPr>
            <a:r>
              <a:rPr sz="1400" spc="-25" dirty="0">
                <a:solidFill>
                  <a:srgbClr val="1F6213"/>
                </a:solidFill>
                <a:latin typeface="Times New Roman"/>
                <a:cs typeface="Times New Roman"/>
              </a:rPr>
              <a:t>mi</a:t>
            </a:r>
            <a:r>
              <a:rPr sz="1400" dirty="0">
                <a:solidFill>
                  <a:srgbClr val="1F6213"/>
                </a:solidFill>
                <a:latin typeface="Times New Roman"/>
                <a:cs typeface="Times New Roman"/>
              </a:rPr>
              <a:t>	</a:t>
            </a:r>
            <a:r>
              <a:rPr sz="1400" spc="-20" dirty="0">
                <a:solidFill>
                  <a:srgbClr val="23362F"/>
                </a:solidFill>
                <a:latin typeface="Times New Roman"/>
                <a:cs typeface="Times New Roman"/>
              </a:rPr>
              <a:t>io</a:t>
            </a:r>
            <a:r>
              <a:rPr sz="1400" spc="-20" dirty="0">
                <a:solidFill>
                  <a:srgbClr val="44544D"/>
                </a:solidFill>
                <a:latin typeface="Times New Roman"/>
                <a:cs typeface="Times New Roman"/>
              </a:rPr>
              <a:t>ns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22" name="object 222"/>
          <p:cNvSpPr txBox="1"/>
          <p:nvPr/>
        </p:nvSpPr>
        <p:spPr>
          <a:xfrm>
            <a:off x="15215666" y="6407196"/>
            <a:ext cx="161607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50" b="1" spc="-35" dirty="0">
                <a:solidFill>
                  <a:srgbClr val="13211A"/>
                </a:solidFill>
                <a:latin typeface="Arial"/>
                <a:cs typeface="Arial"/>
              </a:rPr>
              <a:t>42127</a:t>
            </a:r>
            <a:r>
              <a:rPr sz="1250" b="1" spc="-35" dirty="0">
                <a:solidFill>
                  <a:srgbClr val="38443F"/>
                </a:solidFill>
                <a:latin typeface="Arial"/>
                <a:cs typeface="Arial"/>
              </a:rPr>
              <a:t>.83</a:t>
            </a:r>
            <a:r>
              <a:rPr sz="1250" b="1" spc="-20" dirty="0">
                <a:solidFill>
                  <a:srgbClr val="38443F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44544D"/>
                </a:solidFill>
                <a:latin typeface="Times New Roman"/>
                <a:cs typeface="Times New Roman"/>
              </a:rPr>
              <a:t>(</a:t>
            </a:r>
            <a:r>
              <a:rPr sz="1400" spc="-20" dirty="0">
                <a:solidFill>
                  <a:srgbClr val="23362F"/>
                </a:solidFill>
                <a:latin typeface="Times New Roman"/>
                <a:cs typeface="Times New Roman"/>
              </a:rPr>
              <a:t>t</a:t>
            </a:r>
            <a:r>
              <a:rPr sz="1400" spc="-20" dirty="0">
                <a:solidFill>
                  <a:srgbClr val="44544D"/>
                </a:solidFill>
                <a:latin typeface="Times New Roman"/>
                <a:cs typeface="Times New Roman"/>
              </a:rPr>
              <a:t>CO</a:t>
            </a:r>
            <a:r>
              <a:rPr sz="1400" spc="-20" dirty="0">
                <a:solidFill>
                  <a:srgbClr val="526E64"/>
                </a:solidFill>
                <a:latin typeface="Times New Roman"/>
                <a:cs typeface="Times New Roman"/>
              </a:rPr>
              <a:t>,</a:t>
            </a:r>
            <a:r>
              <a:rPr sz="1400" spc="-20" dirty="0">
                <a:solidFill>
                  <a:srgbClr val="44544D"/>
                </a:solidFill>
                <a:latin typeface="Times New Roman"/>
                <a:cs typeface="Times New Roman"/>
              </a:rPr>
              <a:t>e)</a:t>
            </a:r>
            <a:r>
              <a:rPr sz="1400" spc="-20" dirty="0">
                <a:solidFill>
                  <a:srgbClr val="526E64"/>
                </a:solidFill>
                <a:latin typeface="Times New Roman"/>
                <a:cs typeface="Times New Roman"/>
              </a:rPr>
              <a:t>#</a:t>
            </a:r>
            <a:r>
              <a:rPr sz="1400" spc="-114" dirty="0">
                <a:solidFill>
                  <a:srgbClr val="526E64"/>
                </a:solidFill>
                <a:latin typeface="Times New Roman"/>
                <a:cs typeface="Times New Roman"/>
              </a:rPr>
              <a:t> </a:t>
            </a:r>
            <a:r>
              <a:rPr sz="1250" b="1" spc="-25" dirty="0">
                <a:solidFill>
                  <a:srgbClr val="23362F"/>
                </a:solidFill>
                <a:latin typeface="Arial"/>
                <a:cs typeface="Arial"/>
              </a:rPr>
              <a:t>42k</a:t>
            </a:r>
            <a:endParaRPr sz="1250">
              <a:latin typeface="Arial"/>
              <a:cs typeface="Arial"/>
            </a:endParaRPr>
          </a:p>
        </p:txBody>
      </p:sp>
      <p:sp>
        <p:nvSpPr>
          <p:cNvPr id="223" name="object 223"/>
          <p:cNvSpPr txBox="1"/>
          <p:nvPr/>
        </p:nvSpPr>
        <p:spPr>
          <a:xfrm>
            <a:off x="12332941" y="7090002"/>
            <a:ext cx="4075429" cy="3244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2983230" algn="l"/>
              </a:tabLst>
            </a:pPr>
            <a:r>
              <a:rPr sz="1700" spc="-225" dirty="0">
                <a:solidFill>
                  <a:srgbClr val="7E9097"/>
                </a:solidFill>
                <a:latin typeface="Times New Roman"/>
                <a:cs typeface="Times New Roman"/>
              </a:rPr>
              <a:t>Geopolymer</a:t>
            </a:r>
            <a:r>
              <a:rPr sz="1700" spc="235" dirty="0">
                <a:solidFill>
                  <a:srgbClr val="7E9097"/>
                </a:solidFill>
                <a:latin typeface="Times New Roman"/>
                <a:cs typeface="Times New Roman"/>
              </a:rPr>
              <a:t> </a:t>
            </a:r>
            <a:r>
              <a:rPr sz="1700" spc="-50" dirty="0">
                <a:solidFill>
                  <a:srgbClr val="6B8082"/>
                </a:solidFill>
                <a:latin typeface="Times New Roman"/>
                <a:cs typeface="Times New Roman"/>
              </a:rPr>
              <a:t>conc</a:t>
            </a:r>
            <a:r>
              <a:rPr sz="1700" spc="-50" dirty="0">
                <a:solidFill>
                  <a:srgbClr val="939CAC"/>
                </a:solidFill>
                <a:latin typeface="Times New Roman"/>
                <a:cs typeface="Times New Roman"/>
              </a:rPr>
              <a:t>rete</a:t>
            </a:r>
            <a:r>
              <a:rPr sz="1700" spc="235" dirty="0">
                <a:solidFill>
                  <a:srgbClr val="939CAC"/>
                </a:solidFill>
                <a:latin typeface="Times New Roman"/>
                <a:cs typeface="Times New Roman"/>
              </a:rPr>
              <a:t> </a:t>
            </a:r>
            <a:r>
              <a:rPr sz="1950" dirty="0">
                <a:solidFill>
                  <a:srgbClr val="6B8082"/>
                </a:solidFill>
                <a:latin typeface="Times New Roman"/>
                <a:cs typeface="Times New Roman"/>
              </a:rPr>
              <a:t>Gr</a:t>
            </a:r>
            <a:r>
              <a:rPr sz="1950" dirty="0">
                <a:solidFill>
                  <a:srgbClr val="526E64"/>
                </a:solidFill>
                <a:latin typeface="Times New Roman"/>
                <a:cs typeface="Times New Roman"/>
              </a:rPr>
              <a:t>e</a:t>
            </a:r>
            <a:r>
              <a:rPr sz="1950" dirty="0">
                <a:solidFill>
                  <a:srgbClr val="6B8082"/>
                </a:solidFill>
                <a:latin typeface="Times New Roman"/>
                <a:cs typeface="Times New Roman"/>
              </a:rPr>
              <a:t>en</a:t>
            </a:r>
            <a:r>
              <a:rPr sz="1950" spc="380" dirty="0">
                <a:solidFill>
                  <a:srgbClr val="6B8082"/>
                </a:solidFill>
                <a:latin typeface="Times New Roman"/>
                <a:cs typeface="Times New Roman"/>
              </a:rPr>
              <a:t> </a:t>
            </a:r>
            <a:r>
              <a:rPr sz="1950" spc="-20" dirty="0">
                <a:solidFill>
                  <a:srgbClr val="6B8082"/>
                </a:solidFill>
                <a:latin typeface="Times New Roman"/>
                <a:cs typeface="Times New Roman"/>
              </a:rPr>
              <a:t>Ro</a:t>
            </a:r>
            <a:r>
              <a:rPr sz="1950" spc="-20" dirty="0">
                <a:solidFill>
                  <a:srgbClr val="526E64"/>
                </a:solidFill>
                <a:latin typeface="Times New Roman"/>
                <a:cs typeface="Times New Roman"/>
              </a:rPr>
              <a:t>of</a:t>
            </a:r>
            <a:r>
              <a:rPr sz="1950" dirty="0">
                <a:solidFill>
                  <a:srgbClr val="526E64"/>
                </a:solidFill>
                <a:latin typeface="Times New Roman"/>
                <a:cs typeface="Times New Roman"/>
              </a:rPr>
              <a:t>	</a:t>
            </a:r>
            <a:r>
              <a:rPr sz="1950" spc="110" dirty="0">
                <a:solidFill>
                  <a:srgbClr val="6B8082"/>
                </a:solidFill>
                <a:latin typeface="Times New Roman"/>
                <a:cs typeface="Times New Roman"/>
              </a:rPr>
              <a:t>Mat</a:t>
            </a:r>
            <a:r>
              <a:rPr sz="1950" spc="110" dirty="0">
                <a:solidFill>
                  <a:srgbClr val="526E64"/>
                </a:solidFill>
                <a:latin typeface="Times New Roman"/>
                <a:cs typeface="Times New Roman"/>
              </a:rPr>
              <a:t>e</a:t>
            </a:r>
            <a:r>
              <a:rPr sz="1950" spc="110" dirty="0">
                <a:solidFill>
                  <a:srgbClr val="6B8082"/>
                </a:solidFill>
                <a:latin typeface="Times New Roman"/>
                <a:cs typeface="Times New Roman"/>
              </a:rPr>
              <a:t>r</a:t>
            </a:r>
            <a:r>
              <a:rPr sz="1950" spc="110" dirty="0">
                <a:solidFill>
                  <a:srgbClr val="526E64"/>
                </a:solidFill>
                <a:latin typeface="Times New Roman"/>
                <a:cs typeface="Times New Roman"/>
              </a:rPr>
              <a:t>i</a:t>
            </a:r>
            <a:r>
              <a:rPr sz="1950" spc="110" dirty="0">
                <a:solidFill>
                  <a:srgbClr val="6B8082"/>
                </a:solidFill>
                <a:latin typeface="Times New Roman"/>
                <a:cs typeface="Times New Roman"/>
              </a:rPr>
              <a:t>a</a:t>
            </a:r>
            <a:r>
              <a:rPr sz="1950" spc="110" dirty="0">
                <a:solidFill>
                  <a:srgbClr val="526E64"/>
                </a:solidFill>
                <a:latin typeface="Times New Roman"/>
                <a:cs typeface="Times New Roman"/>
              </a:rPr>
              <a:t>l</a:t>
            </a:r>
            <a:r>
              <a:rPr sz="1950" spc="110" dirty="0">
                <a:solidFill>
                  <a:srgbClr val="6B8082"/>
                </a:solidFill>
                <a:latin typeface="Times New Roman"/>
                <a:cs typeface="Times New Roman"/>
              </a:rPr>
              <a:t>s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224" name="object 224"/>
          <p:cNvSpPr txBox="1"/>
          <p:nvPr/>
        </p:nvSpPr>
        <p:spPr>
          <a:xfrm>
            <a:off x="12318309" y="7338876"/>
            <a:ext cx="3291204" cy="209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03555" algn="l"/>
                <a:tab pos="1612900" algn="l"/>
                <a:tab pos="3257550" algn="l"/>
              </a:tabLst>
            </a:pPr>
            <a:r>
              <a:rPr sz="1200" spc="70" dirty="0">
                <a:solidFill>
                  <a:srgbClr val="95C3A8"/>
                </a:solidFill>
                <a:latin typeface="Times New Roman"/>
                <a:cs typeface="Times New Roman"/>
              </a:rPr>
              <a:t>Sol</a:t>
            </a:r>
            <a:r>
              <a:rPr sz="700" spc="70" dirty="0">
                <a:solidFill>
                  <a:srgbClr val="95C3A8"/>
                </a:solidFill>
                <a:latin typeface="Times New Roman"/>
                <a:cs typeface="Times New Roman"/>
              </a:rPr>
              <a:t>,1</a:t>
            </a:r>
            <a:r>
              <a:rPr sz="700" dirty="0">
                <a:solidFill>
                  <a:srgbClr val="95C3A8"/>
                </a:solidFill>
                <a:latin typeface="Times New Roman"/>
                <a:cs typeface="Times New Roman"/>
              </a:rPr>
              <a:t>	</a:t>
            </a:r>
            <a:r>
              <a:rPr sz="1200" dirty="0">
                <a:solidFill>
                  <a:srgbClr val="95C3A8"/>
                </a:solidFill>
                <a:latin typeface="Times New Roman"/>
                <a:cs typeface="Times New Roman"/>
              </a:rPr>
              <a:t>Photo11olta</a:t>
            </a:r>
            <a:r>
              <a:rPr sz="1200" spc="235" dirty="0">
                <a:solidFill>
                  <a:srgbClr val="95C3A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95C3A8"/>
                </a:solidFill>
                <a:latin typeface="Times New Roman"/>
                <a:cs typeface="Times New Roman"/>
              </a:rPr>
              <a:t>ic</a:t>
            </a:r>
            <a:r>
              <a:rPr sz="1200" dirty="0">
                <a:solidFill>
                  <a:srgbClr val="95C3A8"/>
                </a:solidFill>
                <a:latin typeface="Times New Roman"/>
                <a:cs typeface="Times New Roman"/>
              </a:rPr>
              <a:t>	</a:t>
            </a:r>
            <a:r>
              <a:rPr sz="1200" spc="125" dirty="0">
                <a:solidFill>
                  <a:srgbClr val="95C3A8"/>
                </a:solidFill>
                <a:latin typeface="Times New Roman"/>
                <a:cs typeface="Times New Roman"/>
              </a:rPr>
              <a:t>ntegrat</a:t>
            </a:r>
            <a:r>
              <a:rPr sz="1200" spc="-160" dirty="0">
                <a:solidFill>
                  <a:srgbClr val="95C3A8"/>
                </a:solidFill>
                <a:latin typeface="Times New Roman"/>
                <a:cs typeface="Times New Roman"/>
              </a:rPr>
              <a:t> </a:t>
            </a:r>
            <a:r>
              <a:rPr sz="1200" spc="-180" dirty="0">
                <a:solidFill>
                  <a:srgbClr val="95C3A8"/>
                </a:solidFill>
                <a:latin typeface="Times New Roman"/>
                <a:cs typeface="Times New Roman"/>
              </a:rPr>
              <a:t>101"1</a:t>
            </a:r>
            <a:r>
              <a:rPr sz="1200" spc="120" dirty="0">
                <a:solidFill>
                  <a:srgbClr val="95C3A8"/>
                </a:solidFill>
                <a:latin typeface="Times New Roman"/>
                <a:cs typeface="Times New Roman"/>
              </a:rPr>
              <a:t> </a:t>
            </a:r>
            <a:r>
              <a:rPr sz="1100" spc="-50" dirty="0">
                <a:solidFill>
                  <a:srgbClr val="A5CA89"/>
                </a:solidFill>
                <a:latin typeface="Times New Roman"/>
                <a:cs typeface="Times New Roman"/>
              </a:rPr>
              <a:t>n</a:t>
            </a:r>
            <a:r>
              <a:rPr sz="1100" dirty="0">
                <a:solidFill>
                  <a:srgbClr val="A5CA89"/>
                </a:solidFill>
                <a:latin typeface="Times New Roman"/>
                <a:cs typeface="Times New Roman"/>
              </a:rPr>
              <a:t>	</a:t>
            </a:r>
            <a:r>
              <a:rPr sz="1150" spc="-110" dirty="0">
                <a:solidFill>
                  <a:srgbClr val="A5CA89"/>
                </a:solidFill>
                <a:latin typeface="Arial"/>
                <a:cs typeface="Arial"/>
              </a:rPr>
              <a:t>t</a:t>
            </a:r>
            <a:endParaRPr sz="1150">
              <a:latin typeface="Arial"/>
              <a:cs typeface="Arial"/>
            </a:endParaRPr>
          </a:p>
        </p:txBody>
      </p:sp>
      <p:sp>
        <p:nvSpPr>
          <p:cNvPr id="225" name="object 225"/>
          <p:cNvSpPr txBox="1"/>
          <p:nvPr/>
        </p:nvSpPr>
        <p:spPr>
          <a:xfrm>
            <a:off x="12953987" y="7447357"/>
            <a:ext cx="3724910" cy="3549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650" dirty="0">
                <a:solidFill>
                  <a:srgbClr val="6B8082"/>
                </a:solidFill>
                <a:latin typeface="Arial"/>
                <a:cs typeface="Arial"/>
              </a:rPr>
              <a:t>Reclaim</a:t>
            </a:r>
            <a:r>
              <a:rPr sz="1650" dirty="0">
                <a:solidFill>
                  <a:srgbClr val="526E64"/>
                </a:solidFill>
                <a:latin typeface="Arial"/>
                <a:cs typeface="Arial"/>
              </a:rPr>
              <a:t>ed</a:t>
            </a:r>
            <a:r>
              <a:rPr sz="1650" spc="105" dirty="0">
                <a:solidFill>
                  <a:srgbClr val="526E64"/>
                </a:solidFill>
                <a:latin typeface="Arial"/>
                <a:cs typeface="Arial"/>
              </a:rPr>
              <a:t> </a:t>
            </a:r>
            <a:r>
              <a:rPr sz="1300" spc="55" dirty="0">
                <a:solidFill>
                  <a:srgbClr val="6B8082"/>
                </a:solidFill>
                <a:latin typeface="Times New Roman"/>
                <a:cs typeface="Times New Roman"/>
              </a:rPr>
              <a:t>Wo</a:t>
            </a:r>
            <a:r>
              <a:rPr sz="1300" spc="55" dirty="0">
                <a:solidFill>
                  <a:srgbClr val="526E64"/>
                </a:solidFill>
                <a:latin typeface="Times New Roman"/>
                <a:cs typeface="Times New Roman"/>
              </a:rPr>
              <a:t>o</a:t>
            </a:r>
            <a:r>
              <a:rPr sz="1300" spc="55" dirty="0">
                <a:solidFill>
                  <a:srgbClr val="6B8082"/>
                </a:solidFill>
                <a:latin typeface="Times New Roman"/>
                <a:cs typeface="Times New Roman"/>
              </a:rPr>
              <a:t>c\iyn•m1c</a:t>
            </a:r>
            <a:r>
              <a:rPr sz="1300" spc="114" dirty="0">
                <a:solidFill>
                  <a:srgbClr val="6B8082"/>
                </a:solidFill>
                <a:latin typeface="Times New Roman"/>
                <a:cs typeface="Times New Roman"/>
              </a:rPr>
              <a:t>  </a:t>
            </a:r>
            <a:r>
              <a:rPr sz="2150" spc="-235" dirty="0">
                <a:solidFill>
                  <a:srgbClr val="85A38E"/>
                </a:solidFill>
                <a:latin typeface="Times New Roman"/>
                <a:cs typeface="Times New Roman"/>
              </a:rPr>
              <a:t>Gt.zi</a:t>
            </a:r>
            <a:r>
              <a:rPr sz="2150" spc="-235" dirty="0">
                <a:solidFill>
                  <a:srgbClr val="6B8082"/>
                </a:solidFill>
                <a:latin typeface="Times New Roman"/>
                <a:cs typeface="Times New Roman"/>
              </a:rPr>
              <a:t>ng</a:t>
            </a:r>
            <a:r>
              <a:rPr sz="2150" spc="-245" dirty="0">
                <a:solidFill>
                  <a:srgbClr val="6B8082"/>
                </a:solidFill>
                <a:latin typeface="Times New Roman"/>
                <a:cs typeface="Times New Roman"/>
              </a:rPr>
              <a:t> </a:t>
            </a:r>
            <a:r>
              <a:rPr sz="1300" spc="-10" dirty="0">
                <a:solidFill>
                  <a:srgbClr val="7E9097"/>
                </a:solidFill>
                <a:latin typeface="Times New Roman"/>
                <a:cs typeface="Times New Roman"/>
              </a:rPr>
              <a:t>Technology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26" name="object 226"/>
          <p:cNvSpPr txBox="1"/>
          <p:nvPr/>
        </p:nvSpPr>
        <p:spPr>
          <a:xfrm>
            <a:off x="12794703" y="7574984"/>
            <a:ext cx="1231900" cy="3244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624205" algn="l"/>
              </a:tabLst>
            </a:pPr>
            <a:r>
              <a:rPr sz="2475" spc="-30" baseline="-3367" dirty="0">
                <a:solidFill>
                  <a:srgbClr val="60AE95"/>
                </a:solidFill>
                <a:latin typeface="Arial"/>
                <a:cs typeface="Arial"/>
              </a:rPr>
              <a:t>H</a:t>
            </a:r>
            <a:r>
              <a:rPr sz="1950" spc="-20" dirty="0">
                <a:solidFill>
                  <a:srgbClr val="7EB3A1"/>
                </a:solidFill>
                <a:latin typeface="Times New Roman"/>
                <a:cs typeface="Times New Roman"/>
              </a:rPr>
              <a:t>eat</a:t>
            </a:r>
            <a:r>
              <a:rPr sz="1950" dirty="0">
                <a:solidFill>
                  <a:srgbClr val="7EB3A1"/>
                </a:solidFill>
                <a:latin typeface="Times New Roman"/>
                <a:cs typeface="Times New Roman"/>
              </a:rPr>
              <a:t>	</a:t>
            </a:r>
            <a:r>
              <a:rPr sz="1950" spc="-125" dirty="0">
                <a:solidFill>
                  <a:srgbClr val="60AE95"/>
                </a:solidFill>
                <a:latin typeface="Times New Roman"/>
                <a:cs typeface="Times New Roman"/>
              </a:rPr>
              <a:t>Pumps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227" name="object 227"/>
          <p:cNvSpPr txBox="1"/>
          <p:nvPr/>
        </p:nvSpPr>
        <p:spPr>
          <a:xfrm>
            <a:off x="12450680" y="7811095"/>
            <a:ext cx="1334135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dirty="0">
                <a:solidFill>
                  <a:srgbClr val="6B8082"/>
                </a:solidFill>
                <a:latin typeface="Times New Roman"/>
                <a:cs typeface="Times New Roman"/>
              </a:rPr>
              <a:t>a10-Based</a:t>
            </a:r>
            <a:r>
              <a:rPr sz="1000" spc="220" dirty="0">
                <a:solidFill>
                  <a:srgbClr val="6B8082"/>
                </a:solidFill>
                <a:latin typeface="Times New Roman"/>
                <a:cs typeface="Times New Roman"/>
              </a:rPr>
              <a:t>  </a:t>
            </a:r>
            <a:r>
              <a:rPr sz="1100" spc="145" dirty="0">
                <a:solidFill>
                  <a:srgbClr val="7E9097"/>
                </a:solidFill>
                <a:latin typeface="Times New Roman"/>
                <a:cs typeface="Times New Roman"/>
              </a:rPr>
              <a:t>lnsuldon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28" name="object 228"/>
          <p:cNvSpPr txBox="1"/>
          <p:nvPr/>
        </p:nvSpPr>
        <p:spPr>
          <a:xfrm>
            <a:off x="14393571" y="7811095"/>
            <a:ext cx="88265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spc="125" dirty="0">
                <a:solidFill>
                  <a:srgbClr val="95C3A8"/>
                </a:solidFill>
                <a:latin typeface="Times New Roman"/>
                <a:cs typeface="Times New Roman"/>
              </a:rPr>
              <a:t>(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29" name="object 229"/>
          <p:cNvSpPr txBox="1"/>
          <p:nvPr/>
        </p:nvSpPr>
        <p:spPr>
          <a:xfrm>
            <a:off x="14214995" y="7945104"/>
            <a:ext cx="99060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-340" dirty="0">
                <a:solidFill>
                  <a:srgbClr val="95C3A8"/>
                </a:solidFill>
                <a:latin typeface="Arial"/>
                <a:cs typeface="Arial"/>
              </a:rPr>
              <a:t>0</a:t>
            </a:r>
            <a:endParaRPr sz="1650">
              <a:latin typeface="Arial"/>
              <a:cs typeface="Arial"/>
            </a:endParaRPr>
          </a:p>
        </p:txBody>
      </p:sp>
      <p:sp>
        <p:nvSpPr>
          <p:cNvPr id="230" name="object 230"/>
          <p:cNvSpPr txBox="1"/>
          <p:nvPr/>
        </p:nvSpPr>
        <p:spPr>
          <a:xfrm>
            <a:off x="12887973" y="7843002"/>
            <a:ext cx="3896360" cy="5384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250" spc="-365" dirty="0">
                <a:solidFill>
                  <a:srgbClr val="95C3A8"/>
                </a:solidFill>
                <a:latin typeface="Arial"/>
                <a:cs typeface="Arial"/>
              </a:rPr>
              <a:t>'naMo</a:t>
            </a:r>
            <a:r>
              <a:rPr sz="2500" spc="-365" dirty="0">
                <a:solidFill>
                  <a:srgbClr val="95C3A8"/>
                </a:solidFill>
                <a:latin typeface="Times New Roman"/>
                <a:cs typeface="Times New Roman"/>
              </a:rPr>
              <a:t>u</a:t>
            </a:r>
            <a:r>
              <a:rPr sz="2500" spc="-365" dirty="0">
                <a:solidFill>
                  <a:srgbClr val="85A38E"/>
                </a:solidFill>
                <a:latin typeface="Times New Roman"/>
                <a:cs typeface="Times New Roman"/>
              </a:rPr>
              <a:t>J.</a:t>
            </a:r>
            <a:r>
              <a:rPr sz="2500" spc="-225" dirty="0">
                <a:solidFill>
                  <a:srgbClr val="85A38E"/>
                </a:solidFill>
                <a:latin typeface="Times New Roman"/>
                <a:cs typeface="Times New Roman"/>
              </a:rPr>
              <a:t> </a:t>
            </a:r>
            <a:r>
              <a:rPr sz="2500" spc="-340" dirty="0">
                <a:solidFill>
                  <a:srgbClr val="95C3A8"/>
                </a:solidFill>
                <a:latin typeface="Times New Roman"/>
                <a:cs typeface="Times New Roman"/>
              </a:rPr>
              <a:t>!""</a:t>
            </a:r>
            <a:r>
              <a:rPr sz="2500" spc="-340" dirty="0">
                <a:solidFill>
                  <a:srgbClr val="7E9097"/>
                </a:solidFill>
                <a:latin typeface="Times New Roman"/>
                <a:cs typeface="Times New Roman"/>
              </a:rPr>
              <a:t>site</a:t>
            </a:r>
            <a:r>
              <a:rPr sz="2500" spc="-35" dirty="0">
                <a:solidFill>
                  <a:srgbClr val="7E9097"/>
                </a:solidFill>
                <a:latin typeface="Times New Roman"/>
                <a:cs typeface="Times New Roman"/>
              </a:rPr>
              <a:t> </a:t>
            </a:r>
            <a:r>
              <a:rPr sz="3350" spc="-1105" dirty="0">
                <a:solidFill>
                  <a:srgbClr val="7E9097"/>
                </a:solidFill>
                <a:latin typeface="Times New Roman"/>
                <a:cs typeface="Times New Roman"/>
              </a:rPr>
              <a:t>M</a:t>
            </a:r>
            <a:r>
              <a:rPr sz="3350" spc="250" dirty="0">
                <a:solidFill>
                  <a:srgbClr val="7E9097"/>
                </a:solidFill>
                <a:latin typeface="Times New Roman"/>
                <a:cs typeface="Times New Roman"/>
              </a:rPr>
              <a:t> </a:t>
            </a:r>
            <a:r>
              <a:rPr sz="3350" spc="-620" dirty="0">
                <a:solidFill>
                  <a:srgbClr val="7E9097"/>
                </a:solidFill>
                <a:latin typeface="Times New Roman"/>
                <a:cs typeface="Times New Roman"/>
              </a:rPr>
              <a:t>u</a:t>
            </a:r>
            <a:r>
              <a:rPr sz="3350" spc="-295" dirty="0">
                <a:solidFill>
                  <a:srgbClr val="7E9097"/>
                </a:solidFill>
                <a:latin typeface="Times New Roman"/>
                <a:cs typeface="Times New Roman"/>
              </a:rPr>
              <a:t> </a:t>
            </a:r>
            <a:r>
              <a:rPr sz="3350" spc="-565" dirty="0">
                <a:solidFill>
                  <a:srgbClr val="7E9097"/>
                </a:solidFill>
                <a:latin typeface="Times New Roman"/>
                <a:cs typeface="Times New Roman"/>
              </a:rPr>
              <a:t>fcYSr-</a:t>
            </a:r>
            <a:r>
              <a:rPr sz="3350" spc="-680" dirty="0">
                <a:solidFill>
                  <a:srgbClr val="95C3A8"/>
                </a:solidFill>
                <a:latin typeface="Times New Roman"/>
                <a:cs typeface="Times New Roman"/>
              </a:rPr>
              <a:t>t</a:t>
            </a:r>
            <a:r>
              <a:rPr sz="3350" spc="-680" dirty="0">
                <a:solidFill>
                  <a:srgbClr val="7E9097"/>
                </a:solidFill>
                <a:latin typeface="Times New Roman"/>
                <a:cs typeface="Times New Roman"/>
              </a:rPr>
              <a:t>n½</a:t>
            </a:r>
            <a:r>
              <a:rPr sz="3350" spc="-680" dirty="0">
                <a:solidFill>
                  <a:srgbClr val="95C3A8"/>
                </a:solidFill>
                <a:latin typeface="Times New Roman"/>
                <a:cs typeface="Times New Roman"/>
              </a:rPr>
              <a:t>q</a:t>
            </a:r>
            <a:r>
              <a:rPr sz="3350" spc="-680" dirty="0">
                <a:solidFill>
                  <a:srgbClr val="85A38E"/>
                </a:solidFill>
                <a:latin typeface="Times New Roman"/>
                <a:cs typeface="Times New Roman"/>
              </a:rPr>
              <a:t>gS</a:t>
            </a:r>
            <a:r>
              <a:rPr sz="3350" spc="-680" dirty="0">
                <a:solidFill>
                  <a:srgbClr val="6B8082"/>
                </a:solidFill>
                <a:latin typeface="Times New Roman"/>
                <a:cs typeface="Times New Roman"/>
              </a:rPr>
              <a:t>M</a:t>
            </a:r>
            <a:r>
              <a:rPr sz="3350" spc="-680" dirty="0">
                <a:solidFill>
                  <a:srgbClr val="85A38E"/>
                </a:solidFill>
                <a:latin typeface="Times New Roman"/>
                <a:cs typeface="Times New Roman"/>
              </a:rPr>
              <a:t>)</a:t>
            </a:r>
            <a:endParaRPr sz="3350">
              <a:latin typeface="Times New Roman"/>
              <a:cs typeface="Times New Roman"/>
            </a:endParaRPr>
          </a:p>
        </p:txBody>
      </p:sp>
      <p:sp>
        <p:nvSpPr>
          <p:cNvPr id="231" name="object 231"/>
          <p:cNvSpPr txBox="1"/>
          <p:nvPr/>
        </p:nvSpPr>
        <p:spPr>
          <a:xfrm>
            <a:off x="12397529" y="8136544"/>
            <a:ext cx="3665220" cy="6457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050" spc="-405" dirty="0">
                <a:solidFill>
                  <a:srgbClr val="3B797B"/>
                </a:solidFill>
                <a:latin typeface="Courier New"/>
                <a:cs typeface="Courier New"/>
              </a:rPr>
              <a:t>Prefabrication</a:t>
            </a:r>
            <a:endParaRPr sz="4050">
              <a:latin typeface="Courier New"/>
              <a:cs typeface="Courier New"/>
            </a:endParaRPr>
          </a:p>
        </p:txBody>
      </p:sp>
      <p:sp>
        <p:nvSpPr>
          <p:cNvPr id="232" name="object 232"/>
          <p:cNvSpPr txBox="1"/>
          <p:nvPr/>
        </p:nvSpPr>
        <p:spPr>
          <a:xfrm>
            <a:off x="12309636" y="8551333"/>
            <a:ext cx="4803140" cy="84899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ts val="5180"/>
              </a:lnSpc>
              <a:spcBef>
                <a:spcPts val="120"/>
              </a:spcBef>
              <a:tabLst>
                <a:tab pos="3775075" algn="l"/>
              </a:tabLst>
            </a:pPr>
            <a:r>
              <a:rPr sz="3750" spc="-365" dirty="0">
                <a:solidFill>
                  <a:srgbClr val="3B284D"/>
                </a:solidFill>
                <a:latin typeface="Times New Roman"/>
                <a:cs typeface="Times New Roman"/>
              </a:rPr>
              <a:t>f</a:t>
            </a:r>
            <a:r>
              <a:rPr sz="3750" spc="-355" dirty="0">
                <a:solidFill>
                  <a:srgbClr val="3B284D"/>
                </a:solidFill>
                <a:latin typeface="Times New Roman"/>
                <a:cs typeface="Times New Roman"/>
              </a:rPr>
              <a:t>\</a:t>
            </a:r>
            <a:r>
              <a:rPr sz="3750" spc="-375" dirty="0">
                <a:solidFill>
                  <a:srgbClr val="524964"/>
                </a:solidFill>
                <a:latin typeface="Times New Roman"/>
                <a:cs typeface="Times New Roman"/>
              </a:rPr>
              <a:t>&lt;t</a:t>
            </a:r>
            <a:r>
              <a:rPr sz="3750" spc="-345" dirty="0">
                <a:solidFill>
                  <a:srgbClr val="524964"/>
                </a:solidFill>
                <a:latin typeface="Times New Roman"/>
                <a:cs typeface="Times New Roman"/>
              </a:rPr>
              <a:t>c</a:t>
            </a:r>
            <a:r>
              <a:rPr sz="3750" spc="-360" dirty="0">
                <a:solidFill>
                  <a:srgbClr val="3B284D"/>
                </a:solidFill>
                <a:latin typeface="Times New Roman"/>
                <a:cs typeface="Times New Roman"/>
              </a:rPr>
              <a:t>J</a:t>
            </a:r>
            <a:r>
              <a:rPr sz="3750" spc="-375" dirty="0">
                <a:solidFill>
                  <a:srgbClr val="6B6077"/>
                </a:solidFill>
                <a:latin typeface="Times New Roman"/>
                <a:cs typeface="Times New Roman"/>
              </a:rPr>
              <a:t>?</a:t>
            </a:r>
            <a:r>
              <a:rPr sz="3750" spc="-355" dirty="0">
                <a:solidFill>
                  <a:srgbClr val="6B6077"/>
                </a:solidFill>
                <a:latin typeface="Times New Roman"/>
                <a:cs typeface="Times New Roman"/>
              </a:rPr>
              <a:t>i</a:t>
            </a:r>
            <a:r>
              <a:rPr sz="3750" spc="-365" dirty="0">
                <a:solidFill>
                  <a:srgbClr val="6B6077"/>
                </a:solidFill>
                <a:latin typeface="Times New Roman"/>
                <a:cs typeface="Times New Roman"/>
              </a:rPr>
              <a:t>f</a:t>
            </a:r>
            <a:r>
              <a:rPr sz="3750" spc="-1070" dirty="0">
                <a:solidFill>
                  <a:srgbClr val="6B6077"/>
                </a:solidFill>
                <a:latin typeface="Times New Roman"/>
                <a:cs typeface="Times New Roman"/>
              </a:rPr>
              <a:t>i</a:t>
            </a:r>
            <a:r>
              <a:rPr sz="4500" spc="-360" dirty="0">
                <a:solidFill>
                  <a:srgbClr val="524964"/>
                </a:solidFill>
                <a:latin typeface="Times New Roman"/>
                <a:cs typeface="Times New Roman"/>
              </a:rPr>
              <a:t>t</a:t>
            </a:r>
            <a:r>
              <a:rPr sz="4500" spc="-360" dirty="0">
                <a:solidFill>
                  <a:srgbClr val="7E9097"/>
                </a:solidFill>
                <a:latin typeface="Times New Roman"/>
                <a:cs typeface="Times New Roman"/>
              </a:rPr>
              <a:t>.</a:t>
            </a:r>
            <a:r>
              <a:rPr sz="4500" spc="-925" dirty="0">
                <a:solidFill>
                  <a:srgbClr val="524964"/>
                </a:solidFill>
                <a:latin typeface="Times New Roman"/>
                <a:cs typeface="Times New Roman"/>
              </a:rPr>
              <a:t>i</a:t>
            </a:r>
            <a:r>
              <a:rPr sz="1700" spc="-365" dirty="0">
                <a:solidFill>
                  <a:srgbClr val="6B8082"/>
                </a:solidFill>
                <a:latin typeface="Times New Roman"/>
                <a:cs typeface="Times New Roman"/>
              </a:rPr>
              <a:t>.r</a:t>
            </a:r>
            <a:r>
              <a:rPr sz="1700" spc="395" dirty="0">
                <a:solidFill>
                  <a:srgbClr val="6B8082"/>
                </a:solidFill>
                <a:latin typeface="Times New Roman"/>
                <a:cs typeface="Times New Roman"/>
              </a:rPr>
              <a:t> </a:t>
            </a:r>
            <a:r>
              <a:rPr sz="1700" spc="670" dirty="0">
                <a:solidFill>
                  <a:srgbClr val="524964"/>
                </a:solidFill>
                <a:latin typeface="Times New Roman"/>
                <a:cs typeface="Times New Roman"/>
              </a:rPr>
              <a:t>PtLl</a:t>
            </a:r>
            <a:r>
              <a:rPr sz="1700" spc="395" dirty="0">
                <a:solidFill>
                  <a:srgbClr val="524964"/>
                </a:solidFill>
                <a:latin typeface="Times New Roman"/>
                <a:cs typeface="Times New Roman"/>
              </a:rPr>
              <a:t> </a:t>
            </a:r>
            <a:r>
              <a:rPr sz="1700" spc="430" dirty="0">
                <a:solidFill>
                  <a:srgbClr val="6B8082"/>
                </a:solidFill>
                <a:latin typeface="Times New Roman"/>
                <a:cs typeface="Times New Roman"/>
              </a:rPr>
              <a:t>t</a:t>
            </a:r>
            <a:r>
              <a:rPr sz="1700" spc="395" dirty="0">
                <a:solidFill>
                  <a:srgbClr val="6B8082"/>
                </a:solidFill>
                <a:latin typeface="Times New Roman"/>
                <a:cs typeface="Times New Roman"/>
              </a:rPr>
              <a:t> </a:t>
            </a:r>
            <a:r>
              <a:rPr sz="1700" spc="625" dirty="0">
                <a:solidFill>
                  <a:srgbClr val="7E9097"/>
                </a:solidFill>
                <a:latin typeface="Times New Roman"/>
                <a:cs typeface="Times New Roman"/>
              </a:rPr>
              <a:t>c</a:t>
            </a:r>
            <a:r>
              <a:rPr sz="1700" spc="625" dirty="0">
                <a:solidFill>
                  <a:srgbClr val="3B284D"/>
                </a:solidFill>
                <a:latin typeface="Times New Roman"/>
                <a:cs typeface="Times New Roman"/>
              </a:rPr>
              <a:t>lJ</a:t>
            </a:r>
            <a:r>
              <a:rPr sz="1700" spc="625" dirty="0">
                <a:solidFill>
                  <a:srgbClr val="7E9097"/>
                </a:solidFill>
                <a:latin typeface="Times New Roman"/>
                <a:cs typeface="Times New Roman"/>
              </a:rPr>
              <a:t>y</a:t>
            </a:r>
            <a:r>
              <a:rPr sz="1700" spc="405" dirty="0">
                <a:solidFill>
                  <a:srgbClr val="7E9097"/>
                </a:solidFill>
                <a:latin typeface="Times New Roman"/>
                <a:cs typeface="Times New Roman"/>
              </a:rPr>
              <a:t> </a:t>
            </a:r>
            <a:r>
              <a:rPr sz="1700" spc="385" dirty="0">
                <a:solidFill>
                  <a:srgbClr val="6B8082"/>
                </a:solidFill>
                <a:latin typeface="Times New Roman"/>
                <a:cs typeface="Times New Roman"/>
              </a:rPr>
              <a:t>.</a:t>
            </a:r>
            <a:r>
              <a:rPr sz="1700" spc="385" dirty="0">
                <a:solidFill>
                  <a:srgbClr val="524964"/>
                </a:solidFill>
                <a:latin typeface="Times New Roman"/>
                <a:cs typeface="Times New Roman"/>
              </a:rPr>
              <a:t>t</a:t>
            </a:r>
            <a:r>
              <a:rPr sz="1700" dirty="0">
                <a:solidFill>
                  <a:srgbClr val="524964"/>
                </a:solidFill>
                <a:latin typeface="Times New Roman"/>
                <a:cs typeface="Times New Roman"/>
              </a:rPr>
              <a:t>	</a:t>
            </a:r>
            <a:r>
              <a:rPr sz="3250" spc="1245" dirty="0">
                <a:solidFill>
                  <a:srgbClr val="3B284D"/>
                </a:solidFill>
                <a:latin typeface="Times New Roman"/>
                <a:cs typeface="Times New Roman"/>
              </a:rPr>
              <a:t>ion</a:t>
            </a:r>
            <a:endParaRPr sz="3250">
              <a:latin typeface="Times New Roman"/>
              <a:cs typeface="Times New Roman"/>
            </a:endParaRPr>
          </a:p>
          <a:p>
            <a:pPr marL="681355">
              <a:lnSpc>
                <a:spcPts val="1280"/>
              </a:lnSpc>
            </a:pPr>
            <a:r>
              <a:rPr sz="1250" b="1" spc="-10" dirty="0">
                <a:solidFill>
                  <a:srgbClr val="23362F"/>
                </a:solidFill>
                <a:latin typeface="Arial"/>
                <a:cs typeface="Arial"/>
              </a:rPr>
              <a:t>Building</a:t>
            </a:r>
            <a:r>
              <a:rPr sz="1250" b="1" spc="-90" dirty="0">
                <a:solidFill>
                  <a:srgbClr val="23362F"/>
                </a:solidFill>
                <a:latin typeface="Arial"/>
                <a:cs typeface="Arial"/>
              </a:rPr>
              <a:t> </a:t>
            </a:r>
            <a:r>
              <a:rPr sz="1250" spc="55" dirty="0">
                <a:solidFill>
                  <a:srgbClr val="23362F"/>
                </a:solidFill>
                <a:latin typeface="Arial"/>
                <a:cs typeface="Arial"/>
              </a:rPr>
              <a:t>Carbon</a:t>
            </a:r>
            <a:r>
              <a:rPr sz="1250" spc="20" dirty="0">
                <a:solidFill>
                  <a:srgbClr val="23362F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23362F"/>
                </a:solidFill>
                <a:latin typeface="Arial"/>
                <a:cs typeface="Arial"/>
              </a:rPr>
              <a:t>Reduction</a:t>
            </a:r>
            <a:r>
              <a:rPr sz="1250" spc="15" dirty="0">
                <a:solidFill>
                  <a:srgbClr val="23362F"/>
                </a:solidFill>
                <a:latin typeface="Arial"/>
                <a:cs typeface="Arial"/>
              </a:rPr>
              <a:t> </a:t>
            </a:r>
            <a:r>
              <a:rPr sz="1250" spc="-10" dirty="0">
                <a:solidFill>
                  <a:srgbClr val="23362F"/>
                </a:solidFill>
                <a:latin typeface="Arial"/>
                <a:cs typeface="Arial"/>
              </a:rPr>
              <a:t>Technologies</a:t>
            </a:r>
            <a:endParaRPr sz="1250">
              <a:latin typeface="Arial"/>
              <a:cs typeface="Arial"/>
            </a:endParaRPr>
          </a:p>
        </p:txBody>
      </p:sp>
      <p:sp>
        <p:nvSpPr>
          <p:cNvPr id="233" name="object 233"/>
          <p:cNvSpPr txBox="1"/>
          <p:nvPr/>
        </p:nvSpPr>
        <p:spPr>
          <a:xfrm>
            <a:off x="12244928" y="9699977"/>
            <a:ext cx="604520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240" dirty="0">
                <a:solidFill>
                  <a:srgbClr val="44544D"/>
                </a:solidFill>
                <a:latin typeface="Courier New"/>
                <a:cs typeface="Courier New"/>
              </a:rPr>
              <a:t>••</a:t>
            </a:r>
            <a:r>
              <a:rPr sz="1400" spc="-240" dirty="0">
                <a:solidFill>
                  <a:srgbClr val="526E64"/>
                </a:solidFill>
                <a:latin typeface="Courier New"/>
                <a:cs typeface="Courier New"/>
              </a:rPr>
              <a:t>•</a:t>
            </a:r>
            <a:r>
              <a:rPr sz="1400" spc="-240" dirty="0">
                <a:solidFill>
                  <a:srgbClr val="44544D"/>
                </a:solidFill>
                <a:latin typeface="Courier New"/>
                <a:cs typeface="Courier New"/>
              </a:rPr>
              <a:t>•••</a:t>
            </a:r>
            <a:r>
              <a:rPr sz="1400" spc="-240" dirty="0">
                <a:solidFill>
                  <a:srgbClr val="526E64"/>
                </a:solidFill>
                <a:latin typeface="Courier New"/>
                <a:cs typeface="Courier New"/>
              </a:rPr>
              <a:t>•</a:t>
            </a:r>
            <a:r>
              <a:rPr sz="1400" spc="-240" dirty="0">
                <a:solidFill>
                  <a:srgbClr val="44544D"/>
                </a:solidFill>
                <a:latin typeface="Courier New"/>
                <a:cs typeface="Courier New"/>
              </a:rPr>
              <a:t>•••</a:t>
            </a:r>
            <a:r>
              <a:rPr sz="1400" spc="-240" dirty="0">
                <a:solidFill>
                  <a:srgbClr val="526E64"/>
                </a:solidFill>
                <a:latin typeface="Courier New"/>
                <a:cs typeface="Courier New"/>
              </a:rPr>
              <a:t>•</a:t>
            </a:r>
            <a:r>
              <a:rPr sz="1400" spc="-240" dirty="0">
                <a:solidFill>
                  <a:srgbClr val="44544D"/>
                </a:solidFill>
                <a:latin typeface="Courier New"/>
                <a:cs typeface="Courier New"/>
              </a:rPr>
              <a:t>•••</a:t>
            </a:r>
            <a:r>
              <a:rPr sz="1400" spc="-240" dirty="0">
                <a:solidFill>
                  <a:srgbClr val="526E64"/>
                </a:solidFill>
                <a:latin typeface="Courier New"/>
                <a:cs typeface="Courier New"/>
              </a:rPr>
              <a:t>•</a:t>
            </a:r>
            <a:r>
              <a:rPr sz="1400" spc="-240" dirty="0">
                <a:solidFill>
                  <a:srgbClr val="44544D"/>
                </a:solidFill>
                <a:latin typeface="Courier New"/>
                <a:cs typeface="Courier New"/>
              </a:rPr>
              <a:t>•••</a:t>
            </a:r>
            <a:r>
              <a:rPr sz="1400" spc="-240" dirty="0">
                <a:solidFill>
                  <a:srgbClr val="526E64"/>
                </a:solidFill>
                <a:latin typeface="Courier New"/>
                <a:cs typeface="Courier New"/>
              </a:rPr>
              <a:t>•</a:t>
            </a:r>
            <a:r>
              <a:rPr sz="1400" spc="-240" dirty="0">
                <a:solidFill>
                  <a:srgbClr val="44544D"/>
                </a:solidFill>
                <a:latin typeface="Courier New"/>
                <a:cs typeface="Courier New"/>
              </a:rPr>
              <a:t>•••</a:t>
            </a:r>
            <a:r>
              <a:rPr sz="1400" spc="-240" dirty="0">
                <a:solidFill>
                  <a:srgbClr val="526E64"/>
                </a:solidFill>
                <a:latin typeface="Courier New"/>
                <a:cs typeface="Courier New"/>
              </a:rPr>
              <a:t>•</a:t>
            </a:r>
            <a:r>
              <a:rPr sz="1400" spc="-240" dirty="0">
                <a:solidFill>
                  <a:srgbClr val="44544D"/>
                </a:solidFill>
                <a:latin typeface="Courier New"/>
                <a:cs typeface="Courier New"/>
              </a:rPr>
              <a:t>•••</a:t>
            </a:r>
            <a:r>
              <a:rPr sz="1400" spc="-240" dirty="0">
                <a:solidFill>
                  <a:srgbClr val="526E64"/>
                </a:solidFill>
                <a:latin typeface="Courier New"/>
                <a:cs typeface="Courier New"/>
              </a:rPr>
              <a:t>•</a:t>
            </a:r>
            <a:r>
              <a:rPr sz="1400" spc="-240" dirty="0">
                <a:solidFill>
                  <a:srgbClr val="44544D"/>
                </a:solidFill>
                <a:latin typeface="Courier New"/>
                <a:cs typeface="Courier New"/>
              </a:rPr>
              <a:t>•••</a:t>
            </a:r>
            <a:r>
              <a:rPr sz="1400" spc="-240" dirty="0">
                <a:solidFill>
                  <a:srgbClr val="526E64"/>
                </a:solidFill>
                <a:latin typeface="Courier New"/>
                <a:cs typeface="Courier New"/>
              </a:rPr>
              <a:t>•</a:t>
            </a:r>
            <a:r>
              <a:rPr sz="1400" spc="-240" dirty="0">
                <a:solidFill>
                  <a:srgbClr val="44544D"/>
                </a:solidFill>
                <a:latin typeface="Courier New"/>
                <a:cs typeface="Courier New"/>
              </a:rPr>
              <a:t>•••</a:t>
            </a:r>
            <a:r>
              <a:rPr sz="1400" spc="-240" dirty="0">
                <a:solidFill>
                  <a:srgbClr val="526E64"/>
                </a:solidFill>
                <a:latin typeface="Courier New"/>
                <a:cs typeface="Courier New"/>
              </a:rPr>
              <a:t>•</a:t>
            </a:r>
            <a:r>
              <a:rPr sz="1400" spc="-240" dirty="0">
                <a:solidFill>
                  <a:srgbClr val="44544D"/>
                </a:solidFill>
                <a:latin typeface="Courier New"/>
                <a:cs typeface="Courier New"/>
              </a:rPr>
              <a:t>•••</a:t>
            </a:r>
            <a:r>
              <a:rPr sz="1400" spc="-240" dirty="0">
                <a:solidFill>
                  <a:srgbClr val="526E64"/>
                </a:solidFill>
                <a:latin typeface="Courier New"/>
                <a:cs typeface="Courier New"/>
              </a:rPr>
              <a:t>•</a:t>
            </a:r>
            <a:r>
              <a:rPr sz="1400" spc="-240" dirty="0">
                <a:solidFill>
                  <a:srgbClr val="44544D"/>
                </a:solidFill>
                <a:latin typeface="Courier New"/>
                <a:cs typeface="Courier New"/>
              </a:rPr>
              <a:t>•••</a:t>
            </a:r>
            <a:r>
              <a:rPr sz="1400" spc="-240" dirty="0">
                <a:solidFill>
                  <a:srgbClr val="526E64"/>
                </a:solidFill>
                <a:latin typeface="Courier New"/>
                <a:cs typeface="Courier New"/>
              </a:rPr>
              <a:t>•</a:t>
            </a:r>
            <a:r>
              <a:rPr sz="1400" spc="-240" dirty="0">
                <a:solidFill>
                  <a:srgbClr val="44544D"/>
                </a:solidFill>
                <a:latin typeface="Courier New"/>
                <a:cs typeface="Courier New"/>
              </a:rPr>
              <a:t>•••</a:t>
            </a:r>
            <a:r>
              <a:rPr sz="1400" spc="-240" dirty="0">
                <a:solidFill>
                  <a:srgbClr val="526E64"/>
                </a:solidFill>
                <a:latin typeface="Courier New"/>
                <a:cs typeface="Courier New"/>
              </a:rPr>
              <a:t>•</a:t>
            </a:r>
            <a:r>
              <a:rPr sz="1400" spc="-240" dirty="0">
                <a:solidFill>
                  <a:srgbClr val="44544D"/>
                </a:solidFill>
                <a:latin typeface="Courier New"/>
                <a:cs typeface="Courier New"/>
              </a:rPr>
              <a:t>•••</a:t>
            </a:r>
            <a:r>
              <a:rPr sz="1400" spc="-240" dirty="0">
                <a:solidFill>
                  <a:srgbClr val="526E64"/>
                </a:solidFill>
                <a:latin typeface="Courier New"/>
                <a:cs typeface="Courier New"/>
              </a:rPr>
              <a:t>•</a:t>
            </a:r>
            <a:r>
              <a:rPr sz="1400" spc="-240" dirty="0">
                <a:solidFill>
                  <a:srgbClr val="44544D"/>
                </a:solidFill>
                <a:latin typeface="Courier New"/>
                <a:cs typeface="Courier New"/>
              </a:rPr>
              <a:t>•••</a:t>
            </a:r>
            <a:r>
              <a:rPr sz="1400" spc="-240" dirty="0">
                <a:solidFill>
                  <a:srgbClr val="526E64"/>
                </a:solidFill>
                <a:latin typeface="Courier New"/>
                <a:cs typeface="Courier New"/>
              </a:rPr>
              <a:t>•</a:t>
            </a:r>
            <a:r>
              <a:rPr sz="1400" spc="-240" dirty="0">
                <a:solidFill>
                  <a:srgbClr val="44544D"/>
                </a:solidFill>
                <a:latin typeface="Courier New"/>
                <a:cs typeface="Courier New"/>
              </a:rPr>
              <a:t>•••</a:t>
            </a:r>
            <a:r>
              <a:rPr sz="1400" spc="-240" dirty="0">
                <a:solidFill>
                  <a:srgbClr val="526E64"/>
                </a:solidFill>
                <a:latin typeface="Courier New"/>
                <a:cs typeface="Courier New"/>
              </a:rPr>
              <a:t>•</a:t>
            </a:r>
            <a:r>
              <a:rPr sz="1400" spc="-240" dirty="0">
                <a:solidFill>
                  <a:srgbClr val="44544D"/>
                </a:solidFill>
                <a:latin typeface="Courier New"/>
                <a:cs typeface="Courier New"/>
              </a:rPr>
              <a:t>•••</a:t>
            </a:r>
            <a:r>
              <a:rPr sz="1400" spc="-240" dirty="0">
                <a:solidFill>
                  <a:srgbClr val="526E64"/>
                </a:solidFill>
                <a:latin typeface="Courier New"/>
                <a:cs typeface="Courier New"/>
              </a:rPr>
              <a:t>•</a:t>
            </a:r>
            <a:r>
              <a:rPr sz="1400" spc="-240" dirty="0">
                <a:solidFill>
                  <a:srgbClr val="44544D"/>
                </a:solidFill>
                <a:latin typeface="Courier New"/>
                <a:cs typeface="Courier New"/>
              </a:rPr>
              <a:t>•••</a:t>
            </a:r>
            <a:r>
              <a:rPr sz="1400" spc="-240" dirty="0">
                <a:solidFill>
                  <a:srgbClr val="526E64"/>
                </a:solidFill>
                <a:latin typeface="Courier New"/>
                <a:cs typeface="Courier New"/>
              </a:rPr>
              <a:t>•</a:t>
            </a:r>
            <a:r>
              <a:rPr sz="1400" spc="-240" dirty="0">
                <a:solidFill>
                  <a:srgbClr val="44544D"/>
                </a:solidFill>
                <a:latin typeface="Courier New"/>
                <a:cs typeface="Courier New"/>
              </a:rPr>
              <a:t>•••</a:t>
            </a:r>
            <a:r>
              <a:rPr sz="1400" spc="-240" dirty="0">
                <a:solidFill>
                  <a:srgbClr val="526E64"/>
                </a:solidFill>
                <a:latin typeface="Courier New"/>
                <a:cs typeface="Courier New"/>
              </a:rPr>
              <a:t>•</a:t>
            </a:r>
            <a:r>
              <a:rPr sz="1400" spc="-240" dirty="0">
                <a:solidFill>
                  <a:srgbClr val="44544D"/>
                </a:solidFill>
                <a:latin typeface="Courier New"/>
                <a:cs typeface="Courier New"/>
              </a:rPr>
              <a:t>•••</a:t>
            </a:r>
            <a:r>
              <a:rPr sz="1400" spc="-240" dirty="0">
                <a:solidFill>
                  <a:srgbClr val="526E64"/>
                </a:solidFill>
                <a:latin typeface="Courier New"/>
                <a:cs typeface="Courier New"/>
              </a:rPr>
              <a:t>•</a:t>
            </a:r>
            <a:r>
              <a:rPr sz="1400" spc="-240" dirty="0">
                <a:solidFill>
                  <a:srgbClr val="44544D"/>
                </a:solidFill>
                <a:latin typeface="Courier New"/>
                <a:cs typeface="Courier New"/>
              </a:rPr>
              <a:t>•••</a:t>
            </a:r>
            <a:endParaRPr sz="1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935761" y="1684929"/>
            <a:ext cx="16046450" cy="8423910"/>
            <a:chOff x="1935761" y="1684929"/>
            <a:chExt cx="16046450" cy="842391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35761" y="1684929"/>
              <a:ext cx="16046450" cy="842339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053094" y="7223947"/>
              <a:ext cx="2241409" cy="2705695"/>
            </a:xfrm>
            <a:prstGeom prst="rect">
              <a:avLst/>
            </a:prstGeom>
          </p:spPr>
        </p:pic>
      </p:grpSp>
      <p:sp>
        <p:nvSpPr>
          <p:cNvPr id="5" name="object 5"/>
          <p:cNvSpPr/>
          <p:nvPr/>
        </p:nvSpPr>
        <p:spPr>
          <a:xfrm>
            <a:off x="114617" y="2782521"/>
            <a:ext cx="0" cy="2221230"/>
          </a:xfrm>
          <a:custGeom>
            <a:avLst/>
            <a:gdLst/>
            <a:ahLst/>
            <a:cxnLst/>
            <a:rect l="l" t="t" r="r" b="b"/>
            <a:pathLst>
              <a:path h="2221229">
                <a:moveTo>
                  <a:pt x="0" y="2220712"/>
                </a:moveTo>
                <a:lnTo>
                  <a:pt x="0" y="0"/>
                </a:lnTo>
              </a:path>
            </a:pathLst>
          </a:custGeom>
          <a:ln w="509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081938" y="3369606"/>
            <a:ext cx="0" cy="2144395"/>
          </a:xfrm>
          <a:custGeom>
            <a:avLst/>
            <a:gdLst/>
            <a:ahLst/>
            <a:cxnLst/>
            <a:rect l="l" t="t" r="r" b="b"/>
            <a:pathLst>
              <a:path h="2144395">
                <a:moveTo>
                  <a:pt x="0" y="2144135"/>
                </a:moveTo>
                <a:lnTo>
                  <a:pt x="0" y="0"/>
                </a:lnTo>
              </a:path>
            </a:pathLst>
          </a:custGeom>
          <a:ln w="382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5562513" y="1723216"/>
            <a:ext cx="2521585" cy="0"/>
          </a:xfrm>
          <a:custGeom>
            <a:avLst/>
            <a:gdLst/>
            <a:ahLst/>
            <a:cxnLst/>
            <a:rect l="l" t="t" r="r" b="b"/>
            <a:pathLst>
              <a:path w="2521584">
                <a:moveTo>
                  <a:pt x="0" y="0"/>
                </a:moveTo>
                <a:lnTo>
                  <a:pt x="2521585" y="0"/>
                </a:lnTo>
              </a:path>
            </a:pathLst>
          </a:custGeom>
          <a:ln w="127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890348" y="2463454"/>
            <a:ext cx="586105" cy="0"/>
          </a:xfrm>
          <a:custGeom>
            <a:avLst/>
            <a:gdLst/>
            <a:ahLst/>
            <a:cxnLst/>
            <a:rect l="l" t="t" r="r" b="b"/>
            <a:pathLst>
              <a:path w="586104">
                <a:moveTo>
                  <a:pt x="0" y="0"/>
                </a:moveTo>
                <a:lnTo>
                  <a:pt x="585822" y="0"/>
                </a:lnTo>
              </a:path>
            </a:pathLst>
          </a:custGeom>
          <a:ln w="51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52823" y="2488979"/>
            <a:ext cx="2725420" cy="0"/>
          </a:xfrm>
          <a:custGeom>
            <a:avLst/>
            <a:gdLst/>
            <a:ahLst/>
            <a:cxnLst/>
            <a:rect l="l" t="t" r="r" b="b"/>
            <a:pathLst>
              <a:path w="2725420">
                <a:moveTo>
                  <a:pt x="0" y="0"/>
                </a:moveTo>
                <a:lnTo>
                  <a:pt x="2725350" y="0"/>
                </a:lnTo>
              </a:path>
            </a:pathLst>
          </a:custGeom>
          <a:ln w="127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5205926" y="4811793"/>
            <a:ext cx="789940" cy="0"/>
          </a:xfrm>
          <a:custGeom>
            <a:avLst/>
            <a:gdLst/>
            <a:ahLst/>
            <a:cxnLst/>
            <a:rect l="l" t="t" r="r" b="b"/>
            <a:pathLst>
              <a:path w="789940">
                <a:moveTo>
                  <a:pt x="0" y="0"/>
                </a:moveTo>
                <a:lnTo>
                  <a:pt x="789587" y="0"/>
                </a:lnTo>
              </a:path>
            </a:pathLst>
          </a:custGeom>
          <a:ln w="3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5205926" y="5730708"/>
            <a:ext cx="739140" cy="0"/>
          </a:xfrm>
          <a:custGeom>
            <a:avLst/>
            <a:gdLst/>
            <a:ahLst/>
            <a:cxnLst/>
            <a:rect l="l" t="t" r="r" b="b"/>
            <a:pathLst>
              <a:path w="739140">
                <a:moveTo>
                  <a:pt x="0" y="0"/>
                </a:moveTo>
                <a:lnTo>
                  <a:pt x="738646" y="0"/>
                </a:lnTo>
              </a:path>
            </a:pathLst>
          </a:custGeom>
          <a:ln w="127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03764" y="7811030"/>
            <a:ext cx="1069975" cy="0"/>
          </a:xfrm>
          <a:custGeom>
            <a:avLst/>
            <a:gdLst/>
            <a:ahLst/>
            <a:cxnLst/>
            <a:rect l="l" t="t" r="r" b="b"/>
            <a:pathLst>
              <a:path w="1069975">
                <a:moveTo>
                  <a:pt x="0" y="0"/>
                </a:moveTo>
                <a:lnTo>
                  <a:pt x="1069763" y="0"/>
                </a:lnTo>
              </a:path>
            </a:pathLst>
          </a:custGeom>
          <a:ln w="25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78293" y="7925895"/>
            <a:ext cx="1503045" cy="0"/>
          </a:xfrm>
          <a:custGeom>
            <a:avLst/>
            <a:gdLst/>
            <a:ahLst/>
            <a:cxnLst/>
            <a:rect l="l" t="t" r="r" b="b"/>
            <a:pathLst>
              <a:path w="1503045">
                <a:moveTo>
                  <a:pt x="0" y="0"/>
                </a:moveTo>
                <a:lnTo>
                  <a:pt x="1502763" y="0"/>
                </a:lnTo>
              </a:path>
            </a:pathLst>
          </a:custGeom>
          <a:ln w="127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4874808" y="9738200"/>
            <a:ext cx="1350010" cy="0"/>
          </a:xfrm>
          <a:custGeom>
            <a:avLst/>
            <a:gdLst/>
            <a:ahLst/>
            <a:cxnLst/>
            <a:rect l="l" t="t" r="r" b="b"/>
            <a:pathLst>
              <a:path w="1350009">
                <a:moveTo>
                  <a:pt x="0" y="0"/>
                </a:moveTo>
                <a:lnTo>
                  <a:pt x="1349939" y="0"/>
                </a:lnTo>
              </a:path>
            </a:pathLst>
          </a:custGeom>
          <a:ln w="3175">
            <a:solidFill>
              <a:srgbClr val="01080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4874808" y="9827539"/>
            <a:ext cx="1350010" cy="0"/>
          </a:xfrm>
          <a:custGeom>
            <a:avLst/>
            <a:gdLst/>
            <a:ahLst/>
            <a:cxnLst/>
            <a:rect l="l" t="t" r="r" b="b"/>
            <a:pathLst>
              <a:path w="1350009">
                <a:moveTo>
                  <a:pt x="0" y="0"/>
                </a:moveTo>
                <a:lnTo>
                  <a:pt x="1349939" y="0"/>
                </a:lnTo>
              </a:path>
            </a:pathLst>
          </a:custGeom>
          <a:ln w="25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890180" y="198135"/>
            <a:ext cx="9768205" cy="5232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4332605" algn="l"/>
                <a:tab pos="6616700" algn="l"/>
              </a:tabLst>
            </a:pPr>
            <a:r>
              <a:rPr sz="2300" b="1" spc="295" dirty="0">
                <a:solidFill>
                  <a:srgbClr val="01080A"/>
                </a:solidFill>
                <a:latin typeface="Arial"/>
                <a:cs typeface="Arial"/>
              </a:rPr>
              <a:t>Game</a:t>
            </a:r>
            <a:r>
              <a:rPr sz="2300" b="1" spc="105" dirty="0">
                <a:solidFill>
                  <a:srgbClr val="01080A"/>
                </a:solidFill>
                <a:latin typeface="Arial"/>
                <a:cs typeface="Arial"/>
              </a:rPr>
              <a:t> </a:t>
            </a:r>
            <a:r>
              <a:rPr sz="2300" b="1" spc="225" dirty="0">
                <a:solidFill>
                  <a:srgbClr val="01080A"/>
                </a:solidFill>
                <a:latin typeface="Arial"/>
                <a:cs typeface="Arial"/>
              </a:rPr>
              <a:t>Design</a:t>
            </a:r>
            <a:r>
              <a:rPr sz="2300" b="1" spc="95" dirty="0">
                <a:solidFill>
                  <a:srgbClr val="01080A"/>
                </a:solidFill>
                <a:latin typeface="Arial"/>
                <a:cs typeface="Arial"/>
              </a:rPr>
              <a:t> </a:t>
            </a:r>
            <a:r>
              <a:rPr sz="3250" spc="160" dirty="0">
                <a:solidFill>
                  <a:srgbClr val="01080A"/>
                </a:solidFill>
                <a:latin typeface="Arial"/>
                <a:cs typeface="Arial"/>
              </a:rPr>
              <a:t>I</a:t>
            </a:r>
            <a:r>
              <a:rPr sz="3250" spc="-240" dirty="0">
                <a:solidFill>
                  <a:srgbClr val="01080A"/>
                </a:solidFill>
                <a:latin typeface="Arial"/>
                <a:cs typeface="Arial"/>
              </a:rPr>
              <a:t> </a:t>
            </a:r>
            <a:r>
              <a:rPr sz="2350" spc="210" dirty="0">
                <a:solidFill>
                  <a:srgbClr val="1A2F23"/>
                </a:solidFill>
                <a:latin typeface="Arial"/>
                <a:cs typeface="Arial"/>
              </a:rPr>
              <a:t>Everybody</a:t>
            </a:r>
            <a:r>
              <a:rPr sz="2350" dirty="0">
                <a:solidFill>
                  <a:srgbClr val="1A2F23"/>
                </a:solidFill>
                <a:latin typeface="Arial"/>
                <a:cs typeface="Arial"/>
              </a:rPr>
              <a:t>	</a:t>
            </a:r>
            <a:r>
              <a:rPr sz="2350" spc="225" dirty="0">
                <a:solidFill>
                  <a:srgbClr val="1A2F23"/>
                </a:solidFill>
                <a:latin typeface="Arial"/>
                <a:cs typeface="Arial"/>
              </a:rPr>
              <a:t>embraces</a:t>
            </a:r>
            <a:r>
              <a:rPr sz="2350" spc="245" dirty="0">
                <a:solidFill>
                  <a:srgbClr val="1A2F23"/>
                </a:solidFill>
                <a:latin typeface="Arial"/>
                <a:cs typeface="Arial"/>
              </a:rPr>
              <a:t> </a:t>
            </a:r>
            <a:r>
              <a:rPr sz="2350" spc="165" dirty="0">
                <a:solidFill>
                  <a:srgbClr val="1A2F23"/>
                </a:solidFill>
                <a:latin typeface="Arial"/>
                <a:cs typeface="Arial"/>
              </a:rPr>
              <a:t>the</a:t>
            </a:r>
            <a:r>
              <a:rPr sz="2350" dirty="0">
                <a:solidFill>
                  <a:srgbClr val="1A2F23"/>
                </a:solidFill>
                <a:latin typeface="Arial"/>
                <a:cs typeface="Arial"/>
              </a:rPr>
              <a:t>	</a:t>
            </a:r>
            <a:r>
              <a:rPr sz="2350" spc="260" dirty="0">
                <a:solidFill>
                  <a:srgbClr val="343D38"/>
                </a:solidFill>
                <a:latin typeface="Arial"/>
                <a:cs typeface="Arial"/>
              </a:rPr>
              <a:t>l</a:t>
            </a:r>
            <a:r>
              <a:rPr sz="2350" spc="260" dirty="0">
                <a:solidFill>
                  <a:srgbClr val="1A2F23"/>
                </a:solidFill>
                <a:latin typeface="Arial"/>
                <a:cs typeface="Arial"/>
              </a:rPr>
              <a:t>ow</a:t>
            </a:r>
            <a:r>
              <a:rPr sz="2350" spc="260" dirty="0">
                <a:solidFill>
                  <a:srgbClr val="343D38"/>
                </a:solidFill>
                <a:latin typeface="Arial"/>
                <a:cs typeface="Arial"/>
              </a:rPr>
              <a:t>-</a:t>
            </a:r>
            <a:r>
              <a:rPr sz="2350" spc="290" dirty="0">
                <a:solidFill>
                  <a:srgbClr val="1A2F23"/>
                </a:solidFill>
                <a:latin typeface="Arial"/>
                <a:cs typeface="Arial"/>
              </a:rPr>
              <a:t>carbon</a:t>
            </a:r>
            <a:r>
              <a:rPr sz="2350" spc="285" dirty="0">
                <a:solidFill>
                  <a:srgbClr val="1A2F23"/>
                </a:solidFill>
                <a:latin typeface="Arial"/>
                <a:cs typeface="Arial"/>
              </a:rPr>
              <a:t> </a:t>
            </a:r>
            <a:r>
              <a:rPr sz="2350" spc="310" dirty="0">
                <a:solidFill>
                  <a:srgbClr val="1A2F23"/>
                </a:solidFill>
                <a:latin typeface="Arial"/>
                <a:cs typeface="Arial"/>
              </a:rPr>
              <a:t>SanTin</a:t>
            </a:r>
            <a:endParaRPr sz="235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4470113" y="427864"/>
            <a:ext cx="2646045" cy="3244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950" b="1" spc="400" dirty="0">
                <a:solidFill>
                  <a:srgbClr val="3D5D50"/>
                </a:solidFill>
                <a:latin typeface="Times New Roman"/>
                <a:cs typeface="Times New Roman"/>
              </a:rPr>
              <a:t>CARBONOPOLlS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68888" y="971555"/>
            <a:ext cx="14994255" cy="7404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5080">
              <a:lnSpc>
                <a:spcPct val="114399"/>
              </a:lnSpc>
              <a:spcBef>
                <a:spcPts val="95"/>
              </a:spcBef>
            </a:pPr>
            <a:r>
              <a:rPr sz="2050" dirty="0">
                <a:solidFill>
                  <a:srgbClr val="1A2F23"/>
                </a:solidFill>
                <a:latin typeface="Arial"/>
                <a:cs typeface="Arial"/>
              </a:rPr>
              <a:t>I</a:t>
            </a:r>
            <a:r>
              <a:rPr sz="2050" dirty="0">
                <a:solidFill>
                  <a:srgbClr val="343D38"/>
                </a:solidFill>
                <a:latin typeface="Arial"/>
                <a:cs typeface="Arial"/>
              </a:rPr>
              <a:t>n</a:t>
            </a:r>
            <a:r>
              <a:rPr sz="2050" spc="114" dirty="0">
                <a:solidFill>
                  <a:srgbClr val="343D38"/>
                </a:solidFill>
                <a:latin typeface="Arial"/>
                <a:cs typeface="Arial"/>
              </a:rPr>
              <a:t> </a:t>
            </a:r>
            <a:r>
              <a:rPr sz="2050" spc="130" dirty="0">
                <a:solidFill>
                  <a:srgbClr val="1A2F23"/>
                </a:solidFill>
                <a:latin typeface="Arial"/>
                <a:cs typeface="Arial"/>
              </a:rPr>
              <a:t>t</a:t>
            </a:r>
            <a:r>
              <a:rPr sz="2050" spc="130" dirty="0">
                <a:solidFill>
                  <a:srgbClr val="343D38"/>
                </a:solidFill>
                <a:latin typeface="Arial"/>
                <a:cs typeface="Arial"/>
              </a:rPr>
              <a:t>his</a:t>
            </a:r>
            <a:r>
              <a:rPr sz="2050" spc="-25" dirty="0">
                <a:solidFill>
                  <a:srgbClr val="343D38"/>
                </a:solidFill>
                <a:latin typeface="Arial"/>
                <a:cs typeface="Arial"/>
              </a:rPr>
              <a:t> </a:t>
            </a:r>
            <a:r>
              <a:rPr sz="2050" spc="95" dirty="0">
                <a:solidFill>
                  <a:srgbClr val="343D38"/>
                </a:solidFill>
                <a:latin typeface="Arial"/>
                <a:cs typeface="Arial"/>
              </a:rPr>
              <a:t>c</a:t>
            </a:r>
            <a:r>
              <a:rPr sz="2050" spc="95" dirty="0">
                <a:solidFill>
                  <a:srgbClr val="1A2F23"/>
                </a:solidFill>
                <a:latin typeface="Arial"/>
                <a:cs typeface="Arial"/>
              </a:rPr>
              <a:t>it</a:t>
            </a:r>
            <a:r>
              <a:rPr sz="2050" spc="95" dirty="0">
                <a:solidFill>
                  <a:srgbClr val="343D38"/>
                </a:solidFill>
                <a:latin typeface="Arial"/>
                <a:cs typeface="Arial"/>
              </a:rPr>
              <a:t>y-</a:t>
            </a:r>
            <a:r>
              <a:rPr sz="2050" spc="114" dirty="0">
                <a:solidFill>
                  <a:srgbClr val="343D38"/>
                </a:solidFill>
                <a:latin typeface="Arial"/>
                <a:cs typeface="Arial"/>
              </a:rPr>
              <a:t>builder</a:t>
            </a:r>
            <a:r>
              <a:rPr sz="2050" spc="145" dirty="0">
                <a:solidFill>
                  <a:srgbClr val="343D38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srgbClr val="343D38"/>
                </a:solidFill>
                <a:latin typeface="Arial"/>
                <a:cs typeface="Arial"/>
              </a:rPr>
              <a:t>game,</a:t>
            </a:r>
            <a:r>
              <a:rPr sz="2050" spc="40" dirty="0">
                <a:solidFill>
                  <a:srgbClr val="343D38"/>
                </a:solidFill>
                <a:latin typeface="Arial"/>
                <a:cs typeface="Arial"/>
              </a:rPr>
              <a:t> </a:t>
            </a:r>
            <a:r>
              <a:rPr sz="2050" spc="110" dirty="0">
                <a:solidFill>
                  <a:srgbClr val="343D38"/>
                </a:solidFill>
                <a:latin typeface="Arial"/>
                <a:cs typeface="Arial"/>
              </a:rPr>
              <a:t>you</a:t>
            </a:r>
            <a:r>
              <a:rPr sz="2050" spc="55" dirty="0">
                <a:solidFill>
                  <a:srgbClr val="343D38"/>
                </a:solidFill>
                <a:latin typeface="Arial"/>
                <a:cs typeface="Arial"/>
              </a:rPr>
              <a:t> wi</a:t>
            </a:r>
            <a:r>
              <a:rPr sz="2050" spc="55" dirty="0">
                <a:solidFill>
                  <a:srgbClr val="1A2F23"/>
                </a:solidFill>
                <a:latin typeface="Arial"/>
                <a:cs typeface="Arial"/>
              </a:rPr>
              <a:t>ll</a:t>
            </a:r>
            <a:r>
              <a:rPr sz="2050" spc="360" dirty="0">
                <a:solidFill>
                  <a:srgbClr val="1A2F23"/>
                </a:solidFill>
                <a:latin typeface="Arial"/>
                <a:cs typeface="Arial"/>
              </a:rPr>
              <a:t> </a:t>
            </a:r>
            <a:r>
              <a:rPr sz="2050" spc="80" dirty="0">
                <a:solidFill>
                  <a:srgbClr val="343D38"/>
                </a:solidFill>
                <a:latin typeface="Arial"/>
                <a:cs typeface="Arial"/>
              </a:rPr>
              <a:t>play</a:t>
            </a:r>
            <a:r>
              <a:rPr sz="2050" spc="65" dirty="0">
                <a:solidFill>
                  <a:srgbClr val="343D38"/>
                </a:solidFill>
                <a:latin typeface="Arial"/>
                <a:cs typeface="Arial"/>
              </a:rPr>
              <a:t> </a:t>
            </a:r>
            <a:r>
              <a:rPr sz="2050" spc="80" dirty="0">
                <a:solidFill>
                  <a:srgbClr val="343D38"/>
                </a:solidFill>
                <a:latin typeface="Arial"/>
                <a:cs typeface="Arial"/>
              </a:rPr>
              <a:t>the</a:t>
            </a:r>
            <a:r>
              <a:rPr sz="2050" spc="275" dirty="0">
                <a:solidFill>
                  <a:srgbClr val="343D38"/>
                </a:solidFill>
                <a:latin typeface="Arial"/>
                <a:cs typeface="Arial"/>
              </a:rPr>
              <a:t> </a:t>
            </a:r>
            <a:r>
              <a:rPr sz="2050" spc="100" dirty="0">
                <a:solidFill>
                  <a:srgbClr val="343D38"/>
                </a:solidFill>
                <a:latin typeface="Arial"/>
                <a:cs typeface="Arial"/>
              </a:rPr>
              <a:t>ro</a:t>
            </a:r>
            <a:r>
              <a:rPr sz="2050" spc="100" dirty="0">
                <a:solidFill>
                  <a:srgbClr val="1A2F23"/>
                </a:solidFill>
                <a:latin typeface="Arial"/>
                <a:cs typeface="Arial"/>
              </a:rPr>
              <a:t>l</a:t>
            </a:r>
            <a:r>
              <a:rPr sz="2050" spc="100" dirty="0">
                <a:solidFill>
                  <a:srgbClr val="343D38"/>
                </a:solidFill>
                <a:latin typeface="Arial"/>
                <a:cs typeface="Arial"/>
              </a:rPr>
              <a:t>e</a:t>
            </a:r>
            <a:r>
              <a:rPr sz="2050" spc="85" dirty="0">
                <a:solidFill>
                  <a:srgbClr val="343D38"/>
                </a:solidFill>
                <a:latin typeface="Arial"/>
                <a:cs typeface="Arial"/>
              </a:rPr>
              <a:t> </a:t>
            </a:r>
            <a:r>
              <a:rPr sz="2050" spc="50" dirty="0">
                <a:solidFill>
                  <a:srgbClr val="343D38"/>
                </a:solidFill>
                <a:latin typeface="Arial"/>
                <a:cs typeface="Arial"/>
              </a:rPr>
              <a:t>o</a:t>
            </a:r>
            <a:r>
              <a:rPr sz="2050" spc="50" dirty="0">
                <a:solidFill>
                  <a:srgbClr val="1A2F23"/>
                </a:solidFill>
                <a:latin typeface="Arial"/>
                <a:cs typeface="Arial"/>
              </a:rPr>
              <a:t>f</a:t>
            </a:r>
            <a:r>
              <a:rPr sz="2050" spc="254" dirty="0">
                <a:solidFill>
                  <a:srgbClr val="1A2F23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srgbClr val="343D38"/>
                </a:solidFill>
                <a:latin typeface="Arial"/>
                <a:cs typeface="Arial"/>
              </a:rPr>
              <a:t>a</a:t>
            </a:r>
            <a:r>
              <a:rPr sz="2050" dirty="0">
                <a:solidFill>
                  <a:srgbClr val="1A2F23"/>
                </a:solidFill>
                <a:latin typeface="Arial"/>
                <a:cs typeface="Arial"/>
              </a:rPr>
              <a:t>n</a:t>
            </a:r>
            <a:r>
              <a:rPr sz="2050" spc="185" dirty="0">
                <a:solidFill>
                  <a:srgbClr val="1A2F23"/>
                </a:solidFill>
                <a:latin typeface="Arial"/>
                <a:cs typeface="Arial"/>
              </a:rPr>
              <a:t> </a:t>
            </a:r>
            <a:r>
              <a:rPr sz="2050" spc="65" dirty="0">
                <a:solidFill>
                  <a:srgbClr val="343D38"/>
                </a:solidFill>
                <a:latin typeface="Arial"/>
                <a:cs typeface="Arial"/>
              </a:rPr>
              <a:t>eco-respons</a:t>
            </a:r>
            <a:r>
              <a:rPr sz="2050" spc="65" dirty="0">
                <a:solidFill>
                  <a:srgbClr val="1A2F23"/>
                </a:solidFill>
                <a:latin typeface="Arial"/>
                <a:cs typeface="Arial"/>
              </a:rPr>
              <a:t>ibl</a:t>
            </a:r>
            <a:r>
              <a:rPr sz="2050" spc="65" dirty="0">
                <a:solidFill>
                  <a:srgbClr val="343D38"/>
                </a:solidFill>
                <a:latin typeface="Arial"/>
                <a:cs typeface="Arial"/>
              </a:rPr>
              <a:t>e</a:t>
            </a:r>
            <a:r>
              <a:rPr sz="2050" spc="80" dirty="0">
                <a:solidFill>
                  <a:srgbClr val="343D38"/>
                </a:solidFill>
                <a:latin typeface="Arial"/>
                <a:cs typeface="Arial"/>
              </a:rPr>
              <a:t> deve</a:t>
            </a:r>
            <a:r>
              <a:rPr sz="2050" spc="80" dirty="0">
                <a:solidFill>
                  <a:srgbClr val="1A2F23"/>
                </a:solidFill>
                <a:latin typeface="Arial"/>
                <a:cs typeface="Arial"/>
              </a:rPr>
              <a:t>l</a:t>
            </a:r>
            <a:r>
              <a:rPr sz="2050" spc="80" dirty="0">
                <a:solidFill>
                  <a:srgbClr val="343D38"/>
                </a:solidFill>
                <a:latin typeface="Arial"/>
                <a:cs typeface="Arial"/>
              </a:rPr>
              <a:t>ope</a:t>
            </a:r>
            <a:r>
              <a:rPr sz="2050" spc="80" dirty="0">
                <a:solidFill>
                  <a:srgbClr val="1A2F23"/>
                </a:solidFill>
                <a:latin typeface="Arial"/>
                <a:cs typeface="Arial"/>
              </a:rPr>
              <a:t>r</a:t>
            </a:r>
            <a:r>
              <a:rPr sz="2050" spc="200" dirty="0">
                <a:solidFill>
                  <a:srgbClr val="1A2F23"/>
                </a:solidFill>
                <a:latin typeface="Arial"/>
                <a:cs typeface="Arial"/>
              </a:rPr>
              <a:t> </a:t>
            </a:r>
            <a:r>
              <a:rPr sz="2050" spc="80" dirty="0">
                <a:solidFill>
                  <a:srgbClr val="343D38"/>
                </a:solidFill>
                <a:latin typeface="Arial"/>
                <a:cs typeface="Arial"/>
              </a:rPr>
              <a:t>who</a:t>
            </a:r>
            <a:r>
              <a:rPr sz="2050" spc="65" dirty="0">
                <a:solidFill>
                  <a:srgbClr val="343D38"/>
                </a:solidFill>
                <a:latin typeface="Arial"/>
                <a:cs typeface="Arial"/>
              </a:rPr>
              <a:t> </a:t>
            </a:r>
            <a:r>
              <a:rPr sz="2050" spc="55" dirty="0">
                <a:solidFill>
                  <a:srgbClr val="343D38"/>
                </a:solidFill>
                <a:latin typeface="Arial"/>
                <a:cs typeface="Arial"/>
              </a:rPr>
              <a:t>ca</a:t>
            </a:r>
            <a:r>
              <a:rPr sz="2050" spc="55" dirty="0">
                <a:solidFill>
                  <a:srgbClr val="1A2F23"/>
                </a:solidFill>
                <a:latin typeface="Arial"/>
                <a:cs typeface="Arial"/>
              </a:rPr>
              <a:t>n</a:t>
            </a:r>
            <a:r>
              <a:rPr sz="2050" spc="125" dirty="0">
                <a:solidFill>
                  <a:srgbClr val="1A2F23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srgbClr val="343D38"/>
                </a:solidFill>
                <a:latin typeface="Arial"/>
                <a:cs typeface="Arial"/>
              </a:rPr>
              <a:t>purchase</a:t>
            </a:r>
            <a:r>
              <a:rPr sz="2050" spc="75" dirty="0">
                <a:solidFill>
                  <a:srgbClr val="343D38"/>
                </a:solidFill>
                <a:latin typeface="Arial"/>
                <a:cs typeface="Arial"/>
              </a:rPr>
              <a:t> </a:t>
            </a:r>
            <a:r>
              <a:rPr sz="2050" spc="55" dirty="0">
                <a:solidFill>
                  <a:srgbClr val="343D38"/>
                </a:solidFill>
                <a:latin typeface="Arial"/>
                <a:cs typeface="Arial"/>
              </a:rPr>
              <a:t>a</a:t>
            </a:r>
            <a:r>
              <a:rPr sz="2050" spc="114" dirty="0">
                <a:solidFill>
                  <a:srgbClr val="343D38"/>
                </a:solidFill>
                <a:latin typeface="Arial"/>
                <a:cs typeface="Arial"/>
              </a:rPr>
              <a:t> </a:t>
            </a:r>
            <a:r>
              <a:rPr sz="2050" spc="90" dirty="0">
                <a:solidFill>
                  <a:srgbClr val="343D38"/>
                </a:solidFill>
                <a:latin typeface="Arial"/>
                <a:cs typeface="Arial"/>
              </a:rPr>
              <a:t>block</a:t>
            </a:r>
            <a:r>
              <a:rPr sz="2050" spc="60" dirty="0">
                <a:solidFill>
                  <a:srgbClr val="343D38"/>
                </a:solidFill>
                <a:latin typeface="Arial"/>
                <a:cs typeface="Arial"/>
              </a:rPr>
              <a:t> </a:t>
            </a:r>
            <a:r>
              <a:rPr sz="2050" spc="50" dirty="0">
                <a:solidFill>
                  <a:srgbClr val="343D38"/>
                </a:solidFill>
                <a:latin typeface="Arial"/>
                <a:cs typeface="Arial"/>
              </a:rPr>
              <a:t>o</a:t>
            </a:r>
            <a:r>
              <a:rPr sz="2050" spc="50" dirty="0">
                <a:solidFill>
                  <a:srgbClr val="1A2F23"/>
                </a:solidFill>
                <a:latin typeface="Arial"/>
                <a:cs typeface="Arial"/>
              </a:rPr>
              <a:t>f</a:t>
            </a:r>
            <a:r>
              <a:rPr sz="2050" spc="295" dirty="0">
                <a:solidFill>
                  <a:srgbClr val="1A2F23"/>
                </a:solidFill>
                <a:latin typeface="Arial"/>
                <a:cs typeface="Arial"/>
              </a:rPr>
              <a:t> </a:t>
            </a:r>
            <a:r>
              <a:rPr sz="2050" spc="65" dirty="0">
                <a:solidFill>
                  <a:srgbClr val="1A2F23"/>
                </a:solidFill>
                <a:latin typeface="Arial"/>
                <a:cs typeface="Arial"/>
              </a:rPr>
              <a:t>l</a:t>
            </a:r>
            <a:r>
              <a:rPr sz="2050" spc="65" dirty="0">
                <a:solidFill>
                  <a:srgbClr val="343D38"/>
                </a:solidFill>
                <a:latin typeface="Arial"/>
                <a:cs typeface="Arial"/>
              </a:rPr>
              <a:t>and,</a:t>
            </a:r>
            <a:r>
              <a:rPr sz="2050" spc="190" dirty="0">
                <a:solidFill>
                  <a:srgbClr val="343D38"/>
                </a:solidFill>
                <a:latin typeface="Arial"/>
                <a:cs typeface="Arial"/>
              </a:rPr>
              <a:t> </a:t>
            </a:r>
            <a:r>
              <a:rPr sz="2050" spc="105" dirty="0">
                <a:solidFill>
                  <a:srgbClr val="343D38"/>
                </a:solidFill>
                <a:latin typeface="Arial"/>
                <a:cs typeface="Arial"/>
              </a:rPr>
              <a:t>build </a:t>
            </a:r>
            <a:r>
              <a:rPr sz="2050" spc="65" dirty="0">
                <a:solidFill>
                  <a:srgbClr val="343D38"/>
                </a:solidFill>
                <a:latin typeface="Arial"/>
                <a:cs typeface="Arial"/>
              </a:rPr>
              <a:t>build</a:t>
            </a:r>
            <a:r>
              <a:rPr sz="2050" spc="65" dirty="0">
                <a:solidFill>
                  <a:srgbClr val="1A2F23"/>
                </a:solidFill>
                <a:latin typeface="Arial"/>
                <a:cs typeface="Arial"/>
              </a:rPr>
              <a:t>i</a:t>
            </a:r>
            <a:r>
              <a:rPr sz="2050" spc="65" dirty="0">
                <a:solidFill>
                  <a:srgbClr val="343D38"/>
                </a:solidFill>
                <a:latin typeface="Arial"/>
                <a:cs typeface="Arial"/>
              </a:rPr>
              <a:t>ngs,</a:t>
            </a:r>
            <a:r>
              <a:rPr sz="2050" spc="-80" dirty="0">
                <a:solidFill>
                  <a:srgbClr val="343D38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srgbClr val="343D38"/>
                </a:solidFill>
                <a:latin typeface="Arial"/>
                <a:cs typeface="Arial"/>
              </a:rPr>
              <a:t>a</a:t>
            </a:r>
            <a:r>
              <a:rPr sz="2050" dirty="0">
                <a:solidFill>
                  <a:srgbClr val="1A2F23"/>
                </a:solidFill>
                <a:latin typeface="Arial"/>
                <a:cs typeface="Arial"/>
              </a:rPr>
              <a:t>nd</a:t>
            </a:r>
            <a:r>
              <a:rPr sz="2050" spc="-25" dirty="0">
                <a:solidFill>
                  <a:srgbClr val="1A2F23"/>
                </a:solidFill>
                <a:latin typeface="Arial"/>
                <a:cs typeface="Arial"/>
              </a:rPr>
              <a:t> </a:t>
            </a:r>
            <a:r>
              <a:rPr sz="2050" spc="50" dirty="0">
                <a:solidFill>
                  <a:srgbClr val="343D38"/>
                </a:solidFill>
                <a:latin typeface="Arial"/>
                <a:cs typeface="Arial"/>
              </a:rPr>
              <a:t>also</a:t>
            </a:r>
            <a:r>
              <a:rPr sz="2050" spc="-85" dirty="0">
                <a:solidFill>
                  <a:srgbClr val="343D38"/>
                </a:solidFill>
                <a:latin typeface="Arial"/>
                <a:cs typeface="Arial"/>
              </a:rPr>
              <a:t> </a:t>
            </a:r>
            <a:r>
              <a:rPr sz="2050" u="heavy" spc="85" dirty="0">
                <a:solidFill>
                  <a:srgbClr val="343D38"/>
                </a:solidFill>
                <a:uFill>
                  <a:solidFill>
                    <a:srgbClr val="4B4D2A"/>
                  </a:solidFill>
                </a:uFill>
                <a:latin typeface="Arial"/>
                <a:cs typeface="Arial"/>
              </a:rPr>
              <a:t>involve</a:t>
            </a:r>
            <a:r>
              <a:rPr sz="2050" u="heavy" spc="-120" dirty="0">
                <a:solidFill>
                  <a:srgbClr val="343D38"/>
                </a:solidFill>
                <a:uFill>
                  <a:solidFill>
                    <a:srgbClr val="4B4D2A"/>
                  </a:solidFill>
                </a:uFill>
                <a:latin typeface="Arial"/>
                <a:cs typeface="Arial"/>
              </a:rPr>
              <a:t> </a:t>
            </a:r>
            <a:r>
              <a:rPr sz="2050" u="heavy" spc="75" dirty="0">
                <a:solidFill>
                  <a:srgbClr val="343D38"/>
                </a:solidFill>
                <a:uFill>
                  <a:solidFill>
                    <a:srgbClr val="4B4D2A"/>
                  </a:solidFill>
                </a:uFill>
                <a:latin typeface="Arial"/>
                <a:cs typeface="Arial"/>
              </a:rPr>
              <a:t>in</a:t>
            </a:r>
            <a:r>
              <a:rPr sz="2050" u="heavy" spc="70" dirty="0">
                <a:solidFill>
                  <a:srgbClr val="343D38"/>
                </a:solidFill>
                <a:uFill>
                  <a:solidFill>
                    <a:srgbClr val="4B4D2A"/>
                  </a:solidFill>
                </a:uFill>
                <a:latin typeface="Arial"/>
                <a:cs typeface="Arial"/>
              </a:rPr>
              <a:t> </a:t>
            </a:r>
            <a:r>
              <a:rPr sz="2050" u="heavy" spc="130" dirty="0">
                <a:solidFill>
                  <a:srgbClr val="343D38"/>
                </a:solidFill>
                <a:uFill>
                  <a:solidFill>
                    <a:srgbClr val="4B4D2A"/>
                  </a:solidFill>
                </a:uFill>
                <a:latin typeface="Arial"/>
                <a:cs typeface="Arial"/>
              </a:rPr>
              <a:t>t</a:t>
            </a:r>
            <a:r>
              <a:rPr sz="2050" u="heavy" spc="130" dirty="0">
                <a:solidFill>
                  <a:srgbClr val="1A2F23"/>
                </a:solidFill>
                <a:uFill>
                  <a:solidFill>
                    <a:srgbClr val="4B4D2A"/>
                  </a:solidFill>
                </a:uFill>
                <a:latin typeface="Arial"/>
                <a:cs typeface="Arial"/>
              </a:rPr>
              <a:t>h</a:t>
            </a:r>
            <a:r>
              <a:rPr sz="2050" u="heavy" spc="130" dirty="0">
                <a:solidFill>
                  <a:srgbClr val="343D38"/>
                </a:solidFill>
                <a:uFill>
                  <a:solidFill>
                    <a:srgbClr val="4B4D2A"/>
                  </a:solidFill>
                </a:uFill>
                <a:latin typeface="Arial"/>
                <a:cs typeface="Arial"/>
              </a:rPr>
              <a:t>e</a:t>
            </a:r>
            <a:r>
              <a:rPr sz="2050" u="heavy" spc="-60" dirty="0">
                <a:solidFill>
                  <a:srgbClr val="343D38"/>
                </a:solidFill>
                <a:uFill>
                  <a:solidFill>
                    <a:srgbClr val="4B4D2A"/>
                  </a:solidFill>
                </a:uFill>
                <a:latin typeface="Arial"/>
                <a:cs typeface="Arial"/>
              </a:rPr>
              <a:t> </a:t>
            </a:r>
            <a:r>
              <a:rPr sz="2050" u="heavy" spc="90" dirty="0">
                <a:solidFill>
                  <a:srgbClr val="343D38"/>
                </a:solidFill>
                <a:uFill>
                  <a:solidFill>
                    <a:srgbClr val="4B4D2A"/>
                  </a:solidFill>
                </a:uFill>
                <a:latin typeface="Arial"/>
                <a:cs typeface="Arial"/>
              </a:rPr>
              <a:t>operation</a:t>
            </a:r>
            <a:r>
              <a:rPr sz="2050" u="heavy" spc="15" dirty="0">
                <a:solidFill>
                  <a:srgbClr val="343D38"/>
                </a:solidFill>
                <a:uFill>
                  <a:solidFill>
                    <a:srgbClr val="4B4D2A"/>
                  </a:solidFill>
                </a:uFill>
                <a:latin typeface="Arial"/>
                <a:cs typeface="Arial"/>
              </a:rPr>
              <a:t> </a:t>
            </a:r>
            <a:r>
              <a:rPr sz="2050" u="heavy" spc="80" dirty="0">
                <a:solidFill>
                  <a:srgbClr val="343D38"/>
                </a:solidFill>
                <a:uFill>
                  <a:solidFill>
                    <a:srgbClr val="4B4D2A"/>
                  </a:solidFill>
                </a:uFill>
                <a:latin typeface="Arial"/>
                <a:cs typeface="Arial"/>
              </a:rPr>
              <a:t>of</a:t>
            </a:r>
            <a:r>
              <a:rPr sz="2050" u="heavy" spc="85" dirty="0">
                <a:solidFill>
                  <a:srgbClr val="343D38"/>
                </a:solidFill>
                <a:uFill>
                  <a:solidFill>
                    <a:srgbClr val="4B4D2A"/>
                  </a:solidFill>
                </a:uFill>
                <a:latin typeface="Arial"/>
                <a:cs typeface="Arial"/>
              </a:rPr>
              <a:t> </a:t>
            </a:r>
            <a:r>
              <a:rPr sz="2050" u="heavy" spc="95" dirty="0">
                <a:solidFill>
                  <a:srgbClr val="343D38"/>
                </a:solidFill>
                <a:uFill>
                  <a:solidFill>
                    <a:srgbClr val="4B4D2A"/>
                  </a:solidFill>
                </a:uFill>
                <a:latin typeface="Arial"/>
                <a:cs typeface="Arial"/>
              </a:rPr>
              <a:t>yo</a:t>
            </a:r>
            <a:r>
              <a:rPr sz="2050" u="heavy" spc="95" dirty="0">
                <a:solidFill>
                  <a:srgbClr val="1A2F23"/>
                </a:solidFill>
                <a:uFill>
                  <a:solidFill>
                    <a:srgbClr val="4B4D2A"/>
                  </a:solidFill>
                </a:uFill>
                <a:latin typeface="Arial"/>
                <a:cs typeface="Arial"/>
              </a:rPr>
              <a:t>ur</a:t>
            </a:r>
            <a:r>
              <a:rPr sz="2050" u="heavy" spc="20" dirty="0">
                <a:solidFill>
                  <a:srgbClr val="1A2F23"/>
                </a:solidFill>
                <a:uFill>
                  <a:solidFill>
                    <a:srgbClr val="4B4D2A"/>
                  </a:solidFill>
                </a:uFill>
                <a:latin typeface="Arial"/>
                <a:cs typeface="Arial"/>
              </a:rPr>
              <a:t> </a:t>
            </a:r>
            <a:r>
              <a:rPr sz="2050" u="heavy" spc="70" dirty="0">
                <a:solidFill>
                  <a:srgbClr val="343D38"/>
                </a:solidFill>
                <a:uFill>
                  <a:solidFill>
                    <a:srgbClr val="4B4D2A"/>
                  </a:solidFill>
                </a:uFill>
                <a:latin typeface="Arial"/>
                <a:cs typeface="Arial"/>
              </a:rPr>
              <a:t>properties.</a:t>
            </a:r>
            <a:r>
              <a:rPr sz="2050" u="heavy" spc="-5" dirty="0">
                <a:solidFill>
                  <a:srgbClr val="343D38"/>
                </a:solidFill>
                <a:uFill>
                  <a:solidFill>
                    <a:srgbClr val="4B4D2A"/>
                  </a:solidFill>
                </a:uFill>
                <a:latin typeface="Arial"/>
                <a:cs typeface="Arial"/>
              </a:rPr>
              <a:t> </a:t>
            </a:r>
            <a:r>
              <a:rPr sz="1900" b="1" u="heavy" dirty="0">
                <a:solidFill>
                  <a:srgbClr val="1A2F23"/>
                </a:solidFill>
                <a:uFill>
                  <a:solidFill>
                    <a:srgbClr val="4B4D2A"/>
                  </a:solidFill>
                </a:uFill>
                <a:latin typeface="Arial"/>
                <a:cs typeface="Arial"/>
              </a:rPr>
              <a:t>Your</a:t>
            </a:r>
            <a:r>
              <a:rPr sz="1900" b="1" u="heavy" spc="5" dirty="0">
                <a:solidFill>
                  <a:srgbClr val="1A2F23"/>
                </a:solidFill>
                <a:uFill>
                  <a:solidFill>
                    <a:srgbClr val="4B4D2A"/>
                  </a:solidFill>
                </a:uFill>
                <a:latin typeface="Arial"/>
                <a:cs typeface="Arial"/>
              </a:rPr>
              <a:t> </a:t>
            </a:r>
            <a:r>
              <a:rPr sz="1900" b="1" u="heavy" dirty="0">
                <a:solidFill>
                  <a:srgbClr val="1A2F23"/>
                </a:solidFill>
                <a:uFill>
                  <a:solidFill>
                    <a:srgbClr val="4B4D2A"/>
                  </a:solidFill>
                </a:uFill>
                <a:latin typeface="Arial"/>
                <a:cs typeface="Arial"/>
              </a:rPr>
              <a:t>P-erformance</a:t>
            </a:r>
            <a:r>
              <a:rPr sz="1900" b="1" u="heavy" spc="35" dirty="0">
                <a:solidFill>
                  <a:srgbClr val="1A2F23"/>
                </a:solidFill>
                <a:uFill>
                  <a:solidFill>
                    <a:srgbClr val="4B4D2A"/>
                  </a:solidFill>
                </a:uFill>
                <a:latin typeface="Arial"/>
                <a:cs typeface="Arial"/>
              </a:rPr>
              <a:t> </a:t>
            </a:r>
            <a:r>
              <a:rPr sz="1900" b="1" u="heavy" spc="65" dirty="0">
                <a:solidFill>
                  <a:srgbClr val="1A2F23"/>
                </a:solidFill>
                <a:uFill>
                  <a:solidFill>
                    <a:srgbClr val="4B4D2A"/>
                  </a:solidFill>
                </a:uFill>
                <a:latin typeface="Arial"/>
                <a:cs typeface="Arial"/>
              </a:rPr>
              <a:t>is</a:t>
            </a:r>
            <a:r>
              <a:rPr sz="1900" b="1" u="heavy" spc="-190" dirty="0">
                <a:solidFill>
                  <a:srgbClr val="1A2F23"/>
                </a:solidFill>
                <a:uFill>
                  <a:solidFill>
                    <a:srgbClr val="4B4D2A"/>
                  </a:solidFill>
                </a:uFill>
                <a:latin typeface="Arial"/>
                <a:cs typeface="Arial"/>
              </a:rPr>
              <a:t> </a:t>
            </a:r>
            <a:r>
              <a:rPr sz="1900" b="1" u="heavy" spc="85" dirty="0">
                <a:solidFill>
                  <a:srgbClr val="1A2F23"/>
                </a:solidFill>
                <a:uFill>
                  <a:solidFill>
                    <a:srgbClr val="4B4D2A"/>
                  </a:solidFill>
                </a:uFill>
                <a:latin typeface="Arial"/>
                <a:cs typeface="Arial"/>
              </a:rPr>
              <a:t>marked</a:t>
            </a:r>
            <a:r>
              <a:rPr sz="1900" b="1" u="heavy" spc="25" dirty="0">
                <a:solidFill>
                  <a:srgbClr val="1A2F23"/>
                </a:solidFill>
                <a:uFill>
                  <a:solidFill>
                    <a:srgbClr val="4B4D2A"/>
                  </a:solidFill>
                </a:uFill>
                <a:latin typeface="Arial"/>
                <a:cs typeface="Arial"/>
              </a:rPr>
              <a:t> </a:t>
            </a:r>
            <a:r>
              <a:rPr sz="1900" b="1" u="heavy" dirty="0">
                <a:solidFill>
                  <a:srgbClr val="343D38"/>
                </a:solidFill>
                <a:uFill>
                  <a:solidFill>
                    <a:srgbClr val="4B4D2A"/>
                  </a:solidFill>
                </a:uFill>
                <a:latin typeface="Arial"/>
                <a:cs typeface="Arial"/>
              </a:rPr>
              <a:t>i</a:t>
            </a:r>
            <a:r>
              <a:rPr sz="1900" b="1" u="heavy" dirty="0">
                <a:solidFill>
                  <a:srgbClr val="1A2F23"/>
                </a:solidFill>
                <a:uFill>
                  <a:solidFill>
                    <a:srgbClr val="4B4D2A"/>
                  </a:solidFill>
                </a:uFill>
                <a:latin typeface="Arial"/>
                <a:cs typeface="Arial"/>
              </a:rPr>
              <a:t>n</a:t>
            </a:r>
            <a:r>
              <a:rPr sz="1900" b="1" u="heavy" spc="60" dirty="0">
                <a:solidFill>
                  <a:srgbClr val="1A2F23"/>
                </a:solidFill>
                <a:uFill>
                  <a:solidFill>
                    <a:srgbClr val="4B4D2A"/>
                  </a:solidFill>
                </a:uFill>
                <a:latin typeface="Arial"/>
                <a:cs typeface="Arial"/>
              </a:rPr>
              <a:t> </a:t>
            </a:r>
            <a:r>
              <a:rPr sz="1900" b="1" u="heavy" spc="70" dirty="0">
                <a:solidFill>
                  <a:srgbClr val="1A2F23"/>
                </a:solidFill>
                <a:uFill>
                  <a:solidFill>
                    <a:srgbClr val="4B4D2A"/>
                  </a:solidFill>
                </a:uFill>
                <a:latin typeface="Arial"/>
                <a:cs typeface="Arial"/>
              </a:rPr>
              <a:t>several</a:t>
            </a:r>
            <a:r>
              <a:rPr sz="1900" b="1" u="heavy" spc="-190" dirty="0">
                <a:solidFill>
                  <a:srgbClr val="1A2F23"/>
                </a:solidFill>
                <a:uFill>
                  <a:solidFill>
                    <a:srgbClr val="4B4D2A"/>
                  </a:solidFill>
                </a:uFill>
                <a:latin typeface="Arial"/>
                <a:cs typeface="Arial"/>
              </a:rPr>
              <a:t> </a:t>
            </a:r>
            <a:r>
              <a:rPr sz="1900" b="1" u="heavy" spc="40" dirty="0">
                <a:solidFill>
                  <a:srgbClr val="1A2F23"/>
                </a:solidFill>
                <a:uFill>
                  <a:solidFill>
                    <a:srgbClr val="4B4D2A"/>
                  </a:solidFill>
                </a:uFill>
                <a:latin typeface="Arial"/>
                <a:cs typeface="Arial"/>
              </a:rPr>
              <a:t>dimens</a:t>
            </a:r>
            <a:r>
              <a:rPr sz="1900" b="1" u="heavy" spc="40" dirty="0">
                <a:solidFill>
                  <a:srgbClr val="343D38"/>
                </a:solidFill>
                <a:uFill>
                  <a:solidFill>
                    <a:srgbClr val="4B4D2A"/>
                  </a:solidFill>
                </a:uFill>
                <a:latin typeface="Arial"/>
                <a:cs typeface="Arial"/>
              </a:rPr>
              <a:t>i</a:t>
            </a:r>
            <a:r>
              <a:rPr sz="1900" b="1" u="heavy" spc="40" dirty="0">
                <a:solidFill>
                  <a:srgbClr val="1A2F23"/>
                </a:solidFill>
                <a:uFill>
                  <a:solidFill>
                    <a:srgbClr val="4B4D2A"/>
                  </a:solidFill>
                </a:uFill>
                <a:latin typeface="Arial"/>
                <a:cs typeface="Arial"/>
              </a:rPr>
              <a:t>ons</a:t>
            </a:r>
            <a:r>
              <a:rPr sz="1900" b="1" u="heavy" spc="40" dirty="0">
                <a:solidFill>
                  <a:srgbClr val="4B4D2A"/>
                </a:solidFill>
                <a:uFill>
                  <a:solidFill>
                    <a:srgbClr val="4B4D2A"/>
                  </a:solidFill>
                </a:uFill>
                <a:latin typeface="Arial"/>
                <a:cs typeface="Arial"/>
              </a:rPr>
              <a:t>.</a:t>
            </a:r>
            <a:endParaRPr sz="19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45141" y="1736043"/>
            <a:ext cx="2779395" cy="72009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7305">
              <a:lnSpc>
                <a:spcPct val="100000"/>
              </a:lnSpc>
              <a:spcBef>
                <a:spcPts val="110"/>
              </a:spcBef>
            </a:pPr>
            <a:r>
              <a:rPr sz="2300" spc="340" dirty="0">
                <a:solidFill>
                  <a:srgbClr val="343D38"/>
                </a:solidFill>
                <a:latin typeface="Times New Roman"/>
                <a:cs typeface="Times New Roman"/>
              </a:rPr>
              <a:t>St</a:t>
            </a:r>
            <a:r>
              <a:rPr sz="2300" spc="340" dirty="0">
                <a:solidFill>
                  <a:srgbClr val="3D5D50"/>
                </a:solidFill>
                <a:latin typeface="Times New Roman"/>
                <a:cs typeface="Times New Roman"/>
              </a:rPr>
              <a:t>e</a:t>
            </a:r>
            <a:r>
              <a:rPr sz="2300" spc="340" dirty="0">
                <a:solidFill>
                  <a:srgbClr val="343D38"/>
                </a:solidFill>
                <a:latin typeface="Times New Roman"/>
                <a:cs typeface="Times New Roman"/>
              </a:rPr>
              <a:t>p</a:t>
            </a:r>
            <a:r>
              <a:rPr sz="2300" spc="245" dirty="0">
                <a:solidFill>
                  <a:srgbClr val="343D38"/>
                </a:solidFill>
                <a:latin typeface="Times New Roman"/>
                <a:cs typeface="Times New Roman"/>
              </a:rPr>
              <a:t> </a:t>
            </a:r>
            <a:r>
              <a:rPr sz="2300" spc="375" dirty="0">
                <a:solidFill>
                  <a:srgbClr val="343D38"/>
                </a:solidFill>
                <a:latin typeface="Times New Roman"/>
                <a:cs typeface="Times New Roman"/>
              </a:rPr>
              <a:t>1</a:t>
            </a:r>
            <a:r>
              <a:rPr sz="2300" spc="-135" dirty="0">
                <a:solidFill>
                  <a:srgbClr val="343D38"/>
                </a:solidFill>
                <a:latin typeface="Times New Roman"/>
                <a:cs typeface="Times New Roman"/>
              </a:rPr>
              <a:t> </a:t>
            </a:r>
            <a:r>
              <a:rPr sz="2300" spc="200" dirty="0">
                <a:solidFill>
                  <a:srgbClr val="1A2F23"/>
                </a:solidFill>
                <a:latin typeface="Times New Roman"/>
                <a:cs typeface="Times New Roman"/>
              </a:rPr>
              <a:t>-</a:t>
            </a:r>
            <a:endParaRPr sz="2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5"/>
              </a:spcBef>
              <a:tabLst>
                <a:tab pos="1883410" algn="l"/>
              </a:tabLst>
            </a:pPr>
            <a:r>
              <a:rPr sz="2200" b="1" spc="430" dirty="0">
                <a:solidFill>
                  <a:srgbClr val="1A2F23"/>
                </a:solidFill>
                <a:latin typeface="Arial"/>
                <a:cs typeface="Arial"/>
              </a:rPr>
              <a:t>Purchase</a:t>
            </a:r>
            <a:r>
              <a:rPr sz="2200" b="1" dirty="0">
                <a:solidFill>
                  <a:srgbClr val="1A2F23"/>
                </a:solidFill>
                <a:latin typeface="Arial"/>
                <a:cs typeface="Arial"/>
              </a:rPr>
              <a:t>	</a:t>
            </a:r>
            <a:r>
              <a:rPr sz="2200" b="1" spc="395" dirty="0">
                <a:solidFill>
                  <a:srgbClr val="1A2F23"/>
                </a:solidFill>
                <a:latin typeface="Arial"/>
                <a:cs typeface="Arial"/>
              </a:rPr>
              <a:t>Land</a:t>
            </a:r>
            <a:endParaRPr sz="22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5625787" y="970280"/>
            <a:ext cx="2480945" cy="72009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04595">
              <a:lnSpc>
                <a:spcPct val="100000"/>
              </a:lnSpc>
              <a:spcBef>
                <a:spcPts val="110"/>
              </a:spcBef>
            </a:pPr>
            <a:r>
              <a:rPr sz="2300" spc="405" dirty="0">
                <a:solidFill>
                  <a:srgbClr val="343D38"/>
                </a:solidFill>
                <a:latin typeface="Times New Roman"/>
                <a:cs typeface="Times New Roman"/>
              </a:rPr>
              <a:t>Step</a:t>
            </a:r>
            <a:r>
              <a:rPr sz="2300" spc="200" dirty="0">
                <a:solidFill>
                  <a:srgbClr val="343D38"/>
                </a:solidFill>
                <a:latin typeface="Times New Roman"/>
                <a:cs typeface="Times New Roman"/>
              </a:rPr>
              <a:t> </a:t>
            </a:r>
            <a:r>
              <a:rPr sz="2300" spc="459" dirty="0">
                <a:solidFill>
                  <a:srgbClr val="343D38"/>
                </a:solidFill>
                <a:latin typeface="Times New Roman"/>
                <a:cs typeface="Times New Roman"/>
              </a:rPr>
              <a:t>2</a:t>
            </a:r>
            <a:r>
              <a:rPr sz="2300" spc="-30" dirty="0">
                <a:solidFill>
                  <a:srgbClr val="343D38"/>
                </a:solidFill>
                <a:latin typeface="Times New Roman"/>
                <a:cs typeface="Times New Roman"/>
              </a:rPr>
              <a:t> </a:t>
            </a:r>
            <a:r>
              <a:rPr sz="2300" spc="254" dirty="0">
                <a:solidFill>
                  <a:srgbClr val="343D38"/>
                </a:solidFill>
                <a:latin typeface="Times New Roman"/>
                <a:cs typeface="Times New Roman"/>
              </a:rPr>
              <a:t>-</a:t>
            </a:r>
            <a:endParaRPr sz="2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z="2200" b="1" spc="450" dirty="0">
                <a:solidFill>
                  <a:srgbClr val="1A2F23"/>
                </a:solidFill>
                <a:latin typeface="Arial"/>
                <a:cs typeface="Arial"/>
              </a:rPr>
              <a:t>Construction</a:t>
            </a:r>
            <a:endParaRPr sz="22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80396" y="2715137"/>
            <a:ext cx="2791460" cy="696595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822960">
              <a:lnSpc>
                <a:spcPct val="100000"/>
              </a:lnSpc>
              <a:spcBef>
                <a:spcPts val="740"/>
              </a:spcBef>
            </a:pPr>
            <a:r>
              <a:rPr sz="1700" b="1" spc="-110" dirty="0">
                <a:solidFill>
                  <a:srgbClr val="528997"/>
                </a:solidFill>
                <a:latin typeface="Times New Roman"/>
                <a:cs typeface="Times New Roman"/>
              </a:rPr>
              <a:t>LAND</a:t>
            </a:r>
            <a:r>
              <a:rPr sz="1700" b="1" spc="5" dirty="0">
                <a:solidFill>
                  <a:srgbClr val="528997"/>
                </a:solidFill>
                <a:latin typeface="Times New Roman"/>
                <a:cs typeface="Times New Roman"/>
              </a:rPr>
              <a:t> </a:t>
            </a:r>
            <a:r>
              <a:rPr sz="1700" b="1" spc="-35" dirty="0">
                <a:solidFill>
                  <a:srgbClr val="528997"/>
                </a:solidFill>
                <a:latin typeface="Times New Roman"/>
                <a:cs typeface="Times New Roman"/>
              </a:rPr>
              <a:t>ATTRIBUTE</a:t>
            </a:r>
            <a:endParaRPr sz="1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sz="1350" dirty="0">
                <a:solidFill>
                  <a:srgbClr val="7EA5AC"/>
                </a:solidFill>
                <a:latin typeface="Arial"/>
                <a:cs typeface="Arial"/>
              </a:rPr>
              <a:t>Land</a:t>
            </a:r>
            <a:r>
              <a:rPr sz="1350" spc="-130" dirty="0">
                <a:solidFill>
                  <a:srgbClr val="7EA5AC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528997"/>
                </a:solidFill>
                <a:latin typeface="Arial"/>
                <a:cs typeface="Arial"/>
              </a:rPr>
              <a:t>u</a:t>
            </a:r>
            <a:r>
              <a:rPr sz="1550" b="1" dirty="0">
                <a:solidFill>
                  <a:srgbClr val="7EA5AC"/>
                </a:solidFill>
                <a:latin typeface="Arial"/>
                <a:cs typeface="Arial"/>
              </a:rPr>
              <a:t>se.</a:t>
            </a:r>
            <a:r>
              <a:rPr sz="1550" b="1" dirty="0">
                <a:solidFill>
                  <a:srgbClr val="3B7087"/>
                </a:solidFill>
                <a:latin typeface="Arial"/>
                <a:cs typeface="Arial"/>
              </a:rPr>
              <a:t>Innovation</a:t>
            </a:r>
            <a:r>
              <a:rPr sz="1550" b="1" spc="240" dirty="0">
                <a:solidFill>
                  <a:srgbClr val="3B7087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3B7087"/>
                </a:solidFill>
                <a:latin typeface="Times New Roman"/>
                <a:cs typeface="Times New Roman"/>
              </a:rPr>
              <a:t>&amp;</a:t>
            </a:r>
            <a:r>
              <a:rPr sz="1650" spc="-20" dirty="0">
                <a:solidFill>
                  <a:srgbClr val="3B7087"/>
                </a:solidFill>
                <a:latin typeface="Times New Roman"/>
                <a:cs typeface="Times New Roman"/>
              </a:rPr>
              <a:t> </a:t>
            </a:r>
            <a:r>
              <a:rPr sz="1550" b="1" spc="100" dirty="0">
                <a:solidFill>
                  <a:srgbClr val="3B7087"/>
                </a:solidFill>
                <a:latin typeface="Arial"/>
                <a:cs typeface="Arial"/>
              </a:rPr>
              <a:t>Techn</a:t>
            </a:r>
            <a:endParaRPr sz="155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80396" y="3442016"/>
            <a:ext cx="2651760" cy="814705"/>
          </a:xfrm>
          <a:prstGeom prst="rect">
            <a:avLst/>
          </a:prstGeom>
        </p:spPr>
        <p:txBody>
          <a:bodyPr vert="horz" wrap="square" lIns="0" tIns="145415" rIns="0" bIns="0" rtlCol="0">
            <a:spAutoFit/>
          </a:bodyPr>
          <a:lstStyle/>
          <a:p>
            <a:pPr marL="22225">
              <a:lnSpc>
                <a:spcPct val="100000"/>
              </a:lnSpc>
              <a:spcBef>
                <a:spcPts val="1145"/>
              </a:spcBef>
            </a:pPr>
            <a:r>
              <a:rPr sz="1450" spc="-30" dirty="0">
                <a:solidFill>
                  <a:srgbClr val="7EA5AC"/>
                </a:solidFill>
                <a:latin typeface="Times New Roman"/>
                <a:cs typeface="Times New Roman"/>
              </a:rPr>
              <a:t>F</a:t>
            </a:r>
            <a:r>
              <a:rPr sz="1450" spc="-30" dirty="0">
                <a:solidFill>
                  <a:srgbClr val="528997"/>
                </a:solidFill>
                <a:latin typeface="Times New Roman"/>
                <a:cs typeface="Times New Roman"/>
              </a:rPr>
              <a:t>l</a:t>
            </a:r>
            <a:r>
              <a:rPr sz="1450" spc="-30" dirty="0">
                <a:solidFill>
                  <a:srgbClr val="7EA5AC"/>
                </a:solidFill>
                <a:latin typeface="Times New Roman"/>
                <a:cs typeface="Times New Roman"/>
              </a:rPr>
              <a:t>oor</a:t>
            </a:r>
            <a:r>
              <a:rPr sz="1450" spc="-5" dirty="0">
                <a:solidFill>
                  <a:srgbClr val="7EA5AC"/>
                </a:solidFill>
                <a:latin typeface="Times New Roman"/>
                <a:cs typeface="Times New Roman"/>
              </a:rPr>
              <a:t> </a:t>
            </a:r>
            <a:r>
              <a:rPr sz="1350" spc="-25" dirty="0">
                <a:solidFill>
                  <a:srgbClr val="7EA5AC"/>
                </a:solidFill>
                <a:latin typeface="Arial"/>
                <a:cs typeface="Arial"/>
              </a:rPr>
              <a:t>Area</a:t>
            </a:r>
            <a:r>
              <a:rPr sz="1350" spc="-175" dirty="0">
                <a:solidFill>
                  <a:srgbClr val="7EA5AC"/>
                </a:solidFill>
                <a:latin typeface="Arial"/>
                <a:cs typeface="Arial"/>
              </a:rPr>
              <a:t> </a:t>
            </a:r>
            <a:r>
              <a:rPr sz="1450" spc="-40" dirty="0">
                <a:solidFill>
                  <a:srgbClr val="7EA5AC"/>
                </a:solidFill>
                <a:latin typeface="Times New Roman"/>
                <a:cs typeface="Times New Roman"/>
              </a:rPr>
              <a:t>Ratio:</a:t>
            </a:r>
            <a:r>
              <a:rPr sz="1450" spc="-105" dirty="0">
                <a:solidFill>
                  <a:srgbClr val="7EA5AC"/>
                </a:solidFill>
                <a:latin typeface="Times New Roman"/>
                <a:cs typeface="Times New Roman"/>
              </a:rPr>
              <a:t> </a:t>
            </a:r>
            <a:r>
              <a:rPr sz="1600" b="1" spc="40" dirty="0">
                <a:solidFill>
                  <a:srgbClr val="3B7087"/>
                </a:solidFill>
                <a:latin typeface="Times New Roman"/>
                <a:cs typeface="Times New Roman"/>
              </a:rPr>
              <a:t>3</a:t>
            </a:r>
            <a:r>
              <a:rPr sz="1600" b="1" spc="40" dirty="0">
                <a:solidFill>
                  <a:srgbClr val="528997"/>
                </a:solidFill>
                <a:latin typeface="Times New Roman"/>
                <a:cs typeface="Times New Roman"/>
              </a:rPr>
              <a:t>.</a:t>
            </a:r>
            <a:r>
              <a:rPr sz="1600" b="1" spc="40" dirty="0">
                <a:solidFill>
                  <a:srgbClr val="3B7087"/>
                </a:solidFill>
                <a:latin typeface="Times New Roman"/>
                <a:cs typeface="Times New Roman"/>
              </a:rPr>
              <a:t>0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sz="1350" dirty="0">
                <a:solidFill>
                  <a:srgbClr val="7EA5AC"/>
                </a:solidFill>
                <a:latin typeface="Arial"/>
                <a:cs typeface="Arial"/>
              </a:rPr>
              <a:t>Build</a:t>
            </a:r>
            <a:r>
              <a:rPr sz="1350" dirty="0">
                <a:solidFill>
                  <a:srgbClr val="528997"/>
                </a:solidFill>
                <a:latin typeface="Arial"/>
                <a:cs typeface="Arial"/>
              </a:rPr>
              <a:t>i</a:t>
            </a:r>
            <a:r>
              <a:rPr sz="1350" dirty="0">
                <a:solidFill>
                  <a:srgbClr val="7EA5AC"/>
                </a:solidFill>
                <a:latin typeface="Arial"/>
                <a:cs typeface="Arial"/>
              </a:rPr>
              <a:t>ng</a:t>
            </a:r>
            <a:r>
              <a:rPr sz="1350" spc="-90" dirty="0">
                <a:solidFill>
                  <a:srgbClr val="7EA5AC"/>
                </a:solidFill>
                <a:latin typeface="Arial"/>
                <a:cs typeface="Arial"/>
              </a:rPr>
              <a:t> </a:t>
            </a:r>
            <a:r>
              <a:rPr sz="1350" spc="-20" dirty="0">
                <a:solidFill>
                  <a:srgbClr val="7EA5AC"/>
                </a:solidFill>
                <a:latin typeface="Arial"/>
                <a:cs typeface="Arial"/>
              </a:rPr>
              <a:t>Height</a:t>
            </a:r>
            <a:r>
              <a:rPr sz="1350" spc="-215" dirty="0">
                <a:solidFill>
                  <a:srgbClr val="7EA5AC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7EA5AC"/>
                </a:solidFill>
                <a:latin typeface="Arial"/>
                <a:cs typeface="Arial"/>
              </a:rPr>
              <a:t>Resttictions.</a:t>
            </a:r>
            <a:r>
              <a:rPr sz="1350" spc="-150" dirty="0">
                <a:solidFill>
                  <a:srgbClr val="7EA5AC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3B7087"/>
                </a:solidFill>
                <a:latin typeface="Arial"/>
                <a:cs typeface="Arial"/>
              </a:rPr>
              <a:t>75</a:t>
            </a:r>
            <a:r>
              <a:rPr sz="1500" b="1" spc="385" dirty="0">
                <a:solidFill>
                  <a:srgbClr val="3B7087"/>
                </a:solidFill>
                <a:latin typeface="Arial"/>
                <a:cs typeface="Arial"/>
              </a:rPr>
              <a:t> </a:t>
            </a:r>
            <a:r>
              <a:rPr sz="1750" b="1" spc="80" dirty="0">
                <a:solidFill>
                  <a:srgbClr val="3B7087"/>
                </a:solidFill>
                <a:latin typeface="Times New Roman"/>
                <a:cs typeface="Times New Roman"/>
              </a:rPr>
              <a:t>m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84694" y="4416212"/>
            <a:ext cx="2724785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512060" algn="l"/>
              </a:tabLst>
            </a:pPr>
            <a:r>
              <a:rPr sz="1350" dirty="0">
                <a:solidFill>
                  <a:srgbClr val="7EA5AC"/>
                </a:solidFill>
                <a:latin typeface="Arial"/>
                <a:cs typeface="Arial"/>
              </a:rPr>
              <a:t>One-timeCarbon</a:t>
            </a:r>
            <a:r>
              <a:rPr sz="1350" spc="-225" dirty="0">
                <a:solidFill>
                  <a:srgbClr val="7EA5AC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7EA5AC"/>
                </a:solidFill>
                <a:latin typeface="Arial"/>
                <a:cs typeface="Arial"/>
              </a:rPr>
              <a:t>Stock</a:t>
            </a:r>
            <a:r>
              <a:rPr sz="1350" spc="-180" dirty="0">
                <a:solidFill>
                  <a:srgbClr val="7EA5AC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7EA5AC"/>
                </a:solidFill>
                <a:latin typeface="Arial"/>
                <a:cs typeface="Arial"/>
              </a:rPr>
              <a:t>Loss:</a:t>
            </a:r>
            <a:r>
              <a:rPr sz="1350" dirty="0">
                <a:solidFill>
                  <a:srgbClr val="7EA5AC"/>
                </a:solidFill>
                <a:latin typeface="Arial"/>
                <a:cs typeface="Arial"/>
              </a:rPr>
              <a:t>	</a:t>
            </a:r>
            <a:r>
              <a:rPr sz="1600" b="1" spc="-25" dirty="0">
                <a:solidFill>
                  <a:srgbClr val="3B7087"/>
                </a:solidFill>
                <a:latin typeface="Times New Roman"/>
                <a:cs typeface="Times New Roman"/>
              </a:rPr>
              <a:t>22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830373" y="2514569"/>
            <a:ext cx="630555" cy="7607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800" b="1" i="1" spc="-325" dirty="0">
                <a:solidFill>
                  <a:srgbClr val="1A2F23"/>
                </a:solidFill>
                <a:latin typeface="Arial"/>
                <a:cs typeface="Arial"/>
              </a:rPr>
              <a:t>12</a:t>
            </a:r>
            <a:endParaRPr sz="48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7003166" y="2361415"/>
            <a:ext cx="826135" cy="5619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  <a:tabLst>
                <a:tab pos="577850" algn="l"/>
              </a:tabLst>
            </a:pPr>
            <a:r>
              <a:rPr sz="2900" spc="-415" dirty="0">
                <a:solidFill>
                  <a:srgbClr val="A0A895"/>
                </a:solidFill>
                <a:latin typeface="Times New Roman"/>
                <a:cs typeface="Times New Roman"/>
              </a:rPr>
              <a:t>""'</a:t>
            </a:r>
            <a:r>
              <a:rPr sz="2900" dirty="0">
                <a:solidFill>
                  <a:srgbClr val="A0A895"/>
                </a:solidFill>
                <a:latin typeface="Times New Roman"/>
                <a:cs typeface="Times New Roman"/>
              </a:rPr>
              <a:t>	</a:t>
            </a:r>
            <a:r>
              <a:rPr sz="3500" spc="-775" dirty="0">
                <a:solidFill>
                  <a:srgbClr val="343D38"/>
                </a:solidFill>
                <a:latin typeface="Times New Roman"/>
                <a:cs typeface="Times New Roman"/>
              </a:rPr>
              <a:t>.</a:t>
            </a:r>
            <a:r>
              <a:rPr sz="2850" spc="-667" baseline="20467" dirty="0">
                <a:solidFill>
                  <a:srgbClr val="4B4D2A"/>
                </a:solidFill>
                <a:latin typeface="Arial"/>
                <a:cs typeface="Arial"/>
              </a:rPr>
              <a:t>"</a:t>
            </a:r>
            <a:r>
              <a:rPr sz="3500" spc="-630" dirty="0">
                <a:solidFill>
                  <a:srgbClr val="343D38"/>
                </a:solidFill>
                <a:latin typeface="Times New Roman"/>
                <a:cs typeface="Times New Roman"/>
              </a:rPr>
              <a:t>.</a:t>
            </a:r>
            <a:r>
              <a:rPr sz="2850" spc="-337" baseline="20467" dirty="0">
                <a:solidFill>
                  <a:srgbClr val="4B4D2A"/>
                </a:solidFill>
                <a:latin typeface="Arial"/>
                <a:cs typeface="Arial"/>
              </a:rPr>
              <a:t>'</a:t>
            </a:r>
            <a:r>
              <a:rPr sz="3500" spc="-160" dirty="0">
                <a:solidFill>
                  <a:srgbClr val="343D38"/>
                </a:solidFill>
                <a:latin typeface="Times New Roman"/>
                <a:cs typeface="Times New Roman"/>
              </a:rPr>
              <a:t>.</a:t>
            </a:r>
            <a:endParaRPr sz="35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6912530" y="2782593"/>
            <a:ext cx="64135" cy="215265"/>
          </a:xfrm>
          <a:custGeom>
            <a:avLst/>
            <a:gdLst/>
            <a:ahLst/>
            <a:cxnLst/>
            <a:rect l="l" t="t" r="r" b="b"/>
            <a:pathLst>
              <a:path w="64134" h="215264">
                <a:moveTo>
                  <a:pt x="63676" y="214763"/>
                </a:moveTo>
                <a:lnTo>
                  <a:pt x="0" y="214763"/>
                </a:lnTo>
                <a:lnTo>
                  <a:pt x="0" y="0"/>
                </a:lnTo>
                <a:lnTo>
                  <a:pt x="63676" y="0"/>
                </a:lnTo>
                <a:lnTo>
                  <a:pt x="63676" y="214763"/>
                </a:lnTo>
                <a:close/>
              </a:path>
            </a:pathLst>
          </a:custGeom>
          <a:solidFill>
            <a:srgbClr val="DFEDD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7529655" y="2782593"/>
            <a:ext cx="26034" cy="215265"/>
          </a:xfrm>
          <a:custGeom>
            <a:avLst/>
            <a:gdLst/>
            <a:ahLst/>
            <a:cxnLst/>
            <a:rect l="l" t="t" r="r" b="b"/>
            <a:pathLst>
              <a:path w="26034" h="215264">
                <a:moveTo>
                  <a:pt x="25470" y="214763"/>
                </a:moveTo>
                <a:lnTo>
                  <a:pt x="0" y="214763"/>
                </a:lnTo>
                <a:lnTo>
                  <a:pt x="0" y="0"/>
                </a:lnTo>
                <a:lnTo>
                  <a:pt x="25470" y="0"/>
                </a:lnTo>
                <a:lnTo>
                  <a:pt x="25470" y="214763"/>
                </a:lnTo>
                <a:close/>
              </a:path>
            </a:pathLst>
          </a:custGeom>
          <a:solidFill>
            <a:srgbClr val="DFEDD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17428743" y="2776204"/>
            <a:ext cx="467359" cy="2171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50" spc="125" dirty="0">
                <a:solidFill>
                  <a:srgbClr val="7EA5AC"/>
                </a:solidFill>
                <a:latin typeface="Times New Roman"/>
                <a:cs typeface="Times New Roman"/>
              </a:rPr>
              <a:t>e</a:t>
            </a:r>
            <a:r>
              <a:rPr sz="1250" spc="125" dirty="0">
                <a:solidFill>
                  <a:srgbClr val="A3BAB6"/>
                </a:solidFill>
                <a:latin typeface="Times New Roman"/>
                <a:cs typeface="Times New Roman"/>
              </a:rPr>
              <a:t>i</a:t>
            </a:r>
            <a:r>
              <a:rPr sz="1250" spc="125" dirty="0">
                <a:solidFill>
                  <a:srgbClr val="62644D"/>
                </a:solidFill>
                <a:latin typeface="Times New Roman"/>
                <a:cs typeface="Times New Roman"/>
              </a:rPr>
              <a:t>uoo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7409165" y="2859161"/>
            <a:ext cx="568960" cy="332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322580" algn="l"/>
              </a:tabLst>
            </a:pPr>
            <a:r>
              <a:rPr sz="2000" b="1" u="heavy" dirty="0">
                <a:solidFill>
                  <a:srgbClr val="E6893B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2000" b="1" u="heavy" spc="-60" dirty="0">
                <a:solidFill>
                  <a:srgbClr val="E6893B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,</a:t>
            </a:r>
            <a:r>
              <a:rPr sz="2000" b="1" u="heavy" spc="-60" dirty="0">
                <a:solidFill>
                  <a:srgbClr val="CDB5AC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:</a:t>
            </a:r>
            <a:r>
              <a:rPr sz="2000" b="1" u="heavy" spc="-60" dirty="0">
                <a:solidFill>
                  <a:srgbClr val="E1A075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z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2483314" y="4862411"/>
            <a:ext cx="26034" cy="235585"/>
          </a:xfrm>
          <a:custGeom>
            <a:avLst/>
            <a:gdLst/>
            <a:ahLst/>
            <a:cxnLst/>
            <a:rect l="l" t="t" r="r" b="b"/>
            <a:pathLst>
              <a:path w="26035" h="235585">
                <a:moveTo>
                  <a:pt x="25470" y="235057"/>
                </a:moveTo>
                <a:lnTo>
                  <a:pt x="0" y="235057"/>
                </a:lnTo>
                <a:lnTo>
                  <a:pt x="0" y="0"/>
                </a:lnTo>
                <a:lnTo>
                  <a:pt x="25470" y="0"/>
                </a:lnTo>
                <a:lnTo>
                  <a:pt x="25470" y="235057"/>
                </a:lnTo>
                <a:close/>
              </a:path>
            </a:pathLst>
          </a:custGeom>
          <a:solidFill>
            <a:srgbClr val="CAED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280396" y="4856527"/>
            <a:ext cx="2262505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spc="-95" dirty="0">
                <a:solidFill>
                  <a:srgbClr val="7EA5AC"/>
                </a:solidFill>
                <a:latin typeface="Arial"/>
                <a:cs typeface="Arial"/>
              </a:rPr>
              <a:t>Long</a:t>
            </a:r>
            <a:r>
              <a:rPr sz="1350" spc="-95" dirty="0">
                <a:solidFill>
                  <a:srgbClr val="528997"/>
                </a:solidFill>
                <a:latin typeface="Arial"/>
                <a:cs typeface="Arial"/>
              </a:rPr>
              <a:t>-</a:t>
            </a:r>
            <a:r>
              <a:rPr sz="1350" spc="-55" dirty="0">
                <a:solidFill>
                  <a:srgbClr val="7EA5AC"/>
                </a:solidFill>
                <a:latin typeface="Arial"/>
                <a:cs typeface="Arial"/>
              </a:rPr>
              <a:t>ter111Carbon</a:t>
            </a:r>
            <a:r>
              <a:rPr sz="1350" spc="-70" dirty="0">
                <a:solidFill>
                  <a:srgbClr val="7EA5AC"/>
                </a:solidFill>
                <a:latin typeface="Arial"/>
                <a:cs typeface="Arial"/>
              </a:rPr>
              <a:t> </a:t>
            </a:r>
            <a:r>
              <a:rPr sz="1350" spc="-25" dirty="0">
                <a:solidFill>
                  <a:srgbClr val="7EA5AC"/>
                </a:solidFill>
                <a:latin typeface="Arial"/>
                <a:cs typeface="Arial"/>
              </a:rPr>
              <a:t>Stock</a:t>
            </a:r>
            <a:r>
              <a:rPr sz="1350" spc="-160" dirty="0">
                <a:solidFill>
                  <a:srgbClr val="7EA5AC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7EA5AC"/>
                </a:solidFill>
                <a:latin typeface="Arial"/>
                <a:cs typeface="Arial"/>
              </a:rPr>
              <a:t>Loss</a:t>
            </a:r>
            <a:r>
              <a:rPr sz="1350" spc="-10" dirty="0">
                <a:solidFill>
                  <a:srgbClr val="A3BAB6"/>
                </a:solidFill>
                <a:latin typeface="Arial"/>
                <a:cs typeface="Arial"/>
              </a:rPr>
              <a:t>:</a:t>
            </a:r>
            <a:endParaRPr sz="135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6388638" y="4334942"/>
            <a:ext cx="509905" cy="283845"/>
          </a:xfrm>
          <a:prstGeom prst="rect">
            <a:avLst/>
          </a:prstGeom>
          <a:solidFill>
            <a:srgbClr val="4B8315"/>
          </a:solidFill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550" b="1" spc="-20" dirty="0">
                <a:solidFill>
                  <a:srgbClr val="D8F2C1"/>
                </a:solidFill>
                <a:latin typeface="Arial"/>
                <a:cs typeface="Arial"/>
              </a:rPr>
              <a:t>Back</a:t>
            </a:r>
            <a:endParaRPr sz="155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7249390" y="4334942"/>
            <a:ext cx="649605" cy="283845"/>
          </a:xfrm>
          <a:prstGeom prst="rect">
            <a:avLst/>
          </a:prstGeom>
          <a:solidFill>
            <a:srgbClr val="4B8315"/>
          </a:solidFill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550" b="1" spc="50" dirty="0">
                <a:solidFill>
                  <a:srgbClr val="D8F2C1"/>
                </a:solidFill>
                <a:latin typeface="Arial"/>
                <a:cs typeface="Arial"/>
              </a:rPr>
              <a:t>Select</a:t>
            </a:r>
            <a:endParaRPr sz="155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882257" y="4869289"/>
            <a:ext cx="650875" cy="2628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20040" algn="l"/>
              </a:tabLst>
            </a:pPr>
            <a:r>
              <a:rPr sz="1550" b="1" spc="25" dirty="0">
                <a:solidFill>
                  <a:srgbClr val="3B7087"/>
                </a:solidFill>
                <a:latin typeface="Arial"/>
                <a:cs typeface="Arial"/>
              </a:rPr>
              <a:t>5</a:t>
            </a:r>
            <a:r>
              <a:rPr sz="1550" b="1" dirty="0">
                <a:solidFill>
                  <a:srgbClr val="3B7087"/>
                </a:solidFill>
                <a:latin typeface="Arial"/>
                <a:cs typeface="Arial"/>
              </a:rPr>
              <a:t>	</a:t>
            </a:r>
            <a:r>
              <a:rPr sz="1550" b="1" spc="-25" dirty="0">
                <a:solidFill>
                  <a:srgbClr val="3B7087"/>
                </a:solidFill>
                <a:latin typeface="Arial"/>
                <a:cs typeface="Arial"/>
              </a:rPr>
              <a:t>ear</a:t>
            </a:r>
            <a:endParaRPr sz="155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80396" y="5290460"/>
            <a:ext cx="1953260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spc="-65" dirty="0">
                <a:solidFill>
                  <a:srgbClr val="7EA5AC"/>
                </a:solidFill>
                <a:latin typeface="Arial"/>
                <a:cs typeface="Arial"/>
              </a:rPr>
              <a:t>Key</a:t>
            </a:r>
            <a:r>
              <a:rPr sz="1350" spc="-105" dirty="0">
                <a:solidFill>
                  <a:srgbClr val="7EA5AC"/>
                </a:solidFill>
                <a:latin typeface="Arial"/>
                <a:cs typeface="Arial"/>
              </a:rPr>
              <a:t> </a:t>
            </a:r>
            <a:r>
              <a:rPr sz="1350" spc="-35" dirty="0">
                <a:solidFill>
                  <a:srgbClr val="7EA5AC"/>
                </a:solidFill>
                <a:latin typeface="Arial"/>
                <a:cs typeface="Arial"/>
              </a:rPr>
              <a:t>Ecolog</a:t>
            </a:r>
            <a:r>
              <a:rPr sz="1350" spc="-35" dirty="0">
                <a:solidFill>
                  <a:srgbClr val="528997"/>
                </a:solidFill>
                <a:latin typeface="Arial"/>
                <a:cs typeface="Arial"/>
              </a:rPr>
              <a:t>i</a:t>
            </a:r>
            <a:r>
              <a:rPr sz="1350" spc="-35" dirty="0">
                <a:solidFill>
                  <a:srgbClr val="7EA5AC"/>
                </a:solidFill>
                <a:latin typeface="Arial"/>
                <a:cs typeface="Arial"/>
              </a:rPr>
              <a:t>cal</a:t>
            </a:r>
            <a:r>
              <a:rPr sz="1350" spc="-20" dirty="0">
                <a:solidFill>
                  <a:srgbClr val="7EA5AC"/>
                </a:solidFill>
                <a:latin typeface="Arial"/>
                <a:cs typeface="Arial"/>
              </a:rPr>
              <a:t> </a:t>
            </a:r>
            <a:r>
              <a:rPr sz="1350" spc="-25" dirty="0">
                <a:solidFill>
                  <a:srgbClr val="7EA5AC"/>
                </a:solidFill>
                <a:latin typeface="Arial"/>
                <a:cs typeface="Arial"/>
              </a:rPr>
              <a:t>Resources:</a:t>
            </a:r>
            <a:endParaRPr sz="135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816863" y="5551627"/>
            <a:ext cx="121285" cy="2216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20"/>
              </a:lnSpc>
            </a:pPr>
            <a:r>
              <a:rPr sz="1550" b="1" spc="80" dirty="0">
                <a:solidFill>
                  <a:srgbClr val="3B7087"/>
                </a:solidFill>
                <a:latin typeface="Arial"/>
                <a:cs typeface="Arial"/>
              </a:rPr>
              <a:t>e</a:t>
            </a:r>
            <a:endParaRPr sz="155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77747" y="5520187"/>
            <a:ext cx="3204845" cy="2628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550" b="1" dirty="0">
                <a:solidFill>
                  <a:srgbClr val="3B7087"/>
                </a:solidFill>
                <a:latin typeface="Arial"/>
                <a:cs typeface="Arial"/>
              </a:rPr>
              <a:t>Loss</a:t>
            </a:r>
            <a:r>
              <a:rPr sz="1550" b="1" spc="-190" dirty="0">
                <a:solidFill>
                  <a:srgbClr val="3B7087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3B7087"/>
                </a:solidFill>
                <a:latin typeface="Arial"/>
                <a:cs typeface="Arial"/>
              </a:rPr>
              <a:t>of</a:t>
            </a:r>
            <a:r>
              <a:rPr sz="1550" b="1" spc="150" dirty="0">
                <a:solidFill>
                  <a:srgbClr val="3B7087"/>
                </a:solidFill>
                <a:latin typeface="Arial"/>
                <a:cs typeface="Arial"/>
              </a:rPr>
              <a:t> </a:t>
            </a:r>
            <a:r>
              <a:rPr sz="1550" b="1" spc="114" dirty="0">
                <a:solidFill>
                  <a:srgbClr val="3B7087"/>
                </a:solidFill>
                <a:latin typeface="Arial"/>
                <a:cs typeface="Arial"/>
              </a:rPr>
              <a:t>pond</a:t>
            </a:r>
            <a:r>
              <a:rPr sz="1550" b="1" spc="-250" dirty="0">
                <a:solidFill>
                  <a:srgbClr val="3B7087"/>
                </a:solidFill>
                <a:latin typeface="Arial"/>
                <a:cs typeface="Arial"/>
              </a:rPr>
              <a:t> </a:t>
            </a:r>
            <a:r>
              <a:rPr sz="1550" b="1" spc="114" dirty="0">
                <a:solidFill>
                  <a:srgbClr val="3B7087"/>
                </a:solidFill>
                <a:latin typeface="Arial"/>
                <a:cs typeface="Arial"/>
              </a:rPr>
              <a:t>and</a:t>
            </a:r>
            <a:r>
              <a:rPr sz="1550" b="1" spc="-135" dirty="0">
                <a:solidFill>
                  <a:srgbClr val="3B7087"/>
                </a:solidFill>
                <a:latin typeface="Arial"/>
                <a:cs typeface="Arial"/>
              </a:rPr>
              <a:t> </a:t>
            </a:r>
            <a:r>
              <a:rPr sz="1550" b="1" spc="70" dirty="0">
                <a:solidFill>
                  <a:srgbClr val="3B7087"/>
                </a:solidFill>
                <a:latin typeface="Arial"/>
                <a:cs typeface="Arial"/>
              </a:rPr>
              <a:t>other</a:t>
            </a:r>
            <a:r>
              <a:rPr sz="1550" b="1" spc="-10" dirty="0">
                <a:solidFill>
                  <a:srgbClr val="3B7087"/>
                </a:solidFill>
                <a:latin typeface="Arial"/>
                <a:cs typeface="Arial"/>
              </a:rPr>
              <a:t> </a:t>
            </a:r>
            <a:r>
              <a:rPr sz="1550" b="1" spc="120" dirty="0">
                <a:solidFill>
                  <a:srgbClr val="3B7087"/>
                </a:solidFill>
                <a:latin typeface="Arial"/>
                <a:cs typeface="Arial"/>
              </a:rPr>
              <a:t>w</a:t>
            </a:r>
            <a:r>
              <a:rPr sz="1550" b="1" spc="65" dirty="0">
                <a:solidFill>
                  <a:srgbClr val="3B7087"/>
                </a:solidFill>
                <a:latin typeface="Arial"/>
                <a:cs typeface="Arial"/>
              </a:rPr>
              <a:t>  </a:t>
            </a:r>
            <a:r>
              <a:rPr sz="1550" b="1" spc="50" dirty="0">
                <a:solidFill>
                  <a:srgbClr val="3B7087"/>
                </a:solidFill>
                <a:latin typeface="Arial"/>
                <a:cs typeface="Arial"/>
              </a:rPr>
              <a:t>t</a:t>
            </a:r>
            <a:r>
              <a:rPr sz="1550" b="1" spc="220" dirty="0">
                <a:solidFill>
                  <a:srgbClr val="3B7087"/>
                </a:solidFill>
                <a:latin typeface="Arial"/>
                <a:cs typeface="Arial"/>
              </a:rPr>
              <a:t> </a:t>
            </a:r>
            <a:r>
              <a:rPr sz="1550" b="1" spc="50" dirty="0">
                <a:solidFill>
                  <a:srgbClr val="3B7087"/>
                </a:solidFill>
                <a:latin typeface="Arial"/>
                <a:cs typeface="Arial"/>
              </a:rPr>
              <a:t>and</a:t>
            </a:r>
            <a:endParaRPr sz="1550">
              <a:latin typeface="Arial"/>
              <a:cs typeface="Arial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2843553" y="5610478"/>
            <a:ext cx="114935" cy="631190"/>
          </a:xfrm>
          <a:custGeom>
            <a:avLst/>
            <a:gdLst/>
            <a:ahLst/>
            <a:cxnLst/>
            <a:rect l="l" t="t" r="r" b="b"/>
            <a:pathLst>
              <a:path w="114935" h="631189">
                <a:moveTo>
                  <a:pt x="114617" y="630585"/>
                </a:moveTo>
                <a:lnTo>
                  <a:pt x="0" y="630585"/>
                </a:lnTo>
                <a:lnTo>
                  <a:pt x="0" y="0"/>
                </a:lnTo>
                <a:lnTo>
                  <a:pt x="114617" y="0"/>
                </a:lnTo>
                <a:lnTo>
                  <a:pt x="114617" y="630585"/>
                </a:lnTo>
                <a:close/>
              </a:path>
            </a:pathLst>
          </a:custGeom>
          <a:solidFill>
            <a:srgbClr val="DFEDD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2830852" y="5622290"/>
            <a:ext cx="123189" cy="5543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450" b="1" spc="-1150" dirty="0">
                <a:solidFill>
                  <a:srgbClr val="A3BAB6"/>
                </a:solidFill>
                <a:latin typeface="Arial"/>
                <a:cs typeface="Arial"/>
              </a:rPr>
              <a:t>J</a:t>
            </a:r>
            <a:endParaRPr sz="3450">
              <a:latin typeface="Arial"/>
              <a:cs typeface="Arial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1208017" y="6138682"/>
            <a:ext cx="26034" cy="235585"/>
          </a:xfrm>
          <a:custGeom>
            <a:avLst/>
            <a:gdLst/>
            <a:ahLst/>
            <a:cxnLst/>
            <a:rect l="l" t="t" r="r" b="b"/>
            <a:pathLst>
              <a:path w="26034" h="235585">
                <a:moveTo>
                  <a:pt x="25470" y="235057"/>
                </a:moveTo>
                <a:lnTo>
                  <a:pt x="0" y="235057"/>
                </a:lnTo>
                <a:lnTo>
                  <a:pt x="0" y="0"/>
                </a:lnTo>
                <a:lnTo>
                  <a:pt x="25470" y="0"/>
                </a:lnTo>
                <a:lnTo>
                  <a:pt x="25470" y="235057"/>
                </a:lnTo>
                <a:close/>
              </a:path>
            </a:pathLst>
          </a:custGeom>
          <a:solidFill>
            <a:srgbClr val="CAED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279128" y="5829613"/>
            <a:ext cx="989965" cy="535940"/>
          </a:xfrm>
          <a:prstGeom prst="rect">
            <a:avLst/>
          </a:prstGeom>
        </p:spPr>
        <p:txBody>
          <a:bodyPr vert="horz" wrap="square" lIns="0" tIns="4889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4"/>
              </a:spcBef>
            </a:pPr>
            <a:r>
              <a:rPr sz="1550" b="1" spc="65" dirty="0">
                <a:solidFill>
                  <a:srgbClr val="3B7087"/>
                </a:solidFill>
                <a:latin typeface="Arial"/>
                <a:cs typeface="Arial"/>
              </a:rPr>
              <a:t>habitats</a:t>
            </a:r>
            <a:endParaRPr sz="1550">
              <a:latin typeface="Arial"/>
              <a:cs typeface="Arial"/>
            </a:endParaRPr>
          </a:p>
          <a:p>
            <a:pPr marL="13335">
              <a:lnSpc>
                <a:spcPct val="100000"/>
              </a:lnSpc>
              <a:spcBef>
                <a:spcPts val="245"/>
              </a:spcBef>
            </a:pPr>
            <a:r>
              <a:rPr sz="1350" spc="-35" dirty="0">
                <a:solidFill>
                  <a:srgbClr val="7EA5AC"/>
                </a:solidFill>
                <a:latin typeface="Arial"/>
                <a:cs typeface="Arial"/>
              </a:rPr>
              <a:t>Key</a:t>
            </a:r>
            <a:r>
              <a:rPr sz="1350" spc="-235" dirty="0">
                <a:solidFill>
                  <a:srgbClr val="7EA5AC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7EA5AC"/>
                </a:solidFill>
                <a:latin typeface="Arial"/>
                <a:cs typeface="Arial"/>
              </a:rPr>
              <a:t>Impacts</a:t>
            </a:r>
            <a:r>
              <a:rPr sz="1350" spc="-10" dirty="0">
                <a:solidFill>
                  <a:srgbClr val="A3BAB6"/>
                </a:solidFill>
                <a:latin typeface="Arial"/>
                <a:cs typeface="Arial"/>
              </a:rPr>
              <a:t>:</a:t>
            </a:r>
            <a:endParaRPr sz="135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78536" y="6331897"/>
            <a:ext cx="3136900" cy="8680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-635" algn="just">
              <a:lnSpc>
                <a:spcPct val="118900"/>
              </a:lnSpc>
              <a:spcBef>
                <a:spcPts val="95"/>
              </a:spcBef>
            </a:pPr>
            <a:r>
              <a:rPr sz="1550" b="1" spc="70" dirty="0">
                <a:solidFill>
                  <a:srgbClr val="3B7087"/>
                </a:solidFill>
                <a:latin typeface="Arial"/>
                <a:cs typeface="Arial"/>
              </a:rPr>
              <a:t>Direct</a:t>
            </a:r>
            <a:r>
              <a:rPr sz="1550" b="1" spc="-110" dirty="0">
                <a:solidFill>
                  <a:srgbClr val="3B7087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528997"/>
                </a:solidFill>
                <a:latin typeface="Arial"/>
                <a:cs typeface="Arial"/>
              </a:rPr>
              <a:t>l</a:t>
            </a:r>
            <a:r>
              <a:rPr sz="1550" b="1" dirty="0">
                <a:solidFill>
                  <a:srgbClr val="3B7087"/>
                </a:solidFill>
                <a:latin typeface="Arial"/>
                <a:cs typeface="Arial"/>
              </a:rPr>
              <a:t>os</a:t>
            </a:r>
            <a:r>
              <a:rPr sz="1550" b="1" dirty="0">
                <a:solidFill>
                  <a:srgbClr val="528997"/>
                </a:solidFill>
                <a:latin typeface="Arial"/>
                <a:cs typeface="Arial"/>
              </a:rPr>
              <a:t>s</a:t>
            </a:r>
            <a:r>
              <a:rPr sz="1550" b="1" spc="-95" dirty="0">
                <a:solidFill>
                  <a:srgbClr val="528997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3B7087"/>
                </a:solidFill>
                <a:latin typeface="Arial"/>
                <a:cs typeface="Arial"/>
              </a:rPr>
              <a:t>of</a:t>
            </a:r>
            <a:r>
              <a:rPr sz="1550" b="1" spc="125" dirty="0">
                <a:solidFill>
                  <a:srgbClr val="3B7087"/>
                </a:solidFill>
                <a:latin typeface="Arial"/>
                <a:cs typeface="Arial"/>
              </a:rPr>
              <a:t> </a:t>
            </a:r>
            <a:r>
              <a:rPr sz="1550" b="1" spc="85" dirty="0">
                <a:solidFill>
                  <a:srgbClr val="3B7087"/>
                </a:solidFill>
                <a:latin typeface="Arial"/>
                <a:cs typeface="Arial"/>
              </a:rPr>
              <a:t>pond</a:t>
            </a:r>
            <a:r>
              <a:rPr sz="1550" b="1" spc="-110" dirty="0">
                <a:solidFill>
                  <a:srgbClr val="3B7087"/>
                </a:solidFill>
                <a:latin typeface="Arial"/>
                <a:cs typeface="Arial"/>
              </a:rPr>
              <a:t> </a:t>
            </a:r>
            <a:r>
              <a:rPr sz="1550" b="1" spc="90" dirty="0">
                <a:solidFill>
                  <a:srgbClr val="3B7087"/>
                </a:solidFill>
                <a:latin typeface="Arial"/>
                <a:cs typeface="Arial"/>
              </a:rPr>
              <a:t>habitat</a:t>
            </a:r>
            <a:r>
              <a:rPr sz="1550" b="1" spc="60" dirty="0">
                <a:solidFill>
                  <a:srgbClr val="3B7087"/>
                </a:solidFill>
                <a:latin typeface="Arial"/>
                <a:cs typeface="Arial"/>
              </a:rPr>
              <a:t>  </a:t>
            </a:r>
            <a:r>
              <a:rPr sz="1550" b="1" spc="70" dirty="0">
                <a:solidFill>
                  <a:srgbClr val="3B7087"/>
                </a:solidFill>
                <a:latin typeface="Arial"/>
                <a:cs typeface="Arial"/>
              </a:rPr>
              <a:t>hat </a:t>
            </a:r>
            <a:r>
              <a:rPr sz="1550" b="1" spc="35" dirty="0">
                <a:solidFill>
                  <a:srgbClr val="3B7087"/>
                </a:solidFill>
                <a:latin typeface="Arial"/>
                <a:cs typeface="Arial"/>
              </a:rPr>
              <a:t>is</a:t>
            </a:r>
            <a:r>
              <a:rPr sz="1550" b="1" spc="-110" dirty="0">
                <a:solidFill>
                  <a:srgbClr val="3B7087"/>
                </a:solidFill>
                <a:latin typeface="Arial"/>
                <a:cs typeface="Arial"/>
              </a:rPr>
              <a:t> </a:t>
            </a:r>
            <a:r>
              <a:rPr sz="1550" b="1" spc="45" dirty="0">
                <a:solidFill>
                  <a:srgbClr val="3B7087"/>
                </a:solidFill>
                <a:latin typeface="Arial"/>
                <a:cs typeface="Arial"/>
              </a:rPr>
              <a:t>utilised</a:t>
            </a:r>
            <a:r>
              <a:rPr sz="1550" b="1" spc="-110" dirty="0">
                <a:solidFill>
                  <a:srgbClr val="3B7087"/>
                </a:solidFill>
                <a:latin typeface="Arial"/>
                <a:cs typeface="Arial"/>
              </a:rPr>
              <a:t> </a:t>
            </a:r>
            <a:r>
              <a:rPr sz="1550" b="1" spc="75" dirty="0">
                <a:solidFill>
                  <a:srgbClr val="3B7087"/>
                </a:solidFill>
                <a:latin typeface="Arial"/>
                <a:cs typeface="Arial"/>
              </a:rPr>
              <a:t>by</a:t>
            </a:r>
            <a:r>
              <a:rPr sz="1550" b="1" spc="-80" dirty="0">
                <a:solidFill>
                  <a:srgbClr val="3B7087"/>
                </a:solidFill>
                <a:latin typeface="Arial"/>
                <a:cs typeface="Arial"/>
              </a:rPr>
              <a:t> </a:t>
            </a:r>
            <a:r>
              <a:rPr sz="1550" b="1" spc="60" dirty="0">
                <a:solidFill>
                  <a:srgbClr val="3B7087"/>
                </a:solidFill>
                <a:latin typeface="Arial"/>
                <a:cs typeface="Arial"/>
              </a:rPr>
              <a:t>h</a:t>
            </a:r>
            <a:r>
              <a:rPr sz="1550" b="1" spc="60" dirty="0">
                <a:solidFill>
                  <a:srgbClr val="528997"/>
                </a:solidFill>
                <a:latin typeface="Arial"/>
                <a:cs typeface="Arial"/>
              </a:rPr>
              <a:t>i</a:t>
            </a:r>
            <a:r>
              <a:rPr sz="1550" b="1" spc="60" dirty="0">
                <a:solidFill>
                  <a:srgbClr val="3B7087"/>
                </a:solidFill>
                <a:latin typeface="Arial"/>
                <a:cs typeface="Arial"/>
              </a:rPr>
              <a:t>gh</a:t>
            </a:r>
            <a:r>
              <a:rPr sz="1550" b="1" spc="-70" dirty="0">
                <a:solidFill>
                  <a:srgbClr val="3B7087"/>
                </a:solidFill>
                <a:latin typeface="Arial"/>
                <a:cs typeface="Arial"/>
              </a:rPr>
              <a:t> </a:t>
            </a:r>
            <a:r>
              <a:rPr sz="1550" b="1" spc="50" dirty="0">
                <a:solidFill>
                  <a:srgbClr val="3B7087"/>
                </a:solidFill>
                <a:latin typeface="Arial"/>
                <a:cs typeface="Arial"/>
              </a:rPr>
              <a:t>diversity</a:t>
            </a:r>
            <a:r>
              <a:rPr sz="1550" b="1" spc="-50" dirty="0">
                <a:solidFill>
                  <a:srgbClr val="3B7087"/>
                </a:solidFill>
                <a:latin typeface="Arial"/>
                <a:cs typeface="Arial"/>
              </a:rPr>
              <a:t> </a:t>
            </a:r>
            <a:r>
              <a:rPr sz="1550" b="1" spc="40" dirty="0">
                <a:solidFill>
                  <a:srgbClr val="3B7087"/>
                </a:solidFill>
                <a:latin typeface="Arial"/>
                <a:cs typeface="Arial"/>
              </a:rPr>
              <a:t>and </a:t>
            </a:r>
            <a:r>
              <a:rPr sz="1550" b="1" spc="65" dirty="0">
                <a:solidFill>
                  <a:srgbClr val="3B7087"/>
                </a:solidFill>
                <a:latin typeface="Arial"/>
                <a:cs typeface="Arial"/>
              </a:rPr>
              <a:t>abundance</a:t>
            </a:r>
            <a:r>
              <a:rPr sz="1550" b="1" spc="-155" dirty="0">
                <a:solidFill>
                  <a:srgbClr val="3B7087"/>
                </a:solidFill>
                <a:latin typeface="Arial"/>
                <a:cs typeface="Arial"/>
              </a:rPr>
              <a:t> </a:t>
            </a:r>
            <a:r>
              <a:rPr sz="1550" b="1" spc="55" dirty="0">
                <a:solidFill>
                  <a:srgbClr val="3B7087"/>
                </a:solidFill>
                <a:latin typeface="Arial"/>
                <a:cs typeface="Arial"/>
              </a:rPr>
              <a:t>of</a:t>
            </a:r>
            <a:r>
              <a:rPr sz="1550" b="1" spc="114" dirty="0">
                <a:solidFill>
                  <a:srgbClr val="3B7087"/>
                </a:solidFill>
                <a:latin typeface="Arial"/>
                <a:cs typeface="Arial"/>
              </a:rPr>
              <a:t> </a:t>
            </a:r>
            <a:r>
              <a:rPr sz="1550" b="1" spc="-10" dirty="0">
                <a:solidFill>
                  <a:srgbClr val="3B7087"/>
                </a:solidFill>
                <a:latin typeface="Arial"/>
                <a:cs typeface="Arial"/>
              </a:rPr>
              <a:t>avifauna</a:t>
            </a:r>
            <a:endParaRPr sz="155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5197467" y="2010441"/>
            <a:ext cx="2420620" cy="247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50" spc="-10" dirty="0">
                <a:solidFill>
                  <a:srgbClr val="528997"/>
                </a:solidFill>
                <a:latin typeface="Arial"/>
                <a:cs typeface="Arial"/>
              </a:rPr>
              <a:t>SELECT</a:t>
            </a:r>
            <a:r>
              <a:rPr sz="1450" spc="-40" dirty="0">
                <a:solidFill>
                  <a:srgbClr val="528997"/>
                </a:solidFill>
                <a:latin typeface="Arial"/>
                <a:cs typeface="Arial"/>
              </a:rPr>
              <a:t> </a:t>
            </a:r>
            <a:r>
              <a:rPr sz="1450" spc="-10" dirty="0">
                <a:solidFill>
                  <a:srgbClr val="528997"/>
                </a:solidFill>
                <a:latin typeface="Arial"/>
                <a:cs typeface="Arial"/>
              </a:rPr>
              <a:t>YOUR</a:t>
            </a:r>
            <a:r>
              <a:rPr sz="1450" spc="-70" dirty="0">
                <a:solidFill>
                  <a:srgbClr val="528997"/>
                </a:solidFill>
                <a:latin typeface="Arial"/>
                <a:cs typeface="Arial"/>
              </a:rPr>
              <a:t> </a:t>
            </a:r>
            <a:r>
              <a:rPr sz="1450" spc="45" dirty="0">
                <a:solidFill>
                  <a:srgbClr val="528997"/>
                </a:solidFill>
                <a:latin typeface="Arial"/>
                <a:cs typeface="Arial"/>
              </a:rPr>
              <a:t>BU</a:t>
            </a:r>
            <a:r>
              <a:rPr sz="1450" spc="45" dirty="0">
                <a:solidFill>
                  <a:srgbClr val="3B7087"/>
                </a:solidFill>
                <a:latin typeface="Arial"/>
                <a:cs typeface="Arial"/>
              </a:rPr>
              <a:t>I</a:t>
            </a:r>
            <a:r>
              <a:rPr sz="1450" spc="45" dirty="0">
                <a:solidFill>
                  <a:srgbClr val="528997"/>
                </a:solidFill>
                <a:latin typeface="Arial"/>
                <a:cs typeface="Arial"/>
              </a:rPr>
              <a:t>LDINGS</a:t>
            </a:r>
            <a:endParaRPr sz="145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6289146" y="4939484"/>
            <a:ext cx="1876425" cy="70739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579120">
              <a:lnSpc>
                <a:spcPts val="2735"/>
              </a:lnSpc>
              <a:spcBef>
                <a:spcPts val="110"/>
              </a:spcBef>
            </a:pPr>
            <a:r>
              <a:rPr sz="2300" spc="405" dirty="0">
                <a:solidFill>
                  <a:srgbClr val="343D38"/>
                </a:solidFill>
                <a:latin typeface="Times New Roman"/>
                <a:cs typeface="Times New Roman"/>
              </a:rPr>
              <a:t>Step</a:t>
            </a:r>
            <a:r>
              <a:rPr sz="2300" spc="155" dirty="0">
                <a:solidFill>
                  <a:srgbClr val="343D38"/>
                </a:solidFill>
                <a:latin typeface="Times New Roman"/>
                <a:cs typeface="Times New Roman"/>
              </a:rPr>
              <a:t> </a:t>
            </a:r>
            <a:r>
              <a:rPr sz="2300" spc="459" dirty="0">
                <a:solidFill>
                  <a:srgbClr val="343D38"/>
                </a:solidFill>
                <a:latin typeface="Times New Roman"/>
                <a:cs typeface="Times New Roman"/>
              </a:rPr>
              <a:t>3</a:t>
            </a:r>
            <a:r>
              <a:rPr sz="2300" spc="10" dirty="0">
                <a:solidFill>
                  <a:srgbClr val="343D38"/>
                </a:solidFill>
                <a:latin typeface="Times New Roman"/>
                <a:cs typeface="Times New Roman"/>
              </a:rPr>
              <a:t> </a:t>
            </a:r>
            <a:r>
              <a:rPr sz="2300" spc="254" dirty="0">
                <a:solidFill>
                  <a:srgbClr val="343D38"/>
                </a:solidFill>
                <a:latin typeface="Times New Roman"/>
                <a:cs typeface="Times New Roman"/>
              </a:rPr>
              <a:t>-</a:t>
            </a:r>
            <a:endParaRPr sz="2300">
              <a:latin typeface="Times New Roman"/>
              <a:cs typeface="Times New Roman"/>
            </a:endParaRPr>
          </a:p>
          <a:p>
            <a:pPr marL="12700">
              <a:lnSpc>
                <a:spcPts val="2615"/>
              </a:lnSpc>
            </a:pPr>
            <a:r>
              <a:rPr sz="2200" b="1" u="heavy" spc="445" dirty="0">
                <a:solidFill>
                  <a:srgbClr val="1A2F23"/>
                </a:solidFill>
                <a:uFill>
                  <a:solidFill>
                    <a:srgbClr val="1A2F23"/>
                  </a:solidFill>
                </a:uFill>
                <a:latin typeface="Arial"/>
                <a:cs typeface="Arial"/>
              </a:rPr>
              <a:t>Operation</a:t>
            </a:r>
            <a:endParaRPr sz="220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4899563" y="6171086"/>
            <a:ext cx="3145155" cy="247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50" spc="75" dirty="0">
                <a:solidFill>
                  <a:srgbClr val="528997"/>
                </a:solidFill>
                <a:latin typeface="Arial"/>
                <a:cs typeface="Arial"/>
              </a:rPr>
              <a:t>LAUNCH</a:t>
            </a:r>
            <a:r>
              <a:rPr sz="1450" spc="-75" dirty="0">
                <a:solidFill>
                  <a:srgbClr val="528997"/>
                </a:solidFill>
                <a:latin typeface="Arial"/>
                <a:cs typeface="Arial"/>
              </a:rPr>
              <a:t> </a:t>
            </a:r>
            <a:r>
              <a:rPr sz="1450" b="1" dirty="0">
                <a:solidFill>
                  <a:srgbClr val="528997"/>
                </a:solidFill>
                <a:latin typeface="Arial"/>
                <a:cs typeface="Arial"/>
              </a:rPr>
              <a:t>A</a:t>
            </a:r>
            <a:r>
              <a:rPr sz="1450" b="1" spc="20" dirty="0">
                <a:solidFill>
                  <a:srgbClr val="528997"/>
                </a:solidFill>
                <a:latin typeface="Arial"/>
                <a:cs typeface="Arial"/>
              </a:rPr>
              <a:t> </a:t>
            </a:r>
            <a:r>
              <a:rPr sz="1450" b="1" dirty="0">
                <a:solidFill>
                  <a:srgbClr val="528997"/>
                </a:solidFill>
                <a:latin typeface="Arial"/>
                <a:cs typeface="Arial"/>
              </a:rPr>
              <a:t>CAMPAIGN</a:t>
            </a:r>
            <a:r>
              <a:rPr sz="1450" b="1" spc="-25" dirty="0">
                <a:solidFill>
                  <a:srgbClr val="528997"/>
                </a:solidFill>
                <a:latin typeface="Arial"/>
                <a:cs typeface="Arial"/>
              </a:rPr>
              <a:t> </a:t>
            </a:r>
            <a:r>
              <a:rPr sz="1450" spc="75" dirty="0">
                <a:solidFill>
                  <a:srgbClr val="528997"/>
                </a:solidFill>
                <a:latin typeface="Arial"/>
                <a:cs typeface="Arial"/>
              </a:rPr>
              <a:t>TO</a:t>
            </a:r>
            <a:r>
              <a:rPr sz="1450" spc="-220" dirty="0">
                <a:solidFill>
                  <a:srgbClr val="528997"/>
                </a:solidFill>
                <a:latin typeface="Arial"/>
                <a:cs typeface="Arial"/>
              </a:rPr>
              <a:t> </a:t>
            </a:r>
            <a:r>
              <a:rPr sz="1450" spc="55" dirty="0">
                <a:solidFill>
                  <a:srgbClr val="528997"/>
                </a:solidFill>
                <a:latin typeface="Arial"/>
                <a:cs typeface="Arial"/>
              </a:rPr>
              <a:t>NUDGE</a:t>
            </a:r>
            <a:endParaRPr sz="145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5064193" y="6885799"/>
            <a:ext cx="1181735" cy="1714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50" spc="60" dirty="0">
                <a:solidFill>
                  <a:srgbClr val="528997"/>
                </a:solidFill>
                <a:latin typeface="Times New Roman"/>
                <a:cs typeface="Times New Roman"/>
              </a:rPr>
              <a:t>Weilan</a:t>
            </a:r>
            <a:r>
              <a:rPr sz="950" spc="60" dirty="0">
                <a:solidFill>
                  <a:srgbClr val="3B7087"/>
                </a:solidFill>
                <a:latin typeface="Times New Roman"/>
                <a:cs typeface="Times New Roman"/>
              </a:rPr>
              <a:t>d</a:t>
            </a:r>
            <a:r>
              <a:rPr sz="950" spc="110" dirty="0">
                <a:solidFill>
                  <a:srgbClr val="3B7087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3B7087"/>
                </a:solidFill>
                <a:latin typeface="Times New Roman"/>
                <a:cs typeface="Times New Roman"/>
              </a:rPr>
              <a:t>Re</a:t>
            </a:r>
            <a:r>
              <a:rPr sz="950" spc="-10" dirty="0">
                <a:solidFill>
                  <a:srgbClr val="579CAC"/>
                </a:solidFill>
                <a:latin typeface="Times New Roman"/>
                <a:cs typeface="Times New Roman"/>
              </a:rPr>
              <a:t>JtOr:l</a:t>
            </a:r>
            <a:r>
              <a:rPr sz="950" spc="-10" dirty="0">
                <a:solidFill>
                  <a:srgbClr val="3B7087"/>
                </a:solidFill>
                <a:latin typeface="Times New Roman"/>
                <a:cs typeface="Times New Roman"/>
              </a:rPr>
              <a:t>tl</a:t>
            </a:r>
            <a:r>
              <a:rPr sz="950" spc="-10" dirty="0">
                <a:solidFill>
                  <a:srgbClr val="528997"/>
                </a:solidFill>
                <a:latin typeface="Times New Roman"/>
                <a:cs typeface="Times New Roman"/>
              </a:rPr>
              <a:t>On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6627614" y="6885799"/>
            <a:ext cx="1125220" cy="295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105"/>
              </a:spcBef>
            </a:pPr>
            <a:r>
              <a:rPr sz="950" spc="-85" dirty="0">
                <a:solidFill>
                  <a:srgbClr val="528997"/>
                </a:solidFill>
                <a:latin typeface="Times New Roman"/>
                <a:cs typeface="Times New Roman"/>
              </a:rPr>
              <a:t>111</a:t>
            </a:r>
            <a:r>
              <a:rPr sz="950" spc="-85" dirty="0">
                <a:solidFill>
                  <a:srgbClr val="3B7087"/>
                </a:solidFill>
                <a:latin typeface="Times New Roman"/>
                <a:cs typeface="Times New Roman"/>
              </a:rPr>
              <a:t>u</a:t>
            </a:r>
            <a:r>
              <a:rPr sz="950" spc="-85" dirty="0">
                <a:solidFill>
                  <a:srgbClr val="528997"/>
                </a:solidFill>
                <a:latin typeface="Times New Roman"/>
                <a:cs typeface="Times New Roman"/>
              </a:rPr>
              <a:t>eate.SU1tt</a:t>
            </a:r>
            <a:r>
              <a:rPr sz="950" spc="-90" dirty="0">
                <a:solidFill>
                  <a:srgbClr val="528997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528997"/>
                </a:solidFill>
                <a:latin typeface="Times New Roman"/>
                <a:cs typeface="Times New Roman"/>
              </a:rPr>
              <a:t>on</a:t>
            </a:r>
            <a:r>
              <a:rPr sz="950" spc="145" dirty="0">
                <a:solidFill>
                  <a:srgbClr val="528997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528997"/>
                </a:solidFill>
                <a:latin typeface="Times New Roman"/>
                <a:cs typeface="Times New Roman"/>
              </a:rPr>
              <a:t>Em</a:t>
            </a:r>
            <a:r>
              <a:rPr sz="950" spc="-10" dirty="0">
                <a:solidFill>
                  <a:srgbClr val="3B7087"/>
                </a:solidFill>
                <a:latin typeface="Times New Roman"/>
                <a:cs typeface="Times New Roman"/>
              </a:rPr>
              <a:t>r</a:t>
            </a:r>
            <a:r>
              <a:rPr sz="950" spc="-10" dirty="0">
                <a:solidFill>
                  <a:srgbClr val="528997"/>
                </a:solidFill>
                <a:latin typeface="Times New Roman"/>
                <a:cs typeface="Times New Roman"/>
              </a:rPr>
              <a:t>a:,</a:t>
            </a:r>
            <a:endParaRPr sz="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800" spc="-10" dirty="0">
                <a:solidFill>
                  <a:srgbClr val="528997"/>
                </a:solidFill>
                <a:latin typeface="Arial"/>
                <a:cs typeface="Arial"/>
              </a:rPr>
              <a:t>S11'1in1</a:t>
            </a:r>
            <a:endParaRPr sz="80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16642905" y="7281443"/>
            <a:ext cx="96393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528997"/>
                </a:solidFill>
                <a:latin typeface="Times New Roman"/>
                <a:cs typeface="Times New Roman"/>
              </a:rPr>
              <a:t>Pro</a:t>
            </a:r>
            <a:r>
              <a:rPr sz="1050" dirty="0">
                <a:solidFill>
                  <a:srgbClr val="3B7087"/>
                </a:solidFill>
                <a:latin typeface="Times New Roman"/>
                <a:cs typeface="Times New Roman"/>
              </a:rPr>
              <a:t>mote</a:t>
            </a:r>
            <a:r>
              <a:rPr sz="1050" spc="135" dirty="0">
                <a:solidFill>
                  <a:srgbClr val="3B7087"/>
                </a:solidFill>
                <a:latin typeface="Times New Roman"/>
                <a:cs typeface="Times New Roman"/>
              </a:rPr>
              <a:t> </a:t>
            </a:r>
            <a:r>
              <a:rPr sz="1050" spc="-10" dirty="0">
                <a:solidFill>
                  <a:srgbClr val="528997"/>
                </a:solidFill>
                <a:latin typeface="Times New Roman"/>
                <a:cs typeface="Times New Roman"/>
              </a:rPr>
              <a:t>cyoUng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5085770" y="7485646"/>
            <a:ext cx="1148080" cy="1714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50" dirty="0">
                <a:solidFill>
                  <a:srgbClr val="528997"/>
                </a:solidFill>
                <a:latin typeface="Arial"/>
                <a:cs typeface="Arial"/>
              </a:rPr>
              <a:t>Solar</a:t>
            </a:r>
            <a:r>
              <a:rPr sz="950" spc="-35" dirty="0">
                <a:solidFill>
                  <a:srgbClr val="528997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3B7087"/>
                </a:solidFill>
                <a:latin typeface="Arial"/>
                <a:cs typeface="Arial"/>
              </a:rPr>
              <a:t>W</a:t>
            </a:r>
            <a:r>
              <a:rPr sz="950" dirty="0">
                <a:solidFill>
                  <a:srgbClr val="528997"/>
                </a:solidFill>
                <a:latin typeface="Arial"/>
                <a:cs typeface="Arial"/>
              </a:rPr>
              <a:t>a</a:t>
            </a:r>
            <a:r>
              <a:rPr sz="950" dirty="0">
                <a:solidFill>
                  <a:srgbClr val="3B7087"/>
                </a:solidFill>
                <a:latin typeface="Arial"/>
                <a:cs typeface="Arial"/>
              </a:rPr>
              <a:t>t</a:t>
            </a:r>
            <a:r>
              <a:rPr sz="950" dirty="0">
                <a:solidFill>
                  <a:srgbClr val="528997"/>
                </a:solidFill>
                <a:latin typeface="Arial"/>
                <a:cs typeface="Arial"/>
              </a:rPr>
              <a:t>o</a:t>
            </a:r>
            <a:r>
              <a:rPr sz="950" dirty="0">
                <a:solidFill>
                  <a:srgbClr val="3B7087"/>
                </a:solidFill>
                <a:latin typeface="Arial"/>
                <a:cs typeface="Arial"/>
              </a:rPr>
              <a:t>r</a:t>
            </a:r>
            <a:r>
              <a:rPr sz="950" spc="90" dirty="0">
                <a:solidFill>
                  <a:srgbClr val="3B7087"/>
                </a:solidFill>
                <a:latin typeface="Arial"/>
                <a:cs typeface="Arial"/>
              </a:rPr>
              <a:t> </a:t>
            </a:r>
            <a:r>
              <a:rPr sz="950" spc="-10" dirty="0">
                <a:solidFill>
                  <a:srgbClr val="3B7087"/>
                </a:solidFill>
                <a:latin typeface="Arial"/>
                <a:cs typeface="Arial"/>
              </a:rPr>
              <a:t>Hea</a:t>
            </a:r>
            <a:r>
              <a:rPr sz="950" spc="-10" dirty="0">
                <a:solidFill>
                  <a:srgbClr val="528997"/>
                </a:solidFill>
                <a:latin typeface="Arial"/>
                <a:cs typeface="Arial"/>
              </a:rPr>
              <a:t>ters</a:t>
            </a:r>
            <a:endParaRPr sz="95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15083319" y="7766426"/>
            <a:ext cx="106997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10" dirty="0">
                <a:solidFill>
                  <a:srgbClr val="528997"/>
                </a:solidFill>
                <a:latin typeface="Times New Roman"/>
                <a:cs typeface="Times New Roman"/>
              </a:rPr>
              <a:t>81odlu:clsy,</a:t>
            </a:r>
            <a:r>
              <a:rPr sz="1050" spc="-10" dirty="0">
                <a:solidFill>
                  <a:srgbClr val="3B7087"/>
                </a:solidFill>
                <a:latin typeface="Times New Roman"/>
                <a:cs typeface="Times New Roman"/>
              </a:rPr>
              <a:t>t</a:t>
            </a:r>
            <a:r>
              <a:rPr sz="1050" spc="-10" dirty="0">
                <a:solidFill>
                  <a:srgbClr val="528997"/>
                </a:solidFill>
                <a:latin typeface="Times New Roman"/>
                <a:cs typeface="Times New Roman"/>
              </a:rPr>
              <a:t>c"1$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15088996" y="8340748"/>
            <a:ext cx="1340485" cy="488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50" spc="-10" dirty="0">
                <a:solidFill>
                  <a:srgbClr val="528997"/>
                </a:solidFill>
                <a:latin typeface="Times New Roman"/>
                <a:cs typeface="Times New Roman"/>
              </a:rPr>
              <a:t>Photovo</a:t>
            </a:r>
            <a:r>
              <a:rPr sz="1150" spc="-10" dirty="0">
                <a:solidFill>
                  <a:srgbClr val="3B7087"/>
                </a:solidFill>
                <a:latin typeface="Times New Roman"/>
                <a:cs typeface="Times New Roman"/>
              </a:rPr>
              <a:t>1</a:t>
            </a:r>
            <a:r>
              <a:rPr sz="1150" spc="-10" dirty="0">
                <a:solidFill>
                  <a:srgbClr val="528997"/>
                </a:solidFill>
                <a:latin typeface="Times New Roman"/>
                <a:cs typeface="Times New Roman"/>
              </a:rPr>
              <a:t>taf</a:t>
            </a:r>
            <a:r>
              <a:rPr sz="1150" spc="-10" dirty="0">
                <a:solidFill>
                  <a:srgbClr val="3B7087"/>
                </a:solidFill>
                <a:latin typeface="Times New Roman"/>
                <a:cs typeface="Times New Roman"/>
              </a:rPr>
              <a:t>e</a:t>
            </a:r>
            <a:r>
              <a:rPr sz="1150" spc="-10" dirty="0">
                <a:solidFill>
                  <a:srgbClr val="528997"/>
                </a:solidFill>
                <a:latin typeface="Times New Roman"/>
                <a:cs typeface="Times New Roman"/>
              </a:rPr>
              <a:t>s</a:t>
            </a:r>
            <a:endParaRPr sz="1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000">
              <a:latin typeface="Times New Roman"/>
              <a:cs typeface="Times New Roman"/>
            </a:endParaRPr>
          </a:p>
          <a:p>
            <a:pPr marL="866140">
              <a:lnSpc>
                <a:spcPct val="100000"/>
              </a:lnSpc>
            </a:pPr>
            <a:r>
              <a:rPr sz="900" spc="250" dirty="0">
                <a:solidFill>
                  <a:srgbClr val="74955B"/>
                </a:solidFill>
                <a:latin typeface="Times New Roman"/>
                <a:cs typeface="Times New Roman"/>
              </a:rPr>
              <a:t>+1360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17548225" y="3395195"/>
            <a:ext cx="220345" cy="332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000" spc="-25" dirty="0">
                <a:solidFill>
                  <a:srgbClr val="3D5D50"/>
                </a:solidFill>
                <a:latin typeface="Times New Roman"/>
                <a:cs typeface="Times New Roman"/>
              </a:rPr>
              <a:t>,..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16644722" y="7581366"/>
            <a:ext cx="1062990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dirty="0">
                <a:solidFill>
                  <a:srgbClr val="528997"/>
                </a:solidFill>
                <a:latin typeface="Arial"/>
                <a:cs typeface="Arial"/>
              </a:rPr>
              <a:t>waste</a:t>
            </a:r>
            <a:r>
              <a:rPr sz="1000" dirty="0">
                <a:solidFill>
                  <a:srgbClr val="3B7087"/>
                </a:solidFill>
                <a:latin typeface="Arial"/>
                <a:cs typeface="Arial"/>
              </a:rPr>
              <a:t>segreg</a:t>
            </a:r>
            <a:r>
              <a:rPr sz="1000" spc="405" dirty="0">
                <a:solidFill>
                  <a:srgbClr val="3B7087"/>
                </a:solidFill>
                <a:latin typeface="Arial"/>
                <a:cs typeface="Arial"/>
              </a:rPr>
              <a:t> </a:t>
            </a:r>
            <a:r>
              <a:rPr sz="1000" spc="-25" dirty="0">
                <a:solidFill>
                  <a:srgbClr val="528997"/>
                </a:solidFill>
                <a:latin typeface="Arial"/>
                <a:cs typeface="Arial"/>
              </a:rPr>
              <a:t>don</a:t>
            </a:r>
            <a:endParaRPr sz="1000">
              <a:latin typeface="Arial"/>
              <a:cs typeface="Aria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16642905" y="7855764"/>
            <a:ext cx="975994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528997"/>
                </a:solidFill>
                <a:latin typeface="Times New Roman"/>
                <a:cs typeface="Times New Roman"/>
              </a:rPr>
              <a:t>Paperle</a:t>
            </a:r>
            <a:r>
              <a:rPr sz="1050" dirty="0">
                <a:solidFill>
                  <a:srgbClr val="3B7087"/>
                </a:solidFill>
                <a:latin typeface="Times New Roman"/>
                <a:cs typeface="Times New Roman"/>
              </a:rPr>
              <a:t>s</a:t>
            </a:r>
            <a:r>
              <a:rPr sz="1050" dirty="0">
                <a:solidFill>
                  <a:srgbClr val="528997"/>
                </a:solidFill>
                <a:latin typeface="Times New Roman"/>
                <a:cs typeface="Times New Roman"/>
              </a:rPr>
              <a:t>s</a:t>
            </a:r>
            <a:r>
              <a:rPr sz="1050" spc="229" dirty="0">
                <a:solidFill>
                  <a:srgbClr val="528997"/>
                </a:solidFill>
                <a:latin typeface="Times New Roman"/>
                <a:cs typeface="Times New Roman"/>
              </a:rPr>
              <a:t> </a:t>
            </a:r>
            <a:r>
              <a:rPr sz="1050" spc="-10" dirty="0">
                <a:solidFill>
                  <a:srgbClr val="3B7087"/>
                </a:solidFill>
                <a:latin typeface="Times New Roman"/>
                <a:cs typeface="Times New Roman"/>
              </a:rPr>
              <a:t>Offi</a:t>
            </a:r>
            <a:r>
              <a:rPr sz="1050" spc="-10" dirty="0">
                <a:solidFill>
                  <a:srgbClr val="528997"/>
                </a:solidFill>
                <a:latin typeface="Times New Roman"/>
                <a:cs typeface="Times New Roman"/>
              </a:rPr>
              <a:t>ces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17450472" y="8162070"/>
            <a:ext cx="416559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spc="-40" dirty="0">
                <a:solidFill>
                  <a:srgbClr val="74955B"/>
                </a:solidFill>
                <a:latin typeface="Arial"/>
                <a:cs typeface="Arial"/>
              </a:rPr>
              <a:t>+</a:t>
            </a:r>
            <a:r>
              <a:rPr sz="1350" spc="-70" dirty="0">
                <a:solidFill>
                  <a:srgbClr val="74955B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6E893F"/>
                </a:solidFill>
                <a:latin typeface="Times New Roman"/>
                <a:cs typeface="Times New Roman"/>
              </a:rPr>
              <a:t>2t!lO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17484853" y="9295686"/>
            <a:ext cx="624205" cy="292100"/>
          </a:xfrm>
          <a:custGeom>
            <a:avLst/>
            <a:gdLst/>
            <a:ahLst/>
            <a:cxnLst/>
            <a:rect l="l" t="t" r="r" b="b"/>
            <a:pathLst>
              <a:path w="624205" h="292100">
                <a:moveTo>
                  <a:pt x="624028" y="292077"/>
                </a:moveTo>
                <a:lnTo>
                  <a:pt x="0" y="292077"/>
                </a:lnTo>
                <a:lnTo>
                  <a:pt x="0" y="0"/>
                </a:lnTo>
                <a:lnTo>
                  <a:pt x="624028" y="0"/>
                </a:lnTo>
                <a:lnTo>
                  <a:pt x="624028" y="292077"/>
                </a:lnTo>
                <a:close/>
              </a:path>
            </a:pathLst>
          </a:custGeom>
          <a:solidFill>
            <a:srgbClr val="4B831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 txBox="1"/>
          <p:nvPr/>
        </p:nvSpPr>
        <p:spPr>
          <a:xfrm>
            <a:off x="17472152" y="9291570"/>
            <a:ext cx="669925" cy="2863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35" dirty="0">
                <a:solidFill>
                  <a:srgbClr val="D8F2C1"/>
                </a:solidFill>
                <a:latin typeface="Times New Roman"/>
                <a:cs typeface="Times New Roman"/>
              </a:rPr>
              <a:t>Select</a:t>
            </a:r>
            <a:endParaRPr sz="17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6939" y="383132"/>
            <a:ext cx="5756346" cy="40840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00637" y="434183"/>
            <a:ext cx="2012174" cy="306305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0" y="1123369"/>
            <a:ext cx="18262600" cy="9062085"/>
            <a:chOff x="0" y="1123369"/>
            <a:chExt cx="18262600" cy="9062085"/>
          </a:xfrm>
        </p:grpSpPr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1199945"/>
              <a:ext cx="18262384" cy="898495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167149" y="1123369"/>
              <a:ext cx="738646" cy="74023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6555859" y="5054286"/>
              <a:ext cx="1553704" cy="3803289"/>
            </a:xfrm>
            <a:prstGeom prst="rect">
              <a:avLst/>
            </a:prstGeom>
          </p:spPr>
        </p:pic>
      </p:grpSp>
      <p:sp>
        <p:nvSpPr>
          <p:cNvPr id="8" name="object 8"/>
          <p:cNvSpPr/>
          <p:nvPr/>
        </p:nvSpPr>
        <p:spPr>
          <a:xfrm>
            <a:off x="560352" y="383131"/>
            <a:ext cx="0" cy="459740"/>
          </a:xfrm>
          <a:custGeom>
            <a:avLst/>
            <a:gdLst/>
            <a:ahLst/>
            <a:cxnLst/>
            <a:rect l="l" t="t" r="r" b="b"/>
            <a:pathLst>
              <a:path h="459740">
                <a:moveTo>
                  <a:pt x="0" y="459457"/>
                </a:moveTo>
                <a:lnTo>
                  <a:pt x="0" y="0"/>
                </a:lnTo>
              </a:path>
            </a:pathLst>
          </a:custGeom>
          <a:ln w="254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800639" y="268267"/>
            <a:ext cx="458470" cy="0"/>
          </a:xfrm>
          <a:custGeom>
            <a:avLst/>
            <a:gdLst/>
            <a:ahLst/>
            <a:cxnLst/>
            <a:rect l="l" t="t" r="r" b="b"/>
            <a:pathLst>
              <a:path w="458470">
                <a:moveTo>
                  <a:pt x="0" y="0"/>
                </a:moveTo>
                <a:lnTo>
                  <a:pt x="458470" y="0"/>
                </a:lnTo>
              </a:path>
            </a:pathLst>
          </a:custGeom>
          <a:ln w="127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056467" y="268267"/>
            <a:ext cx="3591560" cy="0"/>
          </a:xfrm>
          <a:custGeom>
            <a:avLst/>
            <a:gdLst/>
            <a:ahLst/>
            <a:cxnLst/>
            <a:rect l="l" t="t" r="r" b="b"/>
            <a:pathLst>
              <a:path w="3591559">
                <a:moveTo>
                  <a:pt x="0" y="0"/>
                </a:moveTo>
                <a:lnTo>
                  <a:pt x="3591349" y="0"/>
                </a:lnTo>
              </a:path>
            </a:pathLst>
          </a:custGeom>
          <a:ln w="127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782939" y="268267"/>
            <a:ext cx="433070" cy="0"/>
          </a:xfrm>
          <a:custGeom>
            <a:avLst/>
            <a:gdLst/>
            <a:ahLst/>
            <a:cxnLst/>
            <a:rect l="l" t="t" r="r" b="b"/>
            <a:pathLst>
              <a:path w="433069">
                <a:moveTo>
                  <a:pt x="0" y="0"/>
                </a:moveTo>
                <a:lnTo>
                  <a:pt x="432999" y="0"/>
                </a:lnTo>
              </a:path>
            </a:pathLst>
          </a:custGeom>
          <a:ln w="127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056467" y="944691"/>
            <a:ext cx="4203065" cy="0"/>
          </a:xfrm>
          <a:custGeom>
            <a:avLst/>
            <a:gdLst/>
            <a:ahLst/>
            <a:cxnLst/>
            <a:rect l="l" t="t" r="r" b="b"/>
            <a:pathLst>
              <a:path w="4203065">
                <a:moveTo>
                  <a:pt x="0" y="0"/>
                </a:moveTo>
                <a:lnTo>
                  <a:pt x="4202642" y="0"/>
                </a:lnTo>
              </a:path>
            </a:pathLst>
          </a:custGeom>
          <a:ln w="127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782939" y="944691"/>
            <a:ext cx="433070" cy="0"/>
          </a:xfrm>
          <a:custGeom>
            <a:avLst/>
            <a:gdLst/>
            <a:ahLst/>
            <a:cxnLst/>
            <a:rect l="l" t="t" r="r" b="b"/>
            <a:pathLst>
              <a:path w="433069">
                <a:moveTo>
                  <a:pt x="0" y="0"/>
                </a:moveTo>
                <a:lnTo>
                  <a:pt x="432999" y="0"/>
                </a:lnTo>
              </a:path>
            </a:pathLst>
          </a:custGeom>
          <a:ln w="127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6886983" y="2182674"/>
            <a:ext cx="1273810" cy="0"/>
          </a:xfrm>
          <a:custGeom>
            <a:avLst/>
            <a:gdLst/>
            <a:ahLst/>
            <a:cxnLst/>
            <a:rect l="l" t="t" r="r" b="b"/>
            <a:pathLst>
              <a:path w="1273809">
                <a:moveTo>
                  <a:pt x="0" y="0"/>
                </a:moveTo>
                <a:lnTo>
                  <a:pt x="1273528" y="0"/>
                </a:lnTo>
              </a:path>
            </a:pathLst>
          </a:custGeom>
          <a:ln w="3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4467941" y="434245"/>
            <a:ext cx="2656205" cy="3168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900" spc="440" dirty="0">
                <a:solidFill>
                  <a:srgbClr val="38603B"/>
                </a:solidFill>
                <a:latin typeface="Arial"/>
                <a:cs typeface="Arial"/>
              </a:rPr>
              <a:t>CARBONOPOLIS</a:t>
            </a:r>
            <a:endParaRPr sz="19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112390" y="4728899"/>
            <a:ext cx="1039494" cy="2940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50" spc="210" dirty="0">
                <a:solidFill>
                  <a:srgbClr val="161513"/>
                </a:solidFill>
                <a:latin typeface="Arial"/>
                <a:cs typeface="Arial"/>
              </a:rPr>
              <a:t>Polyline</a:t>
            </a:r>
            <a:endParaRPr sz="175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4608040" y="6126416"/>
            <a:ext cx="805815" cy="3778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300" spc="280" dirty="0">
                <a:solidFill>
                  <a:srgbClr val="627E70"/>
                </a:solidFill>
                <a:latin typeface="Times New Roman"/>
                <a:cs typeface="Times New Roman"/>
              </a:rPr>
              <a:t>ffll-</a:t>
            </a:r>
            <a:r>
              <a:rPr sz="2300" spc="265" dirty="0">
                <a:solidFill>
                  <a:srgbClr val="627E70"/>
                </a:solidFill>
                <a:latin typeface="Times New Roman"/>
                <a:cs typeface="Times New Roman"/>
              </a:rPr>
              <a:t>•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5593483" y="6126416"/>
            <a:ext cx="708660" cy="3778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300" spc="355" dirty="0">
                <a:solidFill>
                  <a:srgbClr val="627E70"/>
                </a:solidFill>
                <a:latin typeface="Times New Roman"/>
                <a:cs typeface="Times New Roman"/>
              </a:rPr>
              <a:t>sp:g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4496326" y="6426341"/>
            <a:ext cx="1617980" cy="3244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950" spc="-100" dirty="0">
                <a:solidFill>
                  <a:srgbClr val="627E70"/>
                </a:solidFill>
                <a:latin typeface="Times New Roman"/>
                <a:cs typeface="Times New Roman"/>
              </a:rPr>
              <a:t>Common</a:t>
            </a:r>
            <a:r>
              <a:rPr sz="1950" spc="-10" dirty="0">
                <a:solidFill>
                  <a:srgbClr val="627E70"/>
                </a:solidFill>
                <a:latin typeface="Times New Roman"/>
                <a:cs typeface="Times New Roman"/>
              </a:rPr>
              <a:t> Spatial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4514030" y="6668832"/>
            <a:ext cx="1778000" cy="3244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950" spc="-105" dirty="0">
                <a:solidFill>
                  <a:srgbClr val="627E70"/>
                </a:solidFill>
                <a:latin typeface="Times New Roman"/>
                <a:cs typeface="Times New Roman"/>
              </a:rPr>
              <a:t>Data</a:t>
            </a:r>
            <a:r>
              <a:rPr sz="1950" spc="-75" dirty="0">
                <a:solidFill>
                  <a:srgbClr val="627E70"/>
                </a:solidFill>
                <a:latin typeface="Times New Roman"/>
                <a:cs typeface="Times New Roman"/>
              </a:rPr>
              <a:t> </a:t>
            </a:r>
            <a:r>
              <a:rPr sz="1950" spc="-40" dirty="0">
                <a:solidFill>
                  <a:srgbClr val="627E70"/>
                </a:solidFill>
                <a:latin typeface="Times New Roman"/>
                <a:cs typeface="Times New Roman"/>
              </a:rPr>
              <a:t>Infrastructure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6575566" y="4720002"/>
            <a:ext cx="191135" cy="304800"/>
          </a:xfrm>
          <a:custGeom>
            <a:avLst/>
            <a:gdLst/>
            <a:ahLst/>
            <a:cxnLst/>
            <a:rect l="l" t="t" r="r" b="b"/>
            <a:pathLst>
              <a:path w="191134" h="304800">
                <a:moveTo>
                  <a:pt x="191029" y="304703"/>
                </a:moveTo>
                <a:lnTo>
                  <a:pt x="0" y="304703"/>
                </a:lnTo>
                <a:lnTo>
                  <a:pt x="0" y="0"/>
                </a:lnTo>
                <a:lnTo>
                  <a:pt x="191029" y="0"/>
                </a:lnTo>
                <a:lnTo>
                  <a:pt x="191029" y="304703"/>
                </a:lnTo>
                <a:close/>
              </a:path>
            </a:pathLst>
          </a:custGeom>
          <a:solidFill>
            <a:srgbClr val="E6E6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16562869" y="4716136"/>
            <a:ext cx="239395" cy="2940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50" spc="-200" dirty="0">
                <a:solidFill>
                  <a:srgbClr val="CAB5A1"/>
                </a:solidFill>
                <a:latin typeface="Arial"/>
                <a:cs typeface="Arial"/>
              </a:rPr>
              <a:t>,.;."'</a:t>
            </a:r>
            <a:endParaRPr sz="175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7886371" y="4666932"/>
            <a:ext cx="153035" cy="369570"/>
          </a:xfrm>
          <a:custGeom>
            <a:avLst/>
            <a:gdLst/>
            <a:ahLst/>
            <a:cxnLst/>
            <a:rect l="l" t="t" r="r" b="b"/>
            <a:pathLst>
              <a:path w="153034" h="369570">
                <a:moveTo>
                  <a:pt x="152823" y="369392"/>
                </a:moveTo>
                <a:lnTo>
                  <a:pt x="0" y="369392"/>
                </a:lnTo>
                <a:lnTo>
                  <a:pt x="0" y="0"/>
                </a:lnTo>
                <a:lnTo>
                  <a:pt x="152823" y="0"/>
                </a:lnTo>
                <a:lnTo>
                  <a:pt x="152823" y="369392"/>
                </a:lnTo>
                <a:close/>
              </a:path>
            </a:pathLst>
          </a:custGeom>
          <a:solidFill>
            <a:srgbClr val="E6E6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16997210" y="4665086"/>
            <a:ext cx="1085215" cy="3549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889000" algn="l"/>
              </a:tabLst>
            </a:pPr>
            <a:r>
              <a:rPr sz="1750" spc="254" dirty="0">
                <a:solidFill>
                  <a:srgbClr val="161513"/>
                </a:solidFill>
                <a:latin typeface="Arial"/>
                <a:cs typeface="Arial"/>
              </a:rPr>
              <a:t>Point</a:t>
            </a:r>
            <a:r>
              <a:rPr sz="1750" dirty="0">
                <a:solidFill>
                  <a:srgbClr val="161513"/>
                </a:solidFill>
                <a:latin typeface="Arial"/>
                <a:cs typeface="Arial"/>
              </a:rPr>
              <a:t>	</a:t>
            </a:r>
            <a:r>
              <a:rPr sz="2150" spc="-135" dirty="0">
                <a:solidFill>
                  <a:srgbClr val="A7A8AA"/>
                </a:solidFill>
                <a:latin typeface="Times New Roman"/>
                <a:cs typeface="Times New Roman"/>
              </a:rPr>
              <a:t>.=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3282243" y="6841698"/>
            <a:ext cx="3615690" cy="1664970"/>
          </a:xfrm>
          <a:prstGeom prst="rect">
            <a:avLst/>
          </a:prstGeom>
        </p:spPr>
        <p:txBody>
          <a:bodyPr vert="horz" wrap="square" lIns="0" tIns="3143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75"/>
              </a:spcBef>
            </a:pPr>
            <a:r>
              <a:rPr sz="3400" spc="75" dirty="0">
                <a:solidFill>
                  <a:srgbClr val="161513"/>
                </a:solidFill>
                <a:latin typeface="Arial"/>
                <a:cs typeface="Arial"/>
              </a:rPr>
              <a:t>scientific</a:t>
            </a:r>
            <a:r>
              <a:rPr sz="3400" spc="110" dirty="0">
                <a:solidFill>
                  <a:srgbClr val="161513"/>
                </a:solidFill>
                <a:latin typeface="Arial"/>
                <a:cs typeface="Arial"/>
              </a:rPr>
              <a:t> </a:t>
            </a:r>
            <a:r>
              <a:rPr sz="3850" b="1" spc="-20" dirty="0">
                <a:solidFill>
                  <a:srgbClr val="050505"/>
                </a:solidFill>
                <a:latin typeface="Times New Roman"/>
                <a:cs typeface="Times New Roman"/>
              </a:rPr>
              <a:t>data</a:t>
            </a:r>
            <a:endParaRPr sz="3850">
              <a:latin typeface="Times New Roman"/>
              <a:cs typeface="Times New Roman"/>
            </a:endParaRPr>
          </a:p>
          <a:p>
            <a:pPr marL="149225">
              <a:lnSpc>
                <a:spcPct val="100000"/>
              </a:lnSpc>
              <a:spcBef>
                <a:spcPts val="2010"/>
              </a:spcBef>
            </a:pPr>
            <a:r>
              <a:rPr sz="3250" b="1" spc="60" dirty="0">
                <a:solidFill>
                  <a:srgbClr val="696969"/>
                </a:solidFill>
                <a:latin typeface="Times New Roman"/>
                <a:cs typeface="Times New Roman"/>
              </a:rPr>
              <a:t>Google</a:t>
            </a:r>
            <a:r>
              <a:rPr sz="3250" b="1" spc="-320" dirty="0">
                <a:solidFill>
                  <a:srgbClr val="696969"/>
                </a:solidFill>
                <a:latin typeface="Times New Roman"/>
                <a:cs typeface="Times New Roman"/>
              </a:rPr>
              <a:t> </a:t>
            </a:r>
            <a:r>
              <a:rPr sz="2750" spc="100" dirty="0">
                <a:solidFill>
                  <a:srgbClr val="696969"/>
                </a:solidFill>
                <a:latin typeface="Arial"/>
                <a:cs typeface="Arial"/>
              </a:rPr>
              <a:t>Earth</a:t>
            </a:r>
            <a:r>
              <a:rPr sz="2750" spc="-240" dirty="0">
                <a:solidFill>
                  <a:srgbClr val="696969"/>
                </a:solidFill>
                <a:latin typeface="Arial"/>
                <a:cs typeface="Arial"/>
              </a:rPr>
              <a:t> </a:t>
            </a:r>
            <a:r>
              <a:rPr sz="2750" spc="40" dirty="0">
                <a:solidFill>
                  <a:srgbClr val="696969"/>
                </a:solidFill>
                <a:latin typeface="Arial"/>
                <a:cs typeface="Arial"/>
              </a:rPr>
              <a:t>Engine</a:t>
            </a:r>
            <a:endParaRPr sz="275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5291942" y="8851257"/>
            <a:ext cx="2644140" cy="7073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450" b="1" spc="280" dirty="0">
                <a:solidFill>
                  <a:srgbClr val="427E3F"/>
                </a:solidFill>
                <a:latin typeface="Arial"/>
                <a:cs typeface="Arial"/>
              </a:rPr>
              <a:t>HKMS</a:t>
            </a:r>
            <a:r>
              <a:rPr sz="4450" b="1" spc="280" dirty="0">
                <a:solidFill>
                  <a:srgbClr val="7B8A79"/>
                </a:solidFill>
                <a:latin typeface="Arial"/>
                <a:cs typeface="Arial"/>
              </a:rPr>
              <a:t>2D</a:t>
            </a:r>
            <a:endParaRPr sz="445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3307414" y="9044543"/>
            <a:ext cx="1858010" cy="374650"/>
          </a:xfrm>
          <a:prstGeom prst="rect">
            <a:avLst/>
          </a:prstGeom>
          <a:solidFill>
            <a:srgbClr val="050505"/>
          </a:solidFill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150" spc="210" dirty="0">
                <a:solidFill>
                  <a:srgbClr val="F9F9F7"/>
                </a:solidFill>
                <a:latin typeface="Arial"/>
                <a:cs typeface="Arial"/>
              </a:rPr>
              <a:t>CECMWF</a:t>
            </a:r>
            <a:r>
              <a:rPr sz="2150" spc="210" dirty="0">
                <a:solidFill>
                  <a:srgbClr val="A7A8AA"/>
                </a:solidFill>
                <a:latin typeface="Arial"/>
                <a:cs typeface="Arial"/>
              </a:rPr>
              <a:t>l</a:t>
            </a:r>
            <a:r>
              <a:rPr sz="2150" spc="210" dirty="0">
                <a:solidFill>
                  <a:srgbClr val="F9F9F7"/>
                </a:solidFill>
                <a:latin typeface="Arial"/>
                <a:cs typeface="Arial"/>
              </a:rPr>
              <a:t>50</a:t>
            </a:r>
            <a:endParaRPr sz="215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2967474" y="9699977"/>
            <a:ext cx="532447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651125" algn="l"/>
                <a:tab pos="4711700" algn="l"/>
              </a:tabLst>
            </a:pPr>
            <a:r>
              <a:rPr sz="1400" spc="95" dirty="0">
                <a:solidFill>
                  <a:srgbClr val="4D6436"/>
                </a:solidFill>
                <a:latin typeface="Times New Roman"/>
                <a:cs typeface="Times New Roman"/>
              </a:rPr>
              <a:t>•••••••••••••••••••••••••••••••</a:t>
            </a:r>
            <a:r>
              <a:rPr sz="1400" spc="95" dirty="0">
                <a:solidFill>
                  <a:srgbClr val="6E7744"/>
                </a:solidFill>
                <a:latin typeface="Times New Roman"/>
                <a:cs typeface="Times New Roman"/>
              </a:rPr>
              <a:t>•</a:t>
            </a:r>
            <a:r>
              <a:rPr sz="1400" dirty="0">
                <a:solidFill>
                  <a:srgbClr val="6E7744"/>
                </a:solidFill>
                <a:latin typeface="Times New Roman"/>
                <a:cs typeface="Times New Roman"/>
              </a:rPr>
              <a:t>	</a:t>
            </a:r>
            <a:r>
              <a:rPr sz="1400" b="1" spc="250" dirty="0">
                <a:solidFill>
                  <a:srgbClr val="4D6436"/>
                </a:solidFill>
                <a:latin typeface="Times New Roman"/>
                <a:cs typeface="Times New Roman"/>
              </a:rPr>
              <a:t>CARBONOPOLIS</a:t>
            </a:r>
            <a:r>
              <a:rPr sz="1400" b="1" dirty="0">
                <a:solidFill>
                  <a:srgbClr val="4D6436"/>
                </a:solidFill>
                <a:latin typeface="Times New Roman"/>
                <a:cs typeface="Times New Roman"/>
              </a:rPr>
              <a:t>	</a:t>
            </a:r>
            <a:r>
              <a:rPr sz="1400" spc="175" dirty="0">
                <a:solidFill>
                  <a:srgbClr val="3B5021"/>
                </a:solidFill>
                <a:latin typeface="Times New Roman"/>
                <a:cs typeface="Times New Roman"/>
              </a:rPr>
              <a:t>•••.....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3351" y="383132"/>
            <a:ext cx="6724227" cy="38288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1199945"/>
            <a:ext cx="15562503" cy="898495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250208" y="1250996"/>
            <a:ext cx="1579173" cy="15060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244690" y="8398117"/>
            <a:ext cx="840528" cy="56155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4339926" y="8908626"/>
            <a:ext cx="993351" cy="58708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7651094" y="4543778"/>
            <a:ext cx="407528" cy="357356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5638919" y="6330557"/>
            <a:ext cx="2496113" cy="1812305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560352" y="383131"/>
            <a:ext cx="0" cy="459740"/>
          </a:xfrm>
          <a:custGeom>
            <a:avLst/>
            <a:gdLst/>
            <a:ahLst/>
            <a:cxnLst/>
            <a:rect l="l" t="t" r="r" b="b"/>
            <a:pathLst>
              <a:path h="459740">
                <a:moveTo>
                  <a:pt x="0" y="459457"/>
                </a:moveTo>
                <a:lnTo>
                  <a:pt x="0" y="0"/>
                </a:lnTo>
              </a:path>
            </a:pathLst>
          </a:custGeom>
          <a:ln w="254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4378133" y="8244962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880627"/>
                </a:moveTo>
                <a:lnTo>
                  <a:pt x="0" y="0"/>
                </a:lnTo>
              </a:path>
            </a:pathLst>
          </a:custGeom>
          <a:ln w="7641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4378133" y="1314809"/>
            <a:ext cx="0" cy="995680"/>
          </a:xfrm>
          <a:custGeom>
            <a:avLst/>
            <a:gdLst/>
            <a:ahLst/>
            <a:cxnLst/>
            <a:rect l="l" t="t" r="r" b="b"/>
            <a:pathLst>
              <a:path h="995680">
                <a:moveTo>
                  <a:pt x="0" y="995491"/>
                </a:moveTo>
                <a:lnTo>
                  <a:pt x="0" y="0"/>
                </a:lnTo>
              </a:path>
            </a:pathLst>
          </a:custGeom>
          <a:ln w="382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5218661" y="8244962"/>
            <a:ext cx="0" cy="664210"/>
          </a:xfrm>
          <a:custGeom>
            <a:avLst/>
            <a:gdLst/>
            <a:ahLst/>
            <a:cxnLst/>
            <a:rect l="l" t="t" r="r" b="b"/>
            <a:pathLst>
              <a:path h="664209">
                <a:moveTo>
                  <a:pt x="0" y="663661"/>
                </a:moveTo>
                <a:lnTo>
                  <a:pt x="0" y="0"/>
                </a:lnTo>
              </a:path>
            </a:pathLst>
          </a:custGeom>
          <a:ln w="382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5715336" y="5296776"/>
            <a:ext cx="0" cy="1148715"/>
          </a:xfrm>
          <a:custGeom>
            <a:avLst/>
            <a:gdLst/>
            <a:ahLst/>
            <a:cxnLst/>
            <a:rect l="l" t="t" r="r" b="b"/>
            <a:pathLst>
              <a:path h="1148714">
                <a:moveTo>
                  <a:pt x="0" y="1148644"/>
                </a:moveTo>
                <a:lnTo>
                  <a:pt x="0" y="0"/>
                </a:lnTo>
              </a:path>
            </a:pathLst>
          </a:custGeom>
          <a:ln w="7641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8020422" y="8780996"/>
            <a:ext cx="0" cy="612775"/>
          </a:xfrm>
          <a:custGeom>
            <a:avLst/>
            <a:gdLst/>
            <a:ahLst/>
            <a:cxnLst/>
            <a:rect l="l" t="t" r="r" b="b"/>
            <a:pathLst>
              <a:path h="612775">
                <a:moveTo>
                  <a:pt x="0" y="612610"/>
                </a:moveTo>
                <a:lnTo>
                  <a:pt x="0" y="0"/>
                </a:lnTo>
              </a:path>
            </a:pathLst>
          </a:custGeom>
          <a:ln w="382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8020422" y="2808047"/>
            <a:ext cx="0" cy="587375"/>
          </a:xfrm>
          <a:custGeom>
            <a:avLst/>
            <a:gdLst/>
            <a:ahLst/>
            <a:cxnLst/>
            <a:rect l="l" t="t" r="r" b="b"/>
            <a:pathLst>
              <a:path h="587375">
                <a:moveTo>
                  <a:pt x="0" y="587084"/>
                </a:moveTo>
                <a:lnTo>
                  <a:pt x="0" y="0"/>
                </a:lnTo>
              </a:path>
            </a:pathLst>
          </a:custGeom>
          <a:ln w="382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8033158" y="3471708"/>
            <a:ext cx="0" cy="765810"/>
          </a:xfrm>
          <a:custGeom>
            <a:avLst/>
            <a:gdLst/>
            <a:ahLst/>
            <a:cxnLst/>
            <a:rect l="l" t="t" r="r" b="b"/>
            <a:pathLst>
              <a:path h="765810">
                <a:moveTo>
                  <a:pt x="0" y="765762"/>
                </a:moveTo>
                <a:lnTo>
                  <a:pt x="0" y="0"/>
                </a:lnTo>
              </a:path>
            </a:pathLst>
          </a:custGeom>
          <a:ln w="127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8109570" y="5411640"/>
            <a:ext cx="0" cy="919480"/>
          </a:xfrm>
          <a:custGeom>
            <a:avLst/>
            <a:gdLst/>
            <a:ahLst/>
            <a:cxnLst/>
            <a:rect l="l" t="t" r="r" b="b"/>
            <a:pathLst>
              <a:path h="919479">
                <a:moveTo>
                  <a:pt x="0" y="918915"/>
                </a:moveTo>
                <a:lnTo>
                  <a:pt x="0" y="0"/>
                </a:lnTo>
              </a:path>
            </a:pathLst>
          </a:custGeom>
          <a:ln w="127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903644" y="255504"/>
            <a:ext cx="2738120" cy="0"/>
          </a:xfrm>
          <a:custGeom>
            <a:avLst/>
            <a:gdLst/>
            <a:ahLst/>
            <a:cxnLst/>
            <a:rect l="l" t="t" r="r" b="b"/>
            <a:pathLst>
              <a:path w="2738120">
                <a:moveTo>
                  <a:pt x="0" y="0"/>
                </a:moveTo>
                <a:lnTo>
                  <a:pt x="2738085" y="0"/>
                </a:lnTo>
              </a:path>
            </a:pathLst>
          </a:custGeom>
          <a:ln w="127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903644" y="931928"/>
            <a:ext cx="3425825" cy="0"/>
          </a:xfrm>
          <a:custGeom>
            <a:avLst/>
            <a:gdLst/>
            <a:ahLst/>
            <a:cxnLst/>
            <a:rect l="l" t="t" r="r" b="b"/>
            <a:pathLst>
              <a:path w="3425825">
                <a:moveTo>
                  <a:pt x="0" y="0"/>
                </a:moveTo>
                <a:lnTo>
                  <a:pt x="3425790" y="0"/>
                </a:lnTo>
              </a:path>
            </a:pathLst>
          </a:custGeom>
          <a:ln w="127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4352661" y="1314809"/>
            <a:ext cx="2266950" cy="0"/>
          </a:xfrm>
          <a:custGeom>
            <a:avLst/>
            <a:gdLst/>
            <a:ahLst/>
            <a:cxnLst/>
            <a:rect l="l" t="t" r="r" b="b"/>
            <a:pathLst>
              <a:path w="2266950">
                <a:moveTo>
                  <a:pt x="0" y="0"/>
                </a:moveTo>
                <a:lnTo>
                  <a:pt x="2266880" y="0"/>
                </a:lnTo>
              </a:path>
            </a:pathLst>
          </a:custGeom>
          <a:ln w="3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4390867" y="2310301"/>
            <a:ext cx="1808480" cy="0"/>
          </a:xfrm>
          <a:custGeom>
            <a:avLst/>
            <a:gdLst/>
            <a:ahLst/>
            <a:cxnLst/>
            <a:rect l="l" t="t" r="r" b="b"/>
            <a:pathLst>
              <a:path w="1808480">
                <a:moveTo>
                  <a:pt x="0" y="0"/>
                </a:moveTo>
                <a:lnTo>
                  <a:pt x="1808409" y="0"/>
                </a:lnTo>
              </a:path>
            </a:pathLst>
          </a:custGeom>
          <a:ln w="3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3601279" y="5296776"/>
            <a:ext cx="2050414" cy="0"/>
          </a:xfrm>
          <a:custGeom>
            <a:avLst/>
            <a:gdLst/>
            <a:ahLst/>
            <a:cxnLst/>
            <a:rect l="l" t="t" r="r" b="b"/>
            <a:pathLst>
              <a:path w="2050415">
                <a:moveTo>
                  <a:pt x="0" y="0"/>
                </a:moveTo>
                <a:lnTo>
                  <a:pt x="2050380" y="0"/>
                </a:lnTo>
              </a:path>
            </a:pathLst>
          </a:custGeom>
          <a:ln w="3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5779013" y="5373352"/>
            <a:ext cx="2318385" cy="0"/>
          </a:xfrm>
          <a:custGeom>
            <a:avLst/>
            <a:gdLst/>
            <a:ahLst/>
            <a:cxnLst/>
            <a:rect l="l" t="t" r="r" b="b"/>
            <a:pathLst>
              <a:path w="2318384">
                <a:moveTo>
                  <a:pt x="0" y="0"/>
                </a:moveTo>
                <a:lnTo>
                  <a:pt x="2317821" y="0"/>
                </a:lnTo>
              </a:path>
            </a:pathLst>
          </a:custGeom>
          <a:ln w="25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3091869" y="6432657"/>
            <a:ext cx="2547620" cy="0"/>
          </a:xfrm>
          <a:custGeom>
            <a:avLst/>
            <a:gdLst/>
            <a:ahLst/>
            <a:cxnLst/>
            <a:rect l="l" t="t" r="r" b="b"/>
            <a:pathLst>
              <a:path w="2547619">
                <a:moveTo>
                  <a:pt x="0" y="0"/>
                </a:moveTo>
                <a:lnTo>
                  <a:pt x="2547056" y="0"/>
                </a:lnTo>
              </a:path>
            </a:pathLst>
          </a:custGeom>
          <a:ln w="3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3091869" y="9189403"/>
            <a:ext cx="1248410" cy="0"/>
          </a:xfrm>
          <a:custGeom>
            <a:avLst/>
            <a:gdLst/>
            <a:ahLst/>
            <a:cxnLst/>
            <a:rect l="l" t="t" r="r" b="b"/>
            <a:pathLst>
              <a:path w="1248409">
                <a:moveTo>
                  <a:pt x="0" y="0"/>
                </a:moveTo>
                <a:lnTo>
                  <a:pt x="1248057" y="0"/>
                </a:lnTo>
              </a:path>
            </a:pathLst>
          </a:custGeom>
          <a:ln w="3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14470113" y="427864"/>
            <a:ext cx="2642870" cy="3244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950" b="1" spc="380" dirty="0">
                <a:solidFill>
                  <a:srgbClr val="365E3D"/>
                </a:solidFill>
                <a:latin typeface="Times New Roman"/>
                <a:cs typeface="Times New Roman"/>
              </a:rPr>
              <a:t>CARBONOPOLIS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3158635" y="5405323"/>
            <a:ext cx="2377440" cy="93980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 marR="5080" indent="3175">
              <a:lnSpc>
                <a:spcPct val="95500"/>
              </a:lnSpc>
              <a:spcBef>
                <a:spcPts val="190"/>
              </a:spcBef>
            </a:pPr>
            <a:r>
              <a:rPr sz="1550" spc="65" dirty="0">
                <a:solidFill>
                  <a:srgbClr val="597064"/>
                </a:solidFill>
                <a:latin typeface="Times New Roman"/>
                <a:cs typeface="Times New Roman"/>
              </a:rPr>
              <a:t>Thesystem</a:t>
            </a:r>
            <a:r>
              <a:rPr sz="1550" spc="35" dirty="0">
                <a:solidFill>
                  <a:srgbClr val="597064"/>
                </a:solidFill>
                <a:latin typeface="Times New Roman"/>
                <a:cs typeface="Times New Roman"/>
              </a:rPr>
              <a:t> </a:t>
            </a:r>
            <a:r>
              <a:rPr sz="1550" spc="60" dirty="0">
                <a:solidFill>
                  <a:srgbClr val="597064"/>
                </a:solidFill>
                <a:latin typeface="Times New Roman"/>
                <a:cs typeface="Times New Roman"/>
              </a:rPr>
              <a:t>promotes </a:t>
            </a:r>
            <a:r>
              <a:rPr sz="1550" spc="50" dirty="0">
                <a:solidFill>
                  <a:srgbClr val="597064"/>
                </a:solidFill>
                <a:latin typeface="Times New Roman"/>
                <a:cs typeface="Times New Roman"/>
              </a:rPr>
              <a:t>transparency</a:t>
            </a:r>
            <a:r>
              <a:rPr sz="1550" spc="40" dirty="0">
                <a:solidFill>
                  <a:srgbClr val="597064"/>
                </a:solidFill>
                <a:latin typeface="Times New Roman"/>
                <a:cs typeface="Times New Roman"/>
              </a:rPr>
              <a:t> </a:t>
            </a:r>
            <a:r>
              <a:rPr sz="1550" spc="55" dirty="0">
                <a:solidFill>
                  <a:srgbClr val="597064"/>
                </a:solidFill>
                <a:latin typeface="Times New Roman"/>
                <a:cs typeface="Times New Roman"/>
              </a:rPr>
              <a:t>and</a:t>
            </a:r>
            <a:r>
              <a:rPr sz="1550" spc="-100" dirty="0">
                <a:solidFill>
                  <a:srgbClr val="597064"/>
                </a:solidFill>
                <a:latin typeface="Times New Roman"/>
                <a:cs typeface="Times New Roman"/>
              </a:rPr>
              <a:t> </a:t>
            </a:r>
            <a:r>
              <a:rPr sz="1550" spc="-10" dirty="0">
                <a:solidFill>
                  <a:srgbClr val="597064"/>
                </a:solidFill>
                <a:latin typeface="Times New Roman"/>
                <a:cs typeface="Times New Roman"/>
              </a:rPr>
              <a:t>credibility </a:t>
            </a:r>
            <a:r>
              <a:rPr sz="1550" dirty="0">
                <a:solidFill>
                  <a:srgbClr val="597064"/>
                </a:solidFill>
                <a:latin typeface="Times New Roman"/>
                <a:cs typeface="Times New Roman"/>
              </a:rPr>
              <a:t>of</a:t>
            </a:r>
            <a:r>
              <a:rPr sz="1550" spc="120" dirty="0">
                <a:solidFill>
                  <a:srgbClr val="597064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597064"/>
                </a:solidFill>
                <a:latin typeface="Times New Roman"/>
                <a:cs typeface="Times New Roman"/>
              </a:rPr>
              <a:t>green</a:t>
            </a:r>
            <a:r>
              <a:rPr sz="1550" spc="170" dirty="0">
                <a:solidFill>
                  <a:srgbClr val="597064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597064"/>
                </a:solidFill>
                <a:latin typeface="Times New Roman"/>
                <a:cs typeface="Times New Roman"/>
              </a:rPr>
              <a:t>buildings</a:t>
            </a:r>
            <a:r>
              <a:rPr sz="1550" spc="-85" dirty="0">
                <a:solidFill>
                  <a:srgbClr val="597064"/>
                </a:solidFill>
                <a:latin typeface="Times New Roman"/>
                <a:cs typeface="Times New Roman"/>
              </a:rPr>
              <a:t> </a:t>
            </a:r>
            <a:r>
              <a:rPr sz="1550" spc="-25" dirty="0">
                <a:solidFill>
                  <a:srgbClr val="597064"/>
                </a:solidFill>
                <a:latin typeface="Times New Roman"/>
                <a:cs typeface="Times New Roman"/>
              </a:rPr>
              <a:t>for </a:t>
            </a:r>
            <a:r>
              <a:rPr sz="1550" spc="55" dirty="0">
                <a:solidFill>
                  <a:srgbClr val="597064"/>
                </a:solidFill>
                <a:latin typeface="Times New Roman"/>
                <a:cs typeface="Times New Roman"/>
              </a:rPr>
              <a:t>sustainable</a:t>
            </a:r>
            <a:r>
              <a:rPr sz="1550" spc="-95" dirty="0">
                <a:solidFill>
                  <a:srgbClr val="597064"/>
                </a:solidFill>
                <a:latin typeface="Times New Roman"/>
                <a:cs typeface="Times New Roman"/>
              </a:rPr>
              <a:t> </a:t>
            </a:r>
            <a:r>
              <a:rPr sz="1550" spc="-10" dirty="0">
                <a:solidFill>
                  <a:srgbClr val="597064"/>
                </a:solidFill>
                <a:latin typeface="Times New Roman"/>
                <a:cs typeface="Times New Roman"/>
              </a:rPr>
              <a:t>cities.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3094462" y="8168452"/>
            <a:ext cx="281940" cy="7454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700" b="1" i="1" spc="185" dirty="0">
                <a:solidFill>
                  <a:srgbClr val="1A6E5D"/>
                </a:solidFill>
                <a:latin typeface="Times New Roman"/>
                <a:cs typeface="Times New Roman"/>
              </a:rPr>
              <a:t>r</a:t>
            </a:r>
            <a:endParaRPr sz="47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4505520" y="8423705"/>
            <a:ext cx="575310" cy="3778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300" u="heavy" spc="240" dirty="0">
                <a:solidFill>
                  <a:srgbClr val="79BAD6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300" u="heavy" spc="-310" dirty="0">
                <a:solidFill>
                  <a:srgbClr val="79BAD6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</a:t>
            </a:r>
            <a:r>
              <a:rPr sz="2300" u="heavy" spc="-310" dirty="0">
                <a:solidFill>
                  <a:srgbClr val="4FA1C3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O2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2945364" y="9699977"/>
            <a:ext cx="253111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229" dirty="0">
                <a:solidFill>
                  <a:srgbClr val="4D6436"/>
                </a:solidFill>
                <a:latin typeface="Courier New"/>
                <a:cs typeface="Courier New"/>
              </a:rPr>
              <a:t>•••••••••••••••••••••••••••••••</a:t>
            </a:r>
            <a:r>
              <a:rPr sz="1400" spc="-229" dirty="0">
                <a:solidFill>
                  <a:srgbClr val="6E7744"/>
                </a:solidFill>
                <a:latin typeface="Courier New"/>
                <a:cs typeface="Courier New"/>
              </a:rPr>
              <a:t>•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3579005" y="1436119"/>
            <a:ext cx="4333875" cy="2898775"/>
          </a:xfrm>
          <a:prstGeom prst="rect">
            <a:avLst/>
          </a:prstGeom>
        </p:spPr>
        <p:txBody>
          <a:bodyPr vert="horz" wrap="square" lIns="0" tIns="26669" rIns="0" bIns="0" rtlCol="0">
            <a:spAutoFit/>
          </a:bodyPr>
          <a:lstStyle/>
          <a:p>
            <a:pPr marL="894080" marR="1266190" indent="1905" algn="just">
              <a:lnSpc>
                <a:spcPts val="1810"/>
              </a:lnSpc>
              <a:spcBef>
                <a:spcPts val="209"/>
              </a:spcBef>
            </a:pPr>
            <a:r>
              <a:rPr sz="1550" dirty="0">
                <a:solidFill>
                  <a:srgbClr val="597064"/>
                </a:solidFill>
                <a:latin typeface="Times New Roman"/>
                <a:cs typeface="Times New Roman"/>
              </a:rPr>
              <a:t>It</a:t>
            </a:r>
            <a:r>
              <a:rPr sz="1550" spc="100" dirty="0">
                <a:solidFill>
                  <a:srgbClr val="597064"/>
                </a:solidFill>
                <a:latin typeface="Times New Roman"/>
                <a:cs typeface="Times New Roman"/>
              </a:rPr>
              <a:t> </a:t>
            </a:r>
            <a:r>
              <a:rPr sz="1550" spc="-45" dirty="0">
                <a:solidFill>
                  <a:srgbClr val="597064"/>
                </a:solidFill>
                <a:latin typeface="Times New Roman"/>
                <a:cs typeface="Times New Roman"/>
              </a:rPr>
              <a:t>will</a:t>
            </a:r>
            <a:r>
              <a:rPr sz="1550" spc="-50" dirty="0">
                <a:solidFill>
                  <a:srgbClr val="597064"/>
                </a:solidFill>
                <a:latin typeface="Times New Roman"/>
                <a:cs typeface="Times New Roman"/>
              </a:rPr>
              <a:t> </a:t>
            </a:r>
            <a:r>
              <a:rPr sz="1550" spc="55" dirty="0">
                <a:solidFill>
                  <a:srgbClr val="597064"/>
                </a:solidFill>
                <a:latin typeface="Times New Roman"/>
                <a:cs typeface="Times New Roman"/>
              </a:rPr>
              <a:t>help</a:t>
            </a:r>
            <a:r>
              <a:rPr sz="1550" spc="-85" dirty="0">
                <a:solidFill>
                  <a:srgbClr val="597064"/>
                </a:solidFill>
                <a:latin typeface="Times New Roman"/>
                <a:cs typeface="Times New Roman"/>
              </a:rPr>
              <a:t> </a:t>
            </a:r>
            <a:r>
              <a:rPr sz="1550" spc="25" dirty="0">
                <a:solidFill>
                  <a:srgbClr val="597064"/>
                </a:solidFill>
                <a:latin typeface="Times New Roman"/>
                <a:cs typeface="Times New Roman"/>
              </a:rPr>
              <a:t>me</a:t>
            </a:r>
            <a:r>
              <a:rPr sz="1550" spc="-95" dirty="0">
                <a:solidFill>
                  <a:srgbClr val="597064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597064"/>
                </a:solidFill>
                <a:latin typeface="Times New Roman"/>
                <a:cs typeface="Times New Roman"/>
              </a:rPr>
              <a:t>find</a:t>
            </a:r>
            <a:r>
              <a:rPr sz="1550" spc="375" dirty="0">
                <a:solidFill>
                  <a:srgbClr val="597064"/>
                </a:solidFill>
                <a:latin typeface="Times New Roman"/>
                <a:cs typeface="Times New Roman"/>
              </a:rPr>
              <a:t> </a:t>
            </a:r>
            <a:r>
              <a:rPr sz="1550" spc="30" dirty="0">
                <a:solidFill>
                  <a:srgbClr val="597064"/>
                </a:solidFill>
                <a:latin typeface="Times New Roman"/>
                <a:cs typeface="Times New Roman"/>
              </a:rPr>
              <a:t>more </a:t>
            </a:r>
            <a:r>
              <a:rPr sz="1550" dirty="0">
                <a:solidFill>
                  <a:srgbClr val="597064"/>
                </a:solidFill>
                <a:latin typeface="Times New Roman"/>
                <a:cs typeface="Times New Roman"/>
              </a:rPr>
              <a:t>cost</a:t>
            </a:r>
            <a:r>
              <a:rPr sz="1550" dirty="0">
                <a:solidFill>
                  <a:srgbClr val="778574"/>
                </a:solidFill>
                <a:latin typeface="Times New Roman"/>
                <a:cs typeface="Times New Roman"/>
              </a:rPr>
              <a:t>-</a:t>
            </a:r>
            <a:r>
              <a:rPr sz="1550" dirty="0">
                <a:solidFill>
                  <a:srgbClr val="597064"/>
                </a:solidFill>
                <a:latin typeface="Times New Roman"/>
                <a:cs typeface="Times New Roman"/>
              </a:rPr>
              <a:t>effective</a:t>
            </a:r>
            <a:r>
              <a:rPr sz="1550" spc="310" dirty="0">
                <a:solidFill>
                  <a:srgbClr val="597064"/>
                </a:solidFill>
                <a:latin typeface="Times New Roman"/>
                <a:cs typeface="Times New Roman"/>
              </a:rPr>
              <a:t> </a:t>
            </a:r>
            <a:r>
              <a:rPr sz="1550" spc="55" dirty="0">
                <a:solidFill>
                  <a:srgbClr val="597064"/>
                </a:solidFill>
                <a:latin typeface="Times New Roman"/>
                <a:cs typeface="Times New Roman"/>
              </a:rPr>
              <a:t>waysto</a:t>
            </a:r>
            <a:r>
              <a:rPr sz="1550" spc="315" dirty="0">
                <a:solidFill>
                  <a:srgbClr val="597064"/>
                </a:solidFill>
                <a:latin typeface="Times New Roman"/>
                <a:cs typeface="Times New Roman"/>
              </a:rPr>
              <a:t> </a:t>
            </a:r>
            <a:r>
              <a:rPr sz="1550" spc="35" dirty="0">
                <a:solidFill>
                  <a:srgbClr val="597064"/>
                </a:solidFill>
                <a:latin typeface="Times New Roman"/>
                <a:cs typeface="Times New Roman"/>
              </a:rPr>
              <a:t>go </a:t>
            </a:r>
            <a:r>
              <a:rPr sz="1550" spc="55" dirty="0">
                <a:solidFill>
                  <a:srgbClr val="597064"/>
                </a:solidFill>
                <a:latin typeface="Times New Roman"/>
                <a:cs typeface="Times New Roman"/>
              </a:rPr>
              <a:t>greener</a:t>
            </a:r>
            <a:r>
              <a:rPr sz="1550" spc="-150" dirty="0">
                <a:solidFill>
                  <a:srgbClr val="597064"/>
                </a:solidFill>
                <a:latin typeface="Times New Roman"/>
                <a:cs typeface="Times New Roman"/>
              </a:rPr>
              <a:t> </a:t>
            </a:r>
            <a:r>
              <a:rPr sz="1550" spc="65" dirty="0">
                <a:solidFill>
                  <a:srgbClr val="597064"/>
                </a:solidFill>
                <a:latin typeface="Times New Roman"/>
                <a:cs typeface="Times New Roman"/>
              </a:rPr>
              <a:t>and</a:t>
            </a:r>
            <a:r>
              <a:rPr sz="1550" spc="45" dirty="0">
                <a:solidFill>
                  <a:srgbClr val="597064"/>
                </a:solidFill>
                <a:latin typeface="Times New Roman"/>
                <a:cs typeface="Times New Roman"/>
              </a:rPr>
              <a:t> </a:t>
            </a:r>
            <a:r>
              <a:rPr sz="1550" spc="70" dirty="0">
                <a:solidFill>
                  <a:srgbClr val="597064"/>
                </a:solidFill>
                <a:latin typeface="Times New Roman"/>
                <a:cs typeface="Times New Roman"/>
              </a:rPr>
              <a:t>boost</a:t>
            </a:r>
            <a:r>
              <a:rPr sz="1550" dirty="0">
                <a:solidFill>
                  <a:srgbClr val="597064"/>
                </a:solidFill>
                <a:latin typeface="Times New Roman"/>
                <a:cs typeface="Times New Roman"/>
              </a:rPr>
              <a:t> </a:t>
            </a:r>
            <a:r>
              <a:rPr sz="1550" spc="-10" dirty="0">
                <a:solidFill>
                  <a:srgbClr val="597064"/>
                </a:solidFill>
                <a:latin typeface="Times New Roman"/>
                <a:cs typeface="Times New Roman"/>
              </a:rPr>
              <a:t>profits.</a:t>
            </a:r>
            <a:endParaRPr sz="1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55"/>
              </a:spcBef>
            </a:pPr>
            <a:r>
              <a:rPr sz="2400" b="1" spc="-254" dirty="0">
                <a:solidFill>
                  <a:srgbClr val="182A18"/>
                </a:solidFill>
                <a:latin typeface="Arial"/>
                <a:cs typeface="Arial"/>
              </a:rPr>
              <a:t>Developers</a:t>
            </a:r>
            <a:r>
              <a:rPr sz="2400" b="1" spc="-150" dirty="0">
                <a:solidFill>
                  <a:srgbClr val="182A18"/>
                </a:solidFill>
                <a:latin typeface="Arial"/>
                <a:cs typeface="Arial"/>
              </a:rPr>
              <a:t> </a:t>
            </a:r>
            <a:r>
              <a:rPr sz="2400" b="1" spc="-25" dirty="0">
                <a:solidFill>
                  <a:srgbClr val="182A18"/>
                </a:solidFill>
                <a:latin typeface="Arial"/>
                <a:cs typeface="Arial"/>
              </a:rPr>
              <a:t>&amp;</a:t>
            </a:r>
            <a:r>
              <a:rPr sz="2400" b="1" spc="-204" dirty="0">
                <a:solidFill>
                  <a:srgbClr val="182A18"/>
                </a:solidFill>
                <a:latin typeface="Arial"/>
                <a:cs typeface="Arial"/>
              </a:rPr>
              <a:t> </a:t>
            </a:r>
            <a:r>
              <a:rPr sz="2400" b="1" spc="-105" dirty="0">
                <a:solidFill>
                  <a:srgbClr val="182A18"/>
                </a:solidFill>
                <a:latin typeface="Arial"/>
                <a:cs typeface="Arial"/>
              </a:rPr>
              <a:t>Tenants</a:t>
            </a:r>
            <a:endParaRPr sz="2400">
              <a:latin typeface="Arial"/>
              <a:cs typeface="Arial"/>
            </a:endParaRPr>
          </a:p>
          <a:p>
            <a:pPr marL="2286635" marR="5080" indent="4445">
              <a:lnSpc>
                <a:spcPct val="108200"/>
              </a:lnSpc>
              <a:spcBef>
                <a:spcPts val="1260"/>
              </a:spcBef>
            </a:pPr>
            <a:r>
              <a:rPr sz="1800" dirty="0">
                <a:solidFill>
                  <a:srgbClr val="233A11"/>
                </a:solidFill>
                <a:latin typeface="Arial"/>
                <a:cs typeface="Arial"/>
              </a:rPr>
              <a:t>Support</a:t>
            </a:r>
            <a:r>
              <a:rPr sz="1800" spc="70" dirty="0">
                <a:solidFill>
                  <a:srgbClr val="233A11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233A11"/>
                </a:solidFill>
                <a:latin typeface="Arial"/>
                <a:cs typeface="Arial"/>
              </a:rPr>
              <a:t>low</a:t>
            </a:r>
            <a:r>
              <a:rPr sz="1800" spc="-75" dirty="0">
                <a:solidFill>
                  <a:srgbClr val="233A11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233A11"/>
                </a:solidFill>
                <a:latin typeface="Arial"/>
                <a:cs typeface="Arial"/>
              </a:rPr>
              <a:t>carbon management; </a:t>
            </a:r>
            <a:r>
              <a:rPr sz="1800" dirty="0">
                <a:solidFill>
                  <a:srgbClr val="233A11"/>
                </a:solidFill>
                <a:latin typeface="Arial"/>
                <a:cs typeface="Arial"/>
              </a:rPr>
              <a:t>Monitor</a:t>
            </a:r>
            <a:r>
              <a:rPr sz="1800" spc="105" dirty="0">
                <a:solidFill>
                  <a:srgbClr val="233A11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233A11"/>
                </a:solidFill>
                <a:latin typeface="Arial"/>
                <a:cs typeface="Arial"/>
              </a:rPr>
              <a:t>resource consumption</a:t>
            </a:r>
            <a:r>
              <a:rPr sz="1800" spc="500" dirty="0">
                <a:solidFill>
                  <a:srgbClr val="233A1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33A11"/>
                </a:solidFill>
                <a:latin typeface="Arial"/>
                <a:cs typeface="Arial"/>
              </a:rPr>
              <a:t>across the</a:t>
            </a:r>
            <a:r>
              <a:rPr sz="1800" spc="55" dirty="0">
                <a:solidFill>
                  <a:srgbClr val="233A11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233A11"/>
                </a:solidFill>
                <a:latin typeface="Arial"/>
                <a:cs typeface="Arial"/>
              </a:rPr>
              <a:t>entire</a:t>
            </a:r>
            <a:endParaRPr sz="18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5853066" y="4326874"/>
            <a:ext cx="965835" cy="3016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00" spc="-10" dirty="0">
                <a:solidFill>
                  <a:srgbClr val="233A11"/>
                </a:solidFill>
                <a:latin typeface="Arial"/>
                <a:cs typeface="Arial"/>
              </a:rPr>
              <a:t>portfolio.</a:t>
            </a:r>
            <a:endParaRPr sz="18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7194415" y="4314111"/>
            <a:ext cx="200660" cy="6076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800" spc="-100" dirty="0">
                <a:solidFill>
                  <a:srgbClr val="6D912D"/>
                </a:solidFill>
                <a:latin typeface="Times New Roman"/>
                <a:cs typeface="Times New Roman"/>
              </a:rPr>
              <a:t>s</a:t>
            </a:r>
            <a:endParaRPr sz="38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5925939" y="5379798"/>
            <a:ext cx="2087245" cy="952500"/>
          </a:xfrm>
          <a:prstGeom prst="rect">
            <a:avLst/>
          </a:prstGeom>
        </p:spPr>
        <p:txBody>
          <a:bodyPr vert="horz" wrap="square" lIns="0" tIns="26669" rIns="0" bIns="0" rtlCol="0">
            <a:spAutoFit/>
          </a:bodyPr>
          <a:lstStyle/>
          <a:p>
            <a:pPr marL="24130" marR="5080" indent="-12065">
              <a:lnSpc>
                <a:spcPts val="1810"/>
              </a:lnSpc>
              <a:spcBef>
                <a:spcPts val="209"/>
              </a:spcBef>
            </a:pPr>
            <a:r>
              <a:rPr sz="1550" dirty="0">
                <a:solidFill>
                  <a:srgbClr val="597064"/>
                </a:solidFill>
                <a:latin typeface="Times New Roman"/>
                <a:cs typeface="Times New Roman"/>
              </a:rPr>
              <a:t>This</a:t>
            </a:r>
            <a:r>
              <a:rPr sz="1550" spc="90" dirty="0">
                <a:solidFill>
                  <a:srgbClr val="597064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597064"/>
                </a:solidFill>
                <a:latin typeface="Times New Roman"/>
                <a:cs typeface="Times New Roman"/>
              </a:rPr>
              <a:t>provides</a:t>
            </a:r>
            <a:r>
              <a:rPr sz="1550" spc="160" dirty="0">
                <a:solidFill>
                  <a:srgbClr val="597064"/>
                </a:solidFill>
                <a:latin typeface="Times New Roman"/>
                <a:cs typeface="Times New Roman"/>
              </a:rPr>
              <a:t> </a:t>
            </a:r>
            <a:r>
              <a:rPr sz="1550" spc="-10" dirty="0">
                <a:solidFill>
                  <a:srgbClr val="597064"/>
                </a:solidFill>
                <a:latin typeface="Times New Roman"/>
                <a:cs typeface="Times New Roman"/>
              </a:rPr>
              <a:t>refined </a:t>
            </a:r>
            <a:r>
              <a:rPr sz="1550" spc="60" dirty="0">
                <a:solidFill>
                  <a:srgbClr val="597064"/>
                </a:solidFill>
                <a:latin typeface="Times New Roman"/>
                <a:cs typeface="Times New Roman"/>
              </a:rPr>
              <a:t>carbon</a:t>
            </a:r>
            <a:r>
              <a:rPr sz="1550" spc="-25" dirty="0">
                <a:solidFill>
                  <a:srgbClr val="597064"/>
                </a:solidFill>
                <a:latin typeface="Times New Roman"/>
                <a:cs typeface="Times New Roman"/>
              </a:rPr>
              <a:t> </a:t>
            </a:r>
            <a:r>
              <a:rPr sz="1550" spc="50" dirty="0">
                <a:solidFill>
                  <a:srgbClr val="597064"/>
                </a:solidFill>
                <a:latin typeface="Times New Roman"/>
                <a:cs typeface="Times New Roman"/>
              </a:rPr>
              <a:t>management</a:t>
            </a:r>
            <a:r>
              <a:rPr sz="1550" spc="-80" dirty="0">
                <a:solidFill>
                  <a:srgbClr val="597064"/>
                </a:solidFill>
                <a:latin typeface="Times New Roman"/>
                <a:cs typeface="Times New Roman"/>
              </a:rPr>
              <a:t> </a:t>
            </a:r>
            <a:r>
              <a:rPr sz="1550" spc="25" dirty="0">
                <a:solidFill>
                  <a:srgbClr val="597064"/>
                </a:solidFill>
                <a:latin typeface="Times New Roman"/>
                <a:cs typeface="Times New Roman"/>
              </a:rPr>
              <a:t>and </a:t>
            </a:r>
            <a:r>
              <a:rPr sz="1550" spc="60" dirty="0">
                <a:solidFill>
                  <a:srgbClr val="597064"/>
                </a:solidFill>
                <a:latin typeface="Times New Roman"/>
                <a:cs typeface="Times New Roman"/>
              </a:rPr>
              <a:t>helps</a:t>
            </a:r>
            <a:r>
              <a:rPr sz="1550" spc="-114" dirty="0">
                <a:solidFill>
                  <a:srgbClr val="597064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597064"/>
                </a:solidFill>
                <a:latin typeface="Times New Roman"/>
                <a:cs typeface="Times New Roman"/>
              </a:rPr>
              <a:t>track</a:t>
            </a:r>
            <a:r>
              <a:rPr sz="1550" spc="155" dirty="0">
                <a:solidFill>
                  <a:srgbClr val="597064"/>
                </a:solidFill>
                <a:latin typeface="Times New Roman"/>
                <a:cs typeface="Times New Roman"/>
              </a:rPr>
              <a:t> </a:t>
            </a:r>
            <a:r>
              <a:rPr sz="1550" spc="-10" dirty="0">
                <a:solidFill>
                  <a:srgbClr val="597064"/>
                </a:solidFill>
                <a:latin typeface="Times New Roman"/>
                <a:cs typeface="Times New Roman"/>
              </a:rPr>
              <a:t>policy </a:t>
            </a:r>
            <a:r>
              <a:rPr sz="1550" u="heavy" spc="70" dirty="0">
                <a:solidFill>
                  <a:srgbClr val="597064"/>
                </a:solidFill>
                <a:uFill>
                  <a:solidFill>
                    <a:srgbClr val="597064"/>
                  </a:solidFill>
                </a:uFill>
                <a:latin typeface="Times New Roman"/>
                <a:cs typeface="Times New Roman"/>
              </a:rPr>
              <a:t>outcomes</a:t>
            </a:r>
            <a:r>
              <a:rPr sz="1550" u="heavy" spc="-85" dirty="0">
                <a:solidFill>
                  <a:srgbClr val="597064"/>
                </a:solidFill>
                <a:uFill>
                  <a:solidFill>
                    <a:srgbClr val="597064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550" u="heavy" spc="-10" dirty="0">
                <a:solidFill>
                  <a:srgbClr val="597064"/>
                </a:solidFill>
                <a:uFill>
                  <a:solidFill>
                    <a:srgbClr val="597064"/>
                  </a:solidFill>
                </a:uFill>
                <a:latin typeface="Times New Roman"/>
                <a:cs typeface="Times New Roman"/>
              </a:rPr>
              <a:t>effectively.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5569221" y="8176109"/>
            <a:ext cx="2746375" cy="1738630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3335" marR="334010" indent="-1270">
              <a:lnSpc>
                <a:spcPct val="108600"/>
              </a:lnSpc>
              <a:spcBef>
                <a:spcPts val="165"/>
              </a:spcBef>
            </a:pPr>
            <a:r>
              <a:rPr sz="1800" spc="55" dirty="0">
                <a:solidFill>
                  <a:srgbClr val="233A11"/>
                </a:solidFill>
                <a:latin typeface="Arial"/>
                <a:cs typeface="Arial"/>
              </a:rPr>
              <a:t>For</a:t>
            </a:r>
            <a:r>
              <a:rPr sz="1800" spc="-120" dirty="0">
                <a:solidFill>
                  <a:srgbClr val="233A1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33A11"/>
                </a:solidFill>
                <a:latin typeface="Arial"/>
                <a:cs typeface="Arial"/>
              </a:rPr>
              <a:t>Al-</a:t>
            </a:r>
            <a:r>
              <a:rPr sz="1800" spc="-10" dirty="0">
                <a:solidFill>
                  <a:srgbClr val="233A11"/>
                </a:solidFill>
                <a:latin typeface="Arial"/>
                <a:cs typeface="Arial"/>
              </a:rPr>
              <a:t>Based </a:t>
            </a:r>
            <a:r>
              <a:rPr sz="1800" dirty="0">
                <a:solidFill>
                  <a:srgbClr val="233A11"/>
                </a:solidFill>
                <a:latin typeface="Arial"/>
                <a:cs typeface="Arial"/>
              </a:rPr>
              <a:t>Evaluation</a:t>
            </a:r>
            <a:r>
              <a:rPr sz="1800" spc="50" dirty="0">
                <a:solidFill>
                  <a:srgbClr val="233A1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33A11"/>
                </a:solidFill>
                <a:latin typeface="Arial"/>
                <a:cs typeface="Arial"/>
              </a:rPr>
              <a:t>and</a:t>
            </a:r>
            <a:r>
              <a:rPr sz="1800" spc="-200" dirty="0">
                <a:solidFill>
                  <a:srgbClr val="233A11"/>
                </a:solidFill>
                <a:latin typeface="Arial"/>
                <a:cs typeface="Arial"/>
              </a:rPr>
              <a:t> </a:t>
            </a:r>
            <a:r>
              <a:rPr sz="1700" i="1" spc="55" dirty="0">
                <a:solidFill>
                  <a:srgbClr val="233A11"/>
                </a:solidFill>
                <a:latin typeface="Arial"/>
                <a:cs typeface="Arial"/>
              </a:rPr>
              <a:t>Carbon Neutral</a:t>
            </a:r>
            <a:r>
              <a:rPr sz="1700" i="1" spc="125" dirty="0">
                <a:solidFill>
                  <a:srgbClr val="233A11"/>
                </a:solidFill>
                <a:latin typeface="Arial"/>
                <a:cs typeface="Arial"/>
              </a:rPr>
              <a:t> </a:t>
            </a:r>
            <a:r>
              <a:rPr sz="1700" i="1" dirty="0">
                <a:solidFill>
                  <a:srgbClr val="233A11"/>
                </a:solidFill>
                <a:latin typeface="Arial"/>
                <a:cs typeface="Arial"/>
              </a:rPr>
              <a:t>Plan</a:t>
            </a:r>
            <a:r>
              <a:rPr sz="1700" i="1" spc="95" dirty="0">
                <a:solidFill>
                  <a:srgbClr val="233A11"/>
                </a:solidFill>
                <a:latin typeface="Arial"/>
                <a:cs typeface="Arial"/>
              </a:rPr>
              <a:t> </a:t>
            </a:r>
            <a:r>
              <a:rPr sz="1700" i="1" dirty="0">
                <a:solidFill>
                  <a:srgbClr val="233A11"/>
                </a:solidFill>
                <a:latin typeface="Arial"/>
                <a:cs typeface="Arial"/>
              </a:rPr>
              <a:t>Report</a:t>
            </a:r>
            <a:r>
              <a:rPr sz="1700" i="1" spc="85" dirty="0">
                <a:solidFill>
                  <a:srgbClr val="233A11"/>
                </a:solidFill>
                <a:latin typeface="Arial"/>
                <a:cs typeface="Arial"/>
              </a:rPr>
              <a:t> </a:t>
            </a:r>
            <a:r>
              <a:rPr sz="1800" spc="40" dirty="0">
                <a:solidFill>
                  <a:srgbClr val="233A11"/>
                </a:solidFill>
                <a:latin typeface="Arial"/>
                <a:cs typeface="Arial"/>
              </a:rPr>
              <a:t>in </a:t>
            </a:r>
            <a:r>
              <a:rPr sz="1800" u="heavy" spc="-25" dirty="0">
                <a:solidFill>
                  <a:srgbClr val="233A11"/>
                </a:solidFill>
                <a:uFill>
                  <a:solidFill>
                    <a:srgbClr val="233A11"/>
                  </a:solidFill>
                </a:uFill>
                <a:latin typeface="Arial"/>
                <a:cs typeface="Arial"/>
              </a:rPr>
              <a:t>San</a:t>
            </a:r>
            <a:r>
              <a:rPr sz="1800" u="heavy" spc="-55" dirty="0">
                <a:solidFill>
                  <a:srgbClr val="233A11"/>
                </a:solidFill>
                <a:uFill>
                  <a:solidFill>
                    <a:srgbClr val="233A11"/>
                  </a:solidFill>
                </a:uFill>
                <a:latin typeface="Arial"/>
                <a:cs typeface="Arial"/>
              </a:rPr>
              <a:t> </a:t>
            </a:r>
            <a:r>
              <a:rPr sz="1800" u="heavy" dirty="0">
                <a:solidFill>
                  <a:srgbClr val="182A18"/>
                </a:solidFill>
                <a:uFill>
                  <a:solidFill>
                    <a:srgbClr val="233A11"/>
                  </a:solidFill>
                </a:uFill>
                <a:latin typeface="Arial"/>
                <a:cs typeface="Arial"/>
              </a:rPr>
              <a:t>Tin</a:t>
            </a:r>
            <a:r>
              <a:rPr sz="1800" u="heavy" spc="-175" dirty="0">
                <a:solidFill>
                  <a:srgbClr val="182A18"/>
                </a:solidFill>
                <a:uFill>
                  <a:solidFill>
                    <a:srgbClr val="233A11"/>
                  </a:solidFill>
                </a:uFill>
                <a:latin typeface="Arial"/>
                <a:cs typeface="Arial"/>
              </a:rPr>
              <a:t> </a:t>
            </a:r>
            <a:r>
              <a:rPr sz="1800" u="heavy" spc="60" dirty="0">
                <a:solidFill>
                  <a:srgbClr val="233A11"/>
                </a:solidFill>
                <a:uFill>
                  <a:solidFill>
                    <a:srgbClr val="233A11"/>
                  </a:solidFill>
                </a:uFill>
                <a:latin typeface="Arial"/>
                <a:cs typeface="Arial"/>
              </a:rPr>
              <a:t>Hi-</a:t>
            </a:r>
            <a:r>
              <a:rPr sz="1800" u="heavy" spc="70" dirty="0">
                <a:solidFill>
                  <a:srgbClr val="233A11"/>
                </a:solidFill>
                <a:uFill>
                  <a:solidFill>
                    <a:srgbClr val="233A11"/>
                  </a:solidFill>
                </a:uFill>
                <a:latin typeface="Arial"/>
                <a:cs typeface="Arial"/>
              </a:rPr>
              <a:t>tech</a:t>
            </a:r>
            <a:r>
              <a:rPr sz="1800" u="heavy" spc="-135" dirty="0">
                <a:solidFill>
                  <a:srgbClr val="233A11"/>
                </a:solidFill>
                <a:uFill>
                  <a:solidFill>
                    <a:srgbClr val="233A11"/>
                  </a:solidFill>
                </a:uFill>
                <a:latin typeface="Arial"/>
                <a:cs typeface="Arial"/>
              </a:rPr>
              <a:t> </a:t>
            </a:r>
            <a:r>
              <a:rPr sz="1800" u="heavy" spc="-10" dirty="0">
                <a:solidFill>
                  <a:srgbClr val="233A11"/>
                </a:solidFill>
                <a:uFill>
                  <a:solidFill>
                    <a:srgbClr val="233A11"/>
                  </a:solidFill>
                </a:uFill>
                <a:latin typeface="Arial"/>
                <a:cs typeface="Arial"/>
              </a:rPr>
              <a:t>District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050">
              <a:latin typeface="Arial"/>
              <a:cs typeface="Arial"/>
            </a:endParaRPr>
          </a:p>
          <a:p>
            <a:pPr marL="49530">
              <a:lnSpc>
                <a:spcPct val="100000"/>
              </a:lnSpc>
              <a:tabLst>
                <a:tab pos="2110105" algn="l"/>
              </a:tabLst>
            </a:pPr>
            <a:r>
              <a:rPr sz="1400" b="1" spc="250" dirty="0">
                <a:solidFill>
                  <a:srgbClr val="4D6436"/>
                </a:solidFill>
                <a:latin typeface="Times New Roman"/>
                <a:cs typeface="Times New Roman"/>
              </a:rPr>
              <a:t>CARBONOPOLIS</a:t>
            </a:r>
            <a:r>
              <a:rPr sz="1400" b="1" dirty="0">
                <a:solidFill>
                  <a:srgbClr val="4D6436"/>
                </a:solidFill>
                <a:latin typeface="Times New Roman"/>
                <a:cs typeface="Times New Roman"/>
              </a:rPr>
              <a:t>	</a:t>
            </a:r>
            <a:r>
              <a:rPr sz="1400" spc="190" dirty="0">
                <a:solidFill>
                  <a:srgbClr val="3A4F1F"/>
                </a:solidFill>
                <a:latin typeface="Times New Roman"/>
                <a:cs typeface="Times New Roman"/>
              </a:rPr>
              <a:t>•••.....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8822" y="408658"/>
            <a:ext cx="2725350" cy="38288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7705" y="1404150"/>
            <a:ext cx="5654462" cy="48498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48057" y="2450692"/>
            <a:ext cx="2139527" cy="2093085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2501743"/>
            <a:ext cx="18161000" cy="7708900"/>
            <a:chOff x="0" y="2501743"/>
            <a:chExt cx="18161000" cy="7708900"/>
          </a:xfrm>
        </p:grpSpPr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489466" y="2501743"/>
              <a:ext cx="1833880" cy="173572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0" y="4058794"/>
              <a:ext cx="18160504" cy="615162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11293" y="5768999"/>
              <a:ext cx="5705403" cy="484983"/>
            </a:xfrm>
            <a:prstGeom prst="rect">
              <a:avLst/>
            </a:prstGeom>
          </p:spPr>
        </p:pic>
      </p:grpSp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895872" y="1404150"/>
            <a:ext cx="2903642" cy="484983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201518" y="3114353"/>
            <a:ext cx="4151699" cy="2884373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2786220" y="1480725"/>
            <a:ext cx="3030995" cy="2169661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5970034" y="1965709"/>
            <a:ext cx="2292350" cy="1684678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764116" y="6483710"/>
            <a:ext cx="1044292" cy="1837831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840528" y="8678898"/>
            <a:ext cx="916940" cy="867864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560352" y="383131"/>
            <a:ext cx="0" cy="459740"/>
          </a:xfrm>
          <a:custGeom>
            <a:avLst/>
            <a:gdLst/>
            <a:ahLst/>
            <a:cxnLst/>
            <a:rect l="l" t="t" r="r" b="b"/>
            <a:pathLst>
              <a:path h="459740">
                <a:moveTo>
                  <a:pt x="0" y="459457"/>
                </a:moveTo>
                <a:lnTo>
                  <a:pt x="0" y="0"/>
                </a:lnTo>
              </a:path>
            </a:pathLst>
          </a:custGeom>
          <a:ln w="254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884821" y="268267"/>
            <a:ext cx="993775" cy="0"/>
          </a:xfrm>
          <a:custGeom>
            <a:avLst/>
            <a:gdLst/>
            <a:ahLst/>
            <a:cxnLst/>
            <a:rect l="l" t="t" r="r" b="b"/>
            <a:pathLst>
              <a:path w="993775">
                <a:moveTo>
                  <a:pt x="0" y="0"/>
                </a:moveTo>
                <a:lnTo>
                  <a:pt x="993351" y="0"/>
                </a:lnTo>
              </a:path>
            </a:pathLst>
          </a:custGeom>
          <a:ln w="127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884821" y="944691"/>
            <a:ext cx="1299210" cy="0"/>
          </a:xfrm>
          <a:custGeom>
            <a:avLst/>
            <a:gdLst/>
            <a:ahLst/>
            <a:cxnLst/>
            <a:rect l="l" t="t" r="r" b="b"/>
            <a:pathLst>
              <a:path w="1299210">
                <a:moveTo>
                  <a:pt x="0" y="0"/>
                </a:moveTo>
                <a:lnTo>
                  <a:pt x="1298998" y="0"/>
                </a:lnTo>
              </a:path>
            </a:pathLst>
          </a:custGeom>
          <a:ln w="127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4470113" y="427864"/>
            <a:ext cx="2642870" cy="3244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950" b="1" spc="380" dirty="0">
                <a:solidFill>
                  <a:srgbClr val="385E3D"/>
                </a:solidFill>
                <a:latin typeface="Times New Roman"/>
                <a:cs typeface="Times New Roman"/>
              </a:rPr>
              <a:t>CARBONOPOLIS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026305" y="2603602"/>
            <a:ext cx="939800" cy="1172210"/>
          </a:xfrm>
          <a:prstGeom prst="rect">
            <a:avLst/>
          </a:prstGeom>
        </p:spPr>
        <p:txBody>
          <a:bodyPr vert="horz" wrap="square" lIns="0" tIns="225425" rIns="0" bIns="0" rtlCol="0">
            <a:spAutoFit/>
          </a:bodyPr>
          <a:lstStyle/>
          <a:p>
            <a:pPr marL="19050">
              <a:lnSpc>
                <a:spcPct val="100000"/>
              </a:lnSpc>
              <a:spcBef>
                <a:spcPts val="1775"/>
              </a:spcBef>
            </a:pPr>
            <a:r>
              <a:rPr sz="3450" b="1" spc="225" dirty="0">
                <a:solidFill>
                  <a:srgbClr val="526B3B"/>
                </a:solidFill>
                <a:latin typeface="Times New Roman"/>
                <a:cs typeface="Times New Roman"/>
              </a:rPr>
              <a:t>1</a:t>
            </a:r>
            <a:r>
              <a:rPr sz="3450" b="1" spc="225" dirty="0">
                <a:solidFill>
                  <a:srgbClr val="385E3D"/>
                </a:solidFill>
                <a:latin typeface="Times New Roman"/>
                <a:cs typeface="Times New Roman"/>
              </a:rPr>
              <a:t>.</a:t>
            </a:r>
            <a:r>
              <a:rPr sz="3450" b="1" spc="225" dirty="0">
                <a:solidFill>
                  <a:srgbClr val="526B3B"/>
                </a:solidFill>
                <a:latin typeface="Times New Roman"/>
                <a:cs typeface="Times New Roman"/>
              </a:rPr>
              <a:t>0</a:t>
            </a:r>
            <a:r>
              <a:rPr sz="3450" b="1" spc="225" dirty="0">
                <a:solidFill>
                  <a:srgbClr val="080A05"/>
                </a:solidFill>
                <a:latin typeface="Times New Roman"/>
                <a:cs typeface="Times New Roman"/>
              </a:rPr>
              <a:t>t</a:t>
            </a:r>
            <a:endParaRPr sz="3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30"/>
              </a:spcBef>
            </a:pPr>
            <a:r>
              <a:rPr sz="1900" b="1" i="1" spc="70" dirty="0">
                <a:solidFill>
                  <a:srgbClr val="080A05"/>
                </a:solidFill>
                <a:latin typeface="Arial"/>
                <a:cs typeface="Arial"/>
              </a:rPr>
              <a:t>Carbon</a:t>
            </a:r>
            <a:endParaRPr sz="19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41360" y="4652323"/>
            <a:ext cx="7348220" cy="1063625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326390" marR="369570" indent="-3175">
              <a:lnSpc>
                <a:spcPts val="2110"/>
              </a:lnSpc>
              <a:spcBef>
                <a:spcPts val="270"/>
              </a:spcBef>
              <a:tabLst>
                <a:tab pos="1051560" algn="l"/>
                <a:tab pos="1568450" algn="l"/>
                <a:tab pos="2400300" algn="l"/>
                <a:tab pos="2765425" algn="l"/>
                <a:tab pos="3943985" algn="l"/>
                <a:tab pos="4770755" algn="l"/>
                <a:tab pos="5566410" algn="l"/>
                <a:tab pos="6151245" algn="l"/>
                <a:tab pos="6170930" algn="l"/>
              </a:tabLst>
            </a:pPr>
            <a:r>
              <a:rPr sz="1850" spc="280" dirty="0">
                <a:solidFill>
                  <a:srgbClr val="3D7062"/>
                </a:solidFill>
                <a:latin typeface="Arial"/>
                <a:cs typeface="Arial"/>
              </a:rPr>
              <a:t>Our</a:t>
            </a:r>
            <a:r>
              <a:rPr sz="1850" dirty="0">
                <a:solidFill>
                  <a:srgbClr val="3D7062"/>
                </a:solidFill>
                <a:latin typeface="Arial"/>
                <a:cs typeface="Arial"/>
              </a:rPr>
              <a:t>	</a:t>
            </a:r>
            <a:r>
              <a:rPr sz="1850" spc="75" dirty="0">
                <a:solidFill>
                  <a:srgbClr val="3D7062"/>
                </a:solidFill>
                <a:latin typeface="Arial"/>
                <a:cs typeface="Arial"/>
              </a:rPr>
              <a:t>Initiative,</a:t>
            </a:r>
            <a:r>
              <a:rPr sz="1850" dirty="0">
                <a:solidFill>
                  <a:srgbClr val="3D7062"/>
                </a:solidFill>
                <a:latin typeface="Arial"/>
                <a:cs typeface="Arial"/>
              </a:rPr>
              <a:t>	</a:t>
            </a:r>
            <a:r>
              <a:rPr sz="1850" spc="-10" dirty="0">
                <a:solidFill>
                  <a:srgbClr val="3D7062"/>
                </a:solidFill>
                <a:latin typeface="Arial"/>
                <a:cs typeface="Arial"/>
              </a:rPr>
              <a:t>"CARBONOPOLIS",</a:t>
            </a:r>
            <a:r>
              <a:rPr sz="1850" dirty="0">
                <a:solidFill>
                  <a:srgbClr val="3D7062"/>
                </a:solidFill>
                <a:latin typeface="Arial"/>
                <a:cs typeface="Arial"/>
              </a:rPr>
              <a:t>	</a:t>
            </a:r>
            <a:r>
              <a:rPr sz="1850" spc="55" dirty="0">
                <a:solidFill>
                  <a:srgbClr val="3D7062"/>
                </a:solidFill>
                <a:latin typeface="Arial"/>
                <a:cs typeface="Arial"/>
              </a:rPr>
              <a:t>embodies</a:t>
            </a:r>
            <a:r>
              <a:rPr sz="1850" dirty="0">
                <a:solidFill>
                  <a:srgbClr val="3D7062"/>
                </a:solidFill>
                <a:latin typeface="Arial"/>
                <a:cs typeface="Arial"/>
              </a:rPr>
              <a:t>		</a:t>
            </a:r>
            <a:r>
              <a:rPr sz="1850" spc="80" dirty="0">
                <a:solidFill>
                  <a:srgbClr val="3D7062"/>
                </a:solidFill>
                <a:latin typeface="Arial"/>
                <a:cs typeface="Arial"/>
              </a:rPr>
              <a:t>carbon </a:t>
            </a:r>
            <a:r>
              <a:rPr sz="1850" spc="40" dirty="0">
                <a:solidFill>
                  <a:srgbClr val="3D7062"/>
                </a:solidFill>
                <a:latin typeface="Arial"/>
                <a:cs typeface="Arial"/>
              </a:rPr>
              <a:t>emissions</a:t>
            </a:r>
            <a:r>
              <a:rPr sz="1850" dirty="0">
                <a:solidFill>
                  <a:srgbClr val="3D7062"/>
                </a:solidFill>
                <a:latin typeface="Arial"/>
                <a:cs typeface="Arial"/>
              </a:rPr>
              <a:t>	</a:t>
            </a:r>
            <a:r>
              <a:rPr sz="1850" spc="145" dirty="0">
                <a:solidFill>
                  <a:srgbClr val="3D7062"/>
                </a:solidFill>
                <a:latin typeface="Arial"/>
                <a:cs typeface="Arial"/>
              </a:rPr>
              <a:t>from</a:t>
            </a:r>
            <a:r>
              <a:rPr sz="1850" spc="484" dirty="0">
                <a:solidFill>
                  <a:srgbClr val="3D7062"/>
                </a:solidFill>
                <a:latin typeface="Arial"/>
                <a:cs typeface="Arial"/>
              </a:rPr>
              <a:t> </a:t>
            </a:r>
            <a:r>
              <a:rPr sz="1850" spc="30" dirty="0">
                <a:solidFill>
                  <a:srgbClr val="3D7062"/>
                </a:solidFill>
                <a:latin typeface="Arial"/>
                <a:cs typeface="Arial"/>
              </a:rPr>
              <a:t>the</a:t>
            </a:r>
            <a:r>
              <a:rPr sz="1850" dirty="0">
                <a:solidFill>
                  <a:srgbClr val="3D7062"/>
                </a:solidFill>
                <a:latin typeface="Arial"/>
                <a:cs typeface="Arial"/>
              </a:rPr>
              <a:t>	</a:t>
            </a:r>
            <a:r>
              <a:rPr sz="1850" spc="75" dirty="0">
                <a:solidFill>
                  <a:srgbClr val="3D7062"/>
                </a:solidFill>
                <a:latin typeface="Arial"/>
                <a:cs typeface="Arial"/>
              </a:rPr>
              <a:t>life-</a:t>
            </a:r>
            <a:r>
              <a:rPr sz="1850" spc="100" dirty="0">
                <a:solidFill>
                  <a:srgbClr val="3D7062"/>
                </a:solidFill>
                <a:latin typeface="Arial"/>
                <a:cs typeface="Arial"/>
              </a:rPr>
              <a:t>cycle</a:t>
            </a:r>
            <a:r>
              <a:rPr sz="1850" dirty="0">
                <a:solidFill>
                  <a:srgbClr val="3D7062"/>
                </a:solidFill>
                <a:latin typeface="Arial"/>
                <a:cs typeface="Arial"/>
              </a:rPr>
              <a:t>	</a:t>
            </a:r>
            <a:r>
              <a:rPr sz="1850" spc="70" dirty="0">
                <a:solidFill>
                  <a:srgbClr val="3D7062"/>
                </a:solidFill>
                <a:latin typeface="Arial"/>
                <a:cs typeface="Arial"/>
              </a:rPr>
              <a:t>development</a:t>
            </a:r>
            <a:r>
              <a:rPr sz="1850" dirty="0">
                <a:solidFill>
                  <a:srgbClr val="3D7062"/>
                </a:solidFill>
                <a:latin typeface="Arial"/>
                <a:cs typeface="Arial"/>
              </a:rPr>
              <a:t>	</a:t>
            </a:r>
            <a:r>
              <a:rPr sz="1850" spc="125" dirty="0">
                <a:solidFill>
                  <a:srgbClr val="3D7062"/>
                </a:solidFill>
                <a:latin typeface="Arial"/>
                <a:cs typeface="Arial"/>
              </a:rPr>
              <a:t>into</a:t>
            </a:r>
            <a:r>
              <a:rPr sz="1850" dirty="0">
                <a:solidFill>
                  <a:srgbClr val="3D7062"/>
                </a:solidFill>
                <a:latin typeface="Arial"/>
                <a:cs typeface="Arial"/>
              </a:rPr>
              <a:t>	</a:t>
            </a:r>
            <a:r>
              <a:rPr sz="1850" spc="50" dirty="0">
                <a:solidFill>
                  <a:srgbClr val="3D7062"/>
                </a:solidFill>
                <a:latin typeface="Arial"/>
                <a:cs typeface="Arial"/>
              </a:rPr>
              <a:t>tokens</a:t>
            </a:r>
            <a:r>
              <a:rPr sz="1850" spc="50" dirty="0">
                <a:solidFill>
                  <a:srgbClr val="60937C"/>
                </a:solidFill>
                <a:latin typeface="Arial"/>
                <a:cs typeface="Arial"/>
              </a:rPr>
              <a:t>,</a:t>
            </a:r>
            <a:endParaRPr sz="1850">
              <a:latin typeface="Arial"/>
              <a:cs typeface="Arial"/>
            </a:endParaRPr>
          </a:p>
          <a:p>
            <a:pPr marL="25400">
              <a:lnSpc>
                <a:spcPts val="1825"/>
              </a:lnSpc>
            </a:pPr>
            <a:r>
              <a:rPr sz="2850" spc="-104" baseline="-49707" dirty="0">
                <a:solidFill>
                  <a:srgbClr val="60937C"/>
                </a:solidFill>
                <a:latin typeface="Times New Roman"/>
                <a:cs typeface="Times New Roman"/>
              </a:rPr>
              <a:t>........</a:t>
            </a:r>
            <a:r>
              <a:rPr sz="1850" spc="-70" dirty="0">
                <a:solidFill>
                  <a:srgbClr val="3D7062"/>
                </a:solidFill>
                <a:latin typeface="Arial"/>
                <a:cs typeface="Arial"/>
              </a:rPr>
              <a:t>"Carbon</a:t>
            </a:r>
            <a:r>
              <a:rPr sz="1850" dirty="0">
                <a:solidFill>
                  <a:srgbClr val="3D7062"/>
                </a:solidFill>
                <a:latin typeface="Arial"/>
                <a:cs typeface="Arial"/>
              </a:rPr>
              <a:t> </a:t>
            </a:r>
            <a:r>
              <a:rPr sz="1850" spc="-10" dirty="0">
                <a:solidFill>
                  <a:srgbClr val="3D7062"/>
                </a:solidFill>
                <a:latin typeface="Arial"/>
                <a:cs typeface="Arial"/>
              </a:rPr>
              <a:t>Coins"</a:t>
            </a:r>
            <a:r>
              <a:rPr sz="3450" spc="-15" baseline="-33816" dirty="0">
                <a:solidFill>
                  <a:srgbClr val="3D7062"/>
                </a:solidFill>
                <a:latin typeface="Arial"/>
                <a:cs typeface="Arial"/>
              </a:rPr>
              <a:t>'</a:t>
            </a:r>
            <a:endParaRPr sz="3450" baseline="-33816">
              <a:latin typeface="Arial"/>
              <a:cs typeface="Arial"/>
            </a:endParaRPr>
          </a:p>
          <a:p>
            <a:pPr marL="332105">
              <a:lnSpc>
                <a:spcPts val="1955"/>
              </a:lnSpc>
            </a:pPr>
            <a:r>
              <a:rPr sz="1900" spc="-180" dirty="0">
                <a:solidFill>
                  <a:srgbClr val="60937C"/>
                </a:solidFill>
                <a:latin typeface="Times New Roman"/>
                <a:cs typeface="Times New Roman"/>
              </a:rPr>
              <a:t>......................................................................................................................................................................</a:t>
            </a:r>
            <a:r>
              <a:rPr sz="1900" spc="-180" dirty="0">
                <a:solidFill>
                  <a:srgbClr val="3D7062"/>
                </a:solidFill>
                <a:latin typeface="Times New Roman"/>
                <a:cs typeface="Times New Roman"/>
              </a:rPr>
              <a:t>.</a:t>
            </a:r>
            <a:r>
              <a:rPr sz="1900" spc="-180" dirty="0">
                <a:solidFill>
                  <a:srgbClr val="60937C"/>
                </a:solidFill>
                <a:latin typeface="Times New Roman"/>
                <a:cs typeface="Times New Roman"/>
              </a:rPr>
              <a:t>.......</a:t>
            </a:r>
            <a:r>
              <a:rPr sz="1900" spc="-180" dirty="0">
                <a:solidFill>
                  <a:srgbClr val="3D7062"/>
                </a:solidFill>
                <a:latin typeface="Times New Roman"/>
                <a:cs typeface="Times New Roman"/>
              </a:rPr>
              <a:t>.</a:t>
            </a:r>
            <a:r>
              <a:rPr sz="1900" spc="-180" dirty="0">
                <a:solidFill>
                  <a:srgbClr val="60937C"/>
                </a:solidFill>
                <a:latin typeface="Times New Roman"/>
                <a:cs typeface="Times New Roman"/>
              </a:rPr>
              <a:t>.......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178859" y="1962804"/>
            <a:ext cx="3596640" cy="1156970"/>
          </a:xfrm>
          <a:prstGeom prst="rect">
            <a:avLst/>
          </a:prstGeom>
        </p:spPr>
        <p:txBody>
          <a:bodyPr vert="horz" wrap="square" lIns="0" tIns="176530" rIns="0" bIns="0" rtlCol="0">
            <a:spAutoFit/>
          </a:bodyPr>
          <a:lstStyle/>
          <a:p>
            <a:pPr marL="176530">
              <a:lnSpc>
                <a:spcPct val="100000"/>
              </a:lnSpc>
              <a:spcBef>
                <a:spcPts val="1390"/>
              </a:spcBef>
            </a:pPr>
            <a:r>
              <a:rPr sz="1950" b="1" spc="50" dirty="0">
                <a:solidFill>
                  <a:srgbClr val="3B4841"/>
                </a:solidFill>
                <a:latin typeface="Arial"/>
                <a:cs typeface="Arial"/>
              </a:rPr>
              <a:t>C</a:t>
            </a:r>
            <a:r>
              <a:rPr sz="1950" b="1" spc="50" dirty="0">
                <a:solidFill>
                  <a:srgbClr val="213826"/>
                </a:solidFill>
                <a:latin typeface="Arial"/>
                <a:cs typeface="Arial"/>
              </a:rPr>
              <a:t>i</a:t>
            </a:r>
            <a:r>
              <a:rPr sz="1950" b="1" spc="50" dirty="0">
                <a:solidFill>
                  <a:srgbClr val="3B4841"/>
                </a:solidFill>
                <a:latin typeface="Arial"/>
                <a:cs typeface="Arial"/>
              </a:rPr>
              <a:t>ty</a:t>
            </a:r>
            <a:r>
              <a:rPr sz="1950" b="1" spc="50" dirty="0">
                <a:solidFill>
                  <a:srgbClr val="213826"/>
                </a:solidFill>
                <a:latin typeface="Arial"/>
                <a:cs typeface="Arial"/>
              </a:rPr>
              <a:t>-</a:t>
            </a:r>
            <a:r>
              <a:rPr sz="1950" b="1" spc="50" dirty="0">
                <a:solidFill>
                  <a:srgbClr val="3B4841"/>
                </a:solidFill>
                <a:latin typeface="Arial"/>
                <a:cs typeface="Arial"/>
              </a:rPr>
              <a:t>Building</a:t>
            </a:r>
            <a:r>
              <a:rPr sz="1950" b="1" spc="-65" dirty="0">
                <a:solidFill>
                  <a:srgbClr val="3B4841"/>
                </a:solidFill>
                <a:latin typeface="Arial"/>
                <a:cs typeface="Arial"/>
              </a:rPr>
              <a:t> </a:t>
            </a:r>
            <a:r>
              <a:rPr sz="1950" b="1" spc="35" dirty="0">
                <a:solidFill>
                  <a:srgbClr val="3B4841"/>
                </a:solidFill>
                <a:latin typeface="Arial"/>
                <a:cs typeface="Arial"/>
              </a:rPr>
              <a:t>Ga</a:t>
            </a:r>
            <a:r>
              <a:rPr sz="1950" b="1" spc="35" dirty="0">
                <a:solidFill>
                  <a:srgbClr val="213826"/>
                </a:solidFill>
                <a:latin typeface="Arial"/>
                <a:cs typeface="Arial"/>
              </a:rPr>
              <a:t>m</a:t>
            </a:r>
            <a:r>
              <a:rPr sz="1950" b="1" spc="35" dirty="0">
                <a:solidFill>
                  <a:srgbClr val="3B4841"/>
                </a:solidFill>
                <a:latin typeface="Arial"/>
                <a:cs typeface="Arial"/>
              </a:rPr>
              <a:t>e</a:t>
            </a:r>
            <a:endParaRPr sz="1950">
              <a:latin typeface="Arial"/>
              <a:cs typeface="Arial"/>
            </a:endParaRPr>
          </a:p>
          <a:p>
            <a:pPr marL="346075" marR="5080" indent="-334010">
              <a:lnSpc>
                <a:spcPct val="103400"/>
              </a:lnSpc>
              <a:spcBef>
                <a:spcPts val="1055"/>
              </a:spcBef>
              <a:tabLst>
                <a:tab pos="344170" algn="l"/>
              </a:tabLst>
            </a:pPr>
            <a:r>
              <a:rPr sz="1700" spc="-50" dirty="0">
                <a:solidFill>
                  <a:srgbClr val="60937C"/>
                </a:solidFill>
                <a:latin typeface="Arial"/>
                <a:cs typeface="Arial"/>
              </a:rPr>
              <a:t>"</a:t>
            </a:r>
            <a:r>
              <a:rPr sz="1700" dirty="0">
                <a:solidFill>
                  <a:srgbClr val="60937C"/>
                </a:solidFill>
                <a:latin typeface="Arial"/>
                <a:cs typeface="Arial"/>
              </a:rPr>
              <a:t>	</a:t>
            </a:r>
            <a:r>
              <a:rPr sz="1700" i="1" dirty="0">
                <a:solidFill>
                  <a:srgbClr val="213826"/>
                </a:solidFill>
                <a:latin typeface="Arial"/>
                <a:cs typeface="Arial"/>
              </a:rPr>
              <a:t>Have</a:t>
            </a:r>
            <a:r>
              <a:rPr sz="1700" i="1" spc="-60" dirty="0">
                <a:solidFill>
                  <a:srgbClr val="213826"/>
                </a:solidFill>
                <a:latin typeface="Arial"/>
                <a:cs typeface="Arial"/>
              </a:rPr>
              <a:t> </a:t>
            </a:r>
            <a:r>
              <a:rPr sz="1700" i="1" dirty="0">
                <a:solidFill>
                  <a:srgbClr val="213826"/>
                </a:solidFill>
                <a:latin typeface="Arial"/>
                <a:cs typeface="Arial"/>
              </a:rPr>
              <a:t>fun</a:t>
            </a:r>
            <a:r>
              <a:rPr sz="1700" i="1" spc="125" dirty="0">
                <a:solidFill>
                  <a:srgbClr val="213826"/>
                </a:solidFill>
                <a:latin typeface="Arial"/>
                <a:cs typeface="Arial"/>
              </a:rPr>
              <a:t> </a:t>
            </a:r>
            <a:r>
              <a:rPr sz="1700" i="1" spc="65" dirty="0">
                <a:solidFill>
                  <a:srgbClr val="213826"/>
                </a:solidFill>
                <a:latin typeface="Arial"/>
                <a:cs typeface="Arial"/>
              </a:rPr>
              <a:t>as</a:t>
            </a:r>
            <a:r>
              <a:rPr sz="1700" i="1" spc="-185" dirty="0">
                <a:solidFill>
                  <a:srgbClr val="213826"/>
                </a:solidFill>
                <a:latin typeface="Arial"/>
                <a:cs typeface="Arial"/>
              </a:rPr>
              <a:t> </a:t>
            </a:r>
            <a:r>
              <a:rPr sz="1700" i="1" spc="75" dirty="0">
                <a:solidFill>
                  <a:srgbClr val="213826"/>
                </a:solidFill>
                <a:latin typeface="Arial"/>
                <a:cs typeface="Arial"/>
              </a:rPr>
              <a:t>a</a:t>
            </a:r>
            <a:r>
              <a:rPr sz="1700" i="1" spc="-40" dirty="0">
                <a:solidFill>
                  <a:srgbClr val="213826"/>
                </a:solidFill>
                <a:latin typeface="Arial"/>
                <a:cs typeface="Arial"/>
              </a:rPr>
              <a:t> </a:t>
            </a:r>
            <a:r>
              <a:rPr sz="1700" i="1" spc="70" dirty="0">
                <a:solidFill>
                  <a:srgbClr val="213826"/>
                </a:solidFill>
                <a:latin typeface="Arial"/>
                <a:cs typeface="Arial"/>
              </a:rPr>
              <a:t>real</a:t>
            </a:r>
            <a:r>
              <a:rPr sz="1700" i="1" spc="-85" dirty="0">
                <a:solidFill>
                  <a:srgbClr val="213826"/>
                </a:solidFill>
                <a:latin typeface="Arial"/>
                <a:cs typeface="Arial"/>
              </a:rPr>
              <a:t> </a:t>
            </a:r>
            <a:r>
              <a:rPr sz="1700" i="1" spc="65" dirty="0">
                <a:solidFill>
                  <a:srgbClr val="213826"/>
                </a:solidFill>
                <a:latin typeface="Arial"/>
                <a:cs typeface="Arial"/>
              </a:rPr>
              <a:t>estate</a:t>
            </a:r>
            <a:r>
              <a:rPr sz="1700" i="1" spc="-90" dirty="0">
                <a:solidFill>
                  <a:srgbClr val="213826"/>
                </a:solidFill>
                <a:latin typeface="Arial"/>
                <a:cs typeface="Arial"/>
              </a:rPr>
              <a:t> </a:t>
            </a:r>
            <a:r>
              <a:rPr sz="1700" i="1" spc="60" dirty="0">
                <a:solidFill>
                  <a:srgbClr val="213826"/>
                </a:solidFill>
                <a:latin typeface="Arial"/>
                <a:cs typeface="Arial"/>
              </a:rPr>
              <a:t>tycoon </a:t>
            </a:r>
            <a:r>
              <a:rPr sz="1700" i="1" u="heavy" dirty="0">
                <a:solidFill>
                  <a:srgbClr val="213826"/>
                </a:solidFill>
                <a:uFill>
                  <a:solidFill>
                    <a:srgbClr val="213826"/>
                  </a:solidFill>
                </a:uFill>
                <a:latin typeface="Arial"/>
                <a:cs typeface="Arial"/>
              </a:rPr>
              <a:t>making</a:t>
            </a:r>
            <a:r>
              <a:rPr sz="1700" i="1" u="heavy" spc="-204" dirty="0">
                <a:solidFill>
                  <a:srgbClr val="213826"/>
                </a:solidFill>
                <a:uFill>
                  <a:solidFill>
                    <a:srgbClr val="213826"/>
                  </a:solidFill>
                </a:uFill>
                <a:latin typeface="Arial"/>
                <a:cs typeface="Arial"/>
              </a:rPr>
              <a:t> </a:t>
            </a:r>
            <a:r>
              <a:rPr sz="1700" i="1" u="heavy" spc="55" dirty="0">
                <a:solidFill>
                  <a:srgbClr val="213826"/>
                </a:solidFill>
                <a:uFill>
                  <a:solidFill>
                    <a:srgbClr val="213826"/>
                  </a:solidFill>
                </a:uFill>
                <a:latin typeface="Arial"/>
                <a:cs typeface="Arial"/>
              </a:rPr>
              <a:t>San</a:t>
            </a:r>
            <a:r>
              <a:rPr sz="1700" i="1" u="heavy" spc="-35" dirty="0">
                <a:solidFill>
                  <a:srgbClr val="213826"/>
                </a:solidFill>
                <a:uFill>
                  <a:solidFill>
                    <a:srgbClr val="213826"/>
                  </a:solidFill>
                </a:uFill>
                <a:latin typeface="Arial"/>
                <a:cs typeface="Arial"/>
              </a:rPr>
              <a:t> </a:t>
            </a:r>
            <a:r>
              <a:rPr sz="1700" i="1" u="heavy" spc="105" dirty="0">
                <a:solidFill>
                  <a:srgbClr val="213826"/>
                </a:solidFill>
                <a:uFill>
                  <a:solidFill>
                    <a:srgbClr val="213826"/>
                  </a:solidFill>
                </a:uFill>
                <a:latin typeface="Arial"/>
                <a:cs typeface="Arial"/>
              </a:rPr>
              <a:t>Tina</a:t>
            </a:r>
            <a:r>
              <a:rPr sz="1700" i="1" u="heavy" spc="130" dirty="0">
                <a:solidFill>
                  <a:srgbClr val="213826"/>
                </a:solidFill>
                <a:uFill>
                  <a:solidFill>
                    <a:srgbClr val="213826"/>
                  </a:solidFill>
                </a:uFill>
                <a:latin typeface="Arial"/>
                <a:cs typeface="Arial"/>
              </a:rPr>
              <a:t> </a:t>
            </a:r>
            <a:r>
              <a:rPr sz="1700" i="1" u="heavy" dirty="0">
                <a:solidFill>
                  <a:srgbClr val="213826"/>
                </a:solidFill>
                <a:uFill>
                  <a:solidFill>
                    <a:srgbClr val="213826"/>
                  </a:solidFill>
                </a:uFill>
                <a:latin typeface="Arial"/>
                <a:cs typeface="Arial"/>
              </a:rPr>
              <a:t>net-zero</a:t>
            </a:r>
            <a:r>
              <a:rPr sz="1700" i="1" u="heavy" spc="90" dirty="0">
                <a:solidFill>
                  <a:srgbClr val="213826"/>
                </a:solidFill>
                <a:uFill>
                  <a:solidFill>
                    <a:srgbClr val="213826"/>
                  </a:solidFill>
                </a:uFill>
                <a:latin typeface="Arial"/>
                <a:cs typeface="Arial"/>
              </a:rPr>
              <a:t> </a:t>
            </a:r>
            <a:r>
              <a:rPr sz="1700" i="1" u="heavy" spc="45" dirty="0">
                <a:solidFill>
                  <a:srgbClr val="213826"/>
                </a:solidFill>
                <a:uFill>
                  <a:solidFill>
                    <a:srgbClr val="213826"/>
                  </a:solidFill>
                </a:uFill>
                <a:latin typeface="Arial"/>
                <a:cs typeface="Arial"/>
              </a:rPr>
              <a:t>place.</a:t>
            </a:r>
            <a:endParaRPr sz="17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2193223" y="2603907"/>
            <a:ext cx="213995" cy="4699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900" spc="-25" dirty="0">
                <a:solidFill>
                  <a:srgbClr val="60937C"/>
                </a:solidFill>
                <a:latin typeface="Times New Roman"/>
                <a:cs typeface="Times New Roman"/>
              </a:rPr>
              <a:t>,,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3492987" y="3650450"/>
            <a:ext cx="1574165" cy="3778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300" b="1" spc="-395" dirty="0">
                <a:solidFill>
                  <a:srgbClr val="080A05"/>
                </a:solidFill>
                <a:latin typeface="Arial"/>
                <a:cs typeface="Arial"/>
              </a:rPr>
              <a:t>Town</a:t>
            </a:r>
            <a:r>
              <a:rPr sz="2300" b="1" spc="-295" dirty="0">
                <a:solidFill>
                  <a:srgbClr val="080A05"/>
                </a:solidFill>
                <a:latin typeface="Arial"/>
                <a:cs typeface="Arial"/>
              </a:rPr>
              <a:t> </a:t>
            </a:r>
            <a:r>
              <a:rPr sz="2300" b="1" spc="-310" dirty="0">
                <a:solidFill>
                  <a:srgbClr val="080A05"/>
                </a:solidFill>
                <a:latin typeface="Arial"/>
                <a:cs typeface="Arial"/>
              </a:rPr>
              <a:t>Planners</a:t>
            </a:r>
            <a:endParaRPr sz="23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5974161" y="3650450"/>
            <a:ext cx="2244725" cy="3778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300" b="1" spc="-315" dirty="0">
                <a:solidFill>
                  <a:srgbClr val="080A05"/>
                </a:solidFill>
                <a:latin typeface="Arial"/>
                <a:cs typeface="Arial"/>
              </a:rPr>
              <a:t>Developer</a:t>
            </a:r>
            <a:r>
              <a:rPr sz="2300" b="1" spc="-100" dirty="0">
                <a:solidFill>
                  <a:srgbClr val="080A05"/>
                </a:solidFill>
                <a:latin typeface="Arial"/>
                <a:cs typeface="Arial"/>
              </a:rPr>
              <a:t> </a:t>
            </a:r>
            <a:r>
              <a:rPr sz="2250" b="1" spc="-130" dirty="0">
                <a:solidFill>
                  <a:srgbClr val="080A05"/>
                </a:solidFill>
                <a:latin typeface="Arial"/>
                <a:cs typeface="Arial"/>
              </a:rPr>
              <a:t>&amp;</a:t>
            </a:r>
            <a:r>
              <a:rPr sz="2250" b="1" spc="-170" dirty="0">
                <a:solidFill>
                  <a:srgbClr val="080A05"/>
                </a:solidFill>
                <a:latin typeface="Arial"/>
                <a:cs typeface="Arial"/>
              </a:rPr>
              <a:t> </a:t>
            </a:r>
            <a:r>
              <a:rPr sz="2300" b="1" spc="-330" dirty="0">
                <a:solidFill>
                  <a:srgbClr val="080A05"/>
                </a:solidFill>
                <a:latin typeface="Arial"/>
                <a:cs typeface="Arial"/>
              </a:rPr>
              <a:t>Tenants</a:t>
            </a:r>
            <a:endParaRPr sz="23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286991" y="6390672"/>
            <a:ext cx="5278755" cy="970280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90"/>
              </a:spcBef>
            </a:pPr>
            <a:r>
              <a:rPr sz="1950" b="1" spc="90" dirty="0">
                <a:solidFill>
                  <a:srgbClr val="3D7062"/>
                </a:solidFill>
                <a:latin typeface="Arial"/>
                <a:cs typeface="Arial"/>
              </a:rPr>
              <a:t>Ecology</a:t>
            </a:r>
            <a:endParaRPr sz="1950">
              <a:latin typeface="Arial"/>
              <a:cs typeface="Arial"/>
            </a:endParaRPr>
          </a:p>
          <a:p>
            <a:pPr marL="29845" marR="5080" indent="-6350">
              <a:lnSpc>
                <a:spcPts val="2110"/>
              </a:lnSpc>
              <a:spcBef>
                <a:spcPts val="535"/>
              </a:spcBef>
            </a:pPr>
            <a:r>
              <a:rPr sz="1850" spc="55" dirty="0">
                <a:solidFill>
                  <a:srgbClr val="213826"/>
                </a:solidFill>
                <a:latin typeface="Arial"/>
                <a:cs typeface="Arial"/>
              </a:rPr>
              <a:t>How</a:t>
            </a:r>
            <a:r>
              <a:rPr sz="1850" spc="350" dirty="0">
                <a:solidFill>
                  <a:srgbClr val="213826"/>
                </a:solidFill>
                <a:latin typeface="Arial"/>
                <a:cs typeface="Arial"/>
              </a:rPr>
              <a:t> </a:t>
            </a:r>
            <a:r>
              <a:rPr sz="1850" spc="70" dirty="0">
                <a:solidFill>
                  <a:srgbClr val="213826"/>
                </a:solidFill>
                <a:latin typeface="Arial"/>
                <a:cs typeface="Arial"/>
              </a:rPr>
              <a:t>muc</a:t>
            </a:r>
            <a:r>
              <a:rPr sz="1850" spc="70" dirty="0">
                <a:solidFill>
                  <a:srgbClr val="3B4841"/>
                </a:solidFill>
                <a:latin typeface="Arial"/>
                <a:cs typeface="Arial"/>
              </a:rPr>
              <a:t>h</a:t>
            </a:r>
            <a:r>
              <a:rPr sz="1850" spc="445" dirty="0">
                <a:solidFill>
                  <a:srgbClr val="3B4841"/>
                </a:solidFill>
                <a:latin typeface="Arial"/>
                <a:cs typeface="Arial"/>
              </a:rPr>
              <a:t> </a:t>
            </a:r>
            <a:r>
              <a:rPr sz="1850" spc="90" dirty="0">
                <a:solidFill>
                  <a:srgbClr val="213826"/>
                </a:solidFill>
                <a:latin typeface="Arial"/>
                <a:cs typeface="Arial"/>
              </a:rPr>
              <a:t>carbon</a:t>
            </a:r>
            <a:r>
              <a:rPr sz="1850" spc="240" dirty="0">
                <a:solidFill>
                  <a:srgbClr val="213826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3B4841"/>
                </a:solidFill>
                <a:latin typeface="Arial"/>
                <a:cs typeface="Arial"/>
              </a:rPr>
              <a:t>i</a:t>
            </a:r>
            <a:r>
              <a:rPr sz="1850" dirty="0">
                <a:solidFill>
                  <a:srgbClr val="213826"/>
                </a:solidFill>
                <a:latin typeface="Arial"/>
                <a:cs typeface="Arial"/>
              </a:rPr>
              <a:t>s</a:t>
            </a:r>
            <a:r>
              <a:rPr sz="1850" spc="350" dirty="0">
                <a:solidFill>
                  <a:srgbClr val="213826"/>
                </a:solidFill>
                <a:latin typeface="Arial"/>
                <a:cs typeface="Arial"/>
              </a:rPr>
              <a:t> </a:t>
            </a:r>
            <a:r>
              <a:rPr sz="1850" spc="80" dirty="0">
                <a:solidFill>
                  <a:srgbClr val="213826"/>
                </a:solidFill>
                <a:latin typeface="Arial"/>
                <a:cs typeface="Arial"/>
              </a:rPr>
              <a:t>addi</a:t>
            </a:r>
            <a:r>
              <a:rPr sz="1850" spc="80" dirty="0">
                <a:solidFill>
                  <a:srgbClr val="3B4841"/>
                </a:solidFill>
                <a:latin typeface="Arial"/>
                <a:cs typeface="Arial"/>
              </a:rPr>
              <a:t>t</a:t>
            </a:r>
            <a:r>
              <a:rPr sz="1850" spc="80" dirty="0">
                <a:solidFill>
                  <a:srgbClr val="213826"/>
                </a:solidFill>
                <a:latin typeface="Arial"/>
                <a:cs typeface="Arial"/>
              </a:rPr>
              <a:t>ionally</a:t>
            </a:r>
            <a:r>
              <a:rPr sz="1850" spc="385" dirty="0">
                <a:solidFill>
                  <a:srgbClr val="213826"/>
                </a:solidFill>
                <a:latin typeface="Arial"/>
                <a:cs typeface="Arial"/>
              </a:rPr>
              <a:t> </a:t>
            </a:r>
            <a:r>
              <a:rPr sz="1850" spc="100" dirty="0">
                <a:solidFill>
                  <a:srgbClr val="213826"/>
                </a:solidFill>
                <a:latin typeface="Arial"/>
                <a:cs typeface="Arial"/>
              </a:rPr>
              <a:t>produced</a:t>
            </a:r>
            <a:r>
              <a:rPr sz="1850" spc="250" dirty="0">
                <a:solidFill>
                  <a:srgbClr val="213826"/>
                </a:solidFill>
                <a:latin typeface="Arial"/>
                <a:cs typeface="Arial"/>
              </a:rPr>
              <a:t> </a:t>
            </a:r>
            <a:r>
              <a:rPr sz="1850" spc="-25" dirty="0">
                <a:solidFill>
                  <a:srgbClr val="213826"/>
                </a:solidFill>
                <a:latin typeface="Arial"/>
                <a:cs typeface="Arial"/>
              </a:rPr>
              <a:t>if </a:t>
            </a:r>
            <a:r>
              <a:rPr sz="1850" dirty="0">
                <a:solidFill>
                  <a:srgbClr val="213826"/>
                </a:solidFill>
                <a:latin typeface="Arial"/>
                <a:cs typeface="Arial"/>
              </a:rPr>
              <a:t>we</a:t>
            </a:r>
            <a:r>
              <a:rPr sz="1850" spc="-165" dirty="0">
                <a:solidFill>
                  <a:srgbClr val="213826"/>
                </a:solidFill>
                <a:latin typeface="Arial"/>
                <a:cs typeface="Arial"/>
              </a:rPr>
              <a:t> </a:t>
            </a:r>
            <a:r>
              <a:rPr sz="1850" spc="155" dirty="0">
                <a:solidFill>
                  <a:srgbClr val="213826"/>
                </a:solidFill>
                <a:latin typeface="Arial"/>
                <a:cs typeface="Arial"/>
              </a:rPr>
              <a:t>turn</a:t>
            </a:r>
            <a:r>
              <a:rPr sz="1850" spc="-60" dirty="0">
                <a:solidFill>
                  <a:srgbClr val="213826"/>
                </a:solidFill>
                <a:latin typeface="Arial"/>
                <a:cs typeface="Arial"/>
              </a:rPr>
              <a:t> </a:t>
            </a:r>
            <a:r>
              <a:rPr sz="1850" spc="110" dirty="0">
                <a:solidFill>
                  <a:srgbClr val="213826"/>
                </a:solidFill>
                <a:latin typeface="Arial"/>
                <a:cs typeface="Arial"/>
              </a:rPr>
              <a:t>a</a:t>
            </a:r>
            <a:r>
              <a:rPr sz="1850" spc="110" dirty="0">
                <a:solidFill>
                  <a:srgbClr val="3B4841"/>
                </a:solidFill>
                <a:latin typeface="Arial"/>
                <a:cs typeface="Arial"/>
              </a:rPr>
              <a:t>r</a:t>
            </a:r>
            <a:r>
              <a:rPr sz="1850" spc="110" dirty="0">
                <a:solidFill>
                  <a:srgbClr val="213826"/>
                </a:solidFill>
                <a:latin typeface="Arial"/>
                <a:cs typeface="Arial"/>
              </a:rPr>
              <a:t>aw</a:t>
            </a:r>
            <a:r>
              <a:rPr sz="1850" spc="-10" dirty="0">
                <a:solidFill>
                  <a:srgbClr val="213826"/>
                </a:solidFill>
                <a:latin typeface="Arial"/>
                <a:cs typeface="Arial"/>
              </a:rPr>
              <a:t> </a:t>
            </a:r>
            <a:r>
              <a:rPr sz="1850" spc="55" dirty="0">
                <a:solidFill>
                  <a:srgbClr val="3B4841"/>
                </a:solidFill>
                <a:latin typeface="Arial"/>
                <a:cs typeface="Arial"/>
              </a:rPr>
              <a:t>l</a:t>
            </a:r>
            <a:r>
              <a:rPr sz="1850" spc="55" dirty="0">
                <a:solidFill>
                  <a:srgbClr val="213826"/>
                </a:solidFill>
                <a:latin typeface="Arial"/>
                <a:cs typeface="Arial"/>
              </a:rPr>
              <a:t>and</a:t>
            </a:r>
            <a:r>
              <a:rPr sz="1850" spc="80" dirty="0">
                <a:solidFill>
                  <a:srgbClr val="213826"/>
                </a:solidFill>
                <a:latin typeface="Arial"/>
                <a:cs typeface="Arial"/>
              </a:rPr>
              <a:t> </a:t>
            </a:r>
            <a:r>
              <a:rPr sz="1850" spc="114" dirty="0">
                <a:solidFill>
                  <a:srgbClr val="132415"/>
                </a:solidFill>
                <a:latin typeface="Arial"/>
                <a:cs typeface="Arial"/>
              </a:rPr>
              <a:t>into</a:t>
            </a:r>
            <a:r>
              <a:rPr sz="1850" spc="-100" dirty="0">
                <a:solidFill>
                  <a:srgbClr val="132415"/>
                </a:solidFill>
                <a:latin typeface="Arial"/>
                <a:cs typeface="Arial"/>
              </a:rPr>
              <a:t> </a:t>
            </a:r>
            <a:r>
              <a:rPr sz="1850" spc="160" dirty="0">
                <a:solidFill>
                  <a:srgbClr val="213826"/>
                </a:solidFill>
                <a:latin typeface="Arial"/>
                <a:cs typeface="Arial"/>
              </a:rPr>
              <a:t>a</a:t>
            </a:r>
            <a:r>
              <a:rPr sz="1850" spc="-254" dirty="0">
                <a:solidFill>
                  <a:srgbClr val="213826"/>
                </a:solidFill>
                <a:latin typeface="Arial"/>
                <a:cs typeface="Arial"/>
              </a:rPr>
              <a:t> </a:t>
            </a:r>
            <a:r>
              <a:rPr sz="1850" spc="135" dirty="0">
                <a:solidFill>
                  <a:srgbClr val="213826"/>
                </a:solidFill>
                <a:latin typeface="Arial"/>
                <a:cs typeface="Arial"/>
              </a:rPr>
              <a:t>built</a:t>
            </a:r>
            <a:r>
              <a:rPr sz="1850" spc="-155" dirty="0">
                <a:solidFill>
                  <a:srgbClr val="213826"/>
                </a:solidFill>
                <a:latin typeface="Arial"/>
                <a:cs typeface="Arial"/>
              </a:rPr>
              <a:t> </a:t>
            </a:r>
            <a:r>
              <a:rPr sz="1850" spc="-10" dirty="0">
                <a:solidFill>
                  <a:srgbClr val="213826"/>
                </a:solidFill>
                <a:latin typeface="Arial"/>
                <a:cs typeface="Arial"/>
              </a:rPr>
              <a:t>area?</a:t>
            </a:r>
            <a:endParaRPr sz="185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293448" y="7527245"/>
            <a:ext cx="5297170" cy="956944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1950" b="1" spc="105" dirty="0">
                <a:solidFill>
                  <a:srgbClr val="3D7062"/>
                </a:solidFill>
                <a:latin typeface="Arial"/>
                <a:cs typeface="Arial"/>
              </a:rPr>
              <a:t>Construction</a:t>
            </a:r>
            <a:endParaRPr sz="1950">
              <a:latin typeface="Arial"/>
              <a:cs typeface="Arial"/>
            </a:endParaRPr>
          </a:p>
          <a:p>
            <a:pPr marL="22225" marR="5080" indent="-3810">
              <a:lnSpc>
                <a:spcPct val="100000"/>
              </a:lnSpc>
              <a:spcBef>
                <a:spcPts val="270"/>
              </a:spcBef>
            </a:pPr>
            <a:r>
              <a:rPr sz="1850" spc="-20" dirty="0">
                <a:solidFill>
                  <a:srgbClr val="213826"/>
                </a:solidFill>
                <a:latin typeface="Arial"/>
                <a:cs typeface="Arial"/>
              </a:rPr>
              <a:t>To</a:t>
            </a:r>
            <a:r>
              <a:rPr sz="1850" spc="-45" dirty="0">
                <a:solidFill>
                  <a:srgbClr val="213826"/>
                </a:solidFill>
                <a:latin typeface="Arial"/>
                <a:cs typeface="Arial"/>
              </a:rPr>
              <a:t> </a:t>
            </a:r>
            <a:r>
              <a:rPr sz="1850" spc="100" dirty="0">
                <a:solidFill>
                  <a:srgbClr val="213826"/>
                </a:solidFill>
                <a:latin typeface="Arial"/>
                <a:cs typeface="Arial"/>
              </a:rPr>
              <a:t>what</a:t>
            </a:r>
            <a:r>
              <a:rPr sz="1850" spc="-105" dirty="0">
                <a:solidFill>
                  <a:srgbClr val="213826"/>
                </a:solidFill>
                <a:latin typeface="Arial"/>
                <a:cs typeface="Arial"/>
              </a:rPr>
              <a:t> </a:t>
            </a:r>
            <a:r>
              <a:rPr sz="1850" spc="85" dirty="0">
                <a:solidFill>
                  <a:srgbClr val="213826"/>
                </a:solidFill>
                <a:latin typeface="Arial"/>
                <a:cs typeface="Arial"/>
              </a:rPr>
              <a:t>extent</a:t>
            </a:r>
            <a:r>
              <a:rPr sz="1850" spc="-95" dirty="0">
                <a:solidFill>
                  <a:srgbClr val="213826"/>
                </a:solidFill>
                <a:latin typeface="Arial"/>
                <a:cs typeface="Arial"/>
              </a:rPr>
              <a:t> </a:t>
            </a:r>
            <a:r>
              <a:rPr sz="1850" spc="55" dirty="0">
                <a:solidFill>
                  <a:srgbClr val="213826"/>
                </a:solidFill>
                <a:latin typeface="Arial"/>
                <a:cs typeface="Arial"/>
              </a:rPr>
              <a:t>does</a:t>
            </a:r>
            <a:r>
              <a:rPr sz="1850" spc="-20" dirty="0">
                <a:solidFill>
                  <a:srgbClr val="213826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132415"/>
                </a:solidFill>
                <a:latin typeface="Arial"/>
                <a:cs typeface="Arial"/>
              </a:rPr>
              <a:t>it</a:t>
            </a:r>
            <a:r>
              <a:rPr sz="1850" spc="235" dirty="0">
                <a:solidFill>
                  <a:srgbClr val="132415"/>
                </a:solidFill>
                <a:latin typeface="Arial"/>
                <a:cs typeface="Arial"/>
              </a:rPr>
              <a:t> </a:t>
            </a:r>
            <a:r>
              <a:rPr sz="1850" spc="95" dirty="0">
                <a:solidFill>
                  <a:srgbClr val="213826"/>
                </a:solidFill>
                <a:latin typeface="Arial"/>
                <a:cs typeface="Arial"/>
              </a:rPr>
              <a:t>wo</a:t>
            </a:r>
            <a:r>
              <a:rPr sz="1850" spc="95" dirty="0">
                <a:solidFill>
                  <a:srgbClr val="3B4841"/>
                </a:solidFill>
                <a:latin typeface="Arial"/>
                <a:cs typeface="Arial"/>
              </a:rPr>
              <a:t>r</a:t>
            </a:r>
            <a:r>
              <a:rPr sz="1850" spc="95" dirty="0">
                <a:solidFill>
                  <a:srgbClr val="213826"/>
                </a:solidFill>
                <a:latin typeface="Arial"/>
                <a:cs typeface="Arial"/>
              </a:rPr>
              <a:t>k</a:t>
            </a:r>
            <a:r>
              <a:rPr sz="1850" spc="-245" dirty="0">
                <a:solidFill>
                  <a:srgbClr val="213826"/>
                </a:solidFill>
                <a:latin typeface="Arial"/>
                <a:cs typeface="Arial"/>
              </a:rPr>
              <a:t> </a:t>
            </a:r>
            <a:r>
              <a:rPr sz="1850" spc="70" dirty="0">
                <a:solidFill>
                  <a:srgbClr val="213826"/>
                </a:solidFill>
                <a:latin typeface="Arial"/>
                <a:cs typeface="Arial"/>
              </a:rPr>
              <a:t>to</a:t>
            </a:r>
            <a:r>
              <a:rPr sz="1850" spc="215" dirty="0">
                <a:solidFill>
                  <a:srgbClr val="213826"/>
                </a:solidFill>
                <a:latin typeface="Arial"/>
                <a:cs typeface="Arial"/>
              </a:rPr>
              <a:t> </a:t>
            </a:r>
            <a:r>
              <a:rPr sz="1850" spc="80" dirty="0">
                <a:solidFill>
                  <a:srgbClr val="213826"/>
                </a:solidFill>
                <a:latin typeface="Arial"/>
                <a:cs typeface="Arial"/>
              </a:rPr>
              <a:t>util</a:t>
            </a:r>
            <a:r>
              <a:rPr sz="1850" spc="80" dirty="0">
                <a:solidFill>
                  <a:srgbClr val="385E3D"/>
                </a:solidFill>
                <a:latin typeface="Arial"/>
                <a:cs typeface="Arial"/>
              </a:rPr>
              <a:t>i</a:t>
            </a:r>
            <a:r>
              <a:rPr sz="1850" spc="80" dirty="0">
                <a:solidFill>
                  <a:srgbClr val="213826"/>
                </a:solidFill>
                <a:latin typeface="Arial"/>
                <a:cs typeface="Arial"/>
              </a:rPr>
              <a:t>se</a:t>
            </a:r>
            <a:r>
              <a:rPr sz="1850" spc="-35" dirty="0">
                <a:solidFill>
                  <a:srgbClr val="213826"/>
                </a:solidFill>
                <a:latin typeface="Arial"/>
                <a:cs typeface="Arial"/>
              </a:rPr>
              <a:t> </a:t>
            </a:r>
            <a:r>
              <a:rPr sz="1850" spc="75" dirty="0">
                <a:solidFill>
                  <a:srgbClr val="3B4841"/>
                </a:solidFill>
                <a:latin typeface="Arial"/>
                <a:cs typeface="Arial"/>
              </a:rPr>
              <a:t>m</a:t>
            </a:r>
            <a:r>
              <a:rPr sz="1850" spc="75" dirty="0">
                <a:solidFill>
                  <a:srgbClr val="213826"/>
                </a:solidFill>
                <a:latin typeface="Arial"/>
                <a:cs typeface="Arial"/>
              </a:rPr>
              <a:t>o</a:t>
            </a:r>
            <a:r>
              <a:rPr sz="1850" spc="75" dirty="0">
                <a:solidFill>
                  <a:srgbClr val="3B4841"/>
                </a:solidFill>
                <a:latin typeface="Arial"/>
                <a:cs typeface="Arial"/>
              </a:rPr>
              <a:t>r</a:t>
            </a:r>
            <a:r>
              <a:rPr sz="1850" spc="75" dirty="0">
                <a:solidFill>
                  <a:srgbClr val="213826"/>
                </a:solidFill>
                <a:latin typeface="Arial"/>
                <a:cs typeface="Arial"/>
              </a:rPr>
              <a:t>e</a:t>
            </a:r>
            <a:r>
              <a:rPr sz="1850" spc="-75" dirty="0">
                <a:solidFill>
                  <a:srgbClr val="213826"/>
                </a:solidFill>
                <a:latin typeface="Arial"/>
                <a:cs typeface="Arial"/>
              </a:rPr>
              <a:t> </a:t>
            </a:r>
            <a:r>
              <a:rPr sz="1850" spc="45" dirty="0">
                <a:solidFill>
                  <a:srgbClr val="213826"/>
                </a:solidFill>
                <a:latin typeface="Arial"/>
                <a:cs typeface="Arial"/>
              </a:rPr>
              <a:t>eco</a:t>
            </a:r>
            <a:r>
              <a:rPr sz="1850" spc="45" dirty="0">
                <a:solidFill>
                  <a:srgbClr val="385E3D"/>
                </a:solidFill>
                <a:latin typeface="Arial"/>
                <a:cs typeface="Arial"/>
              </a:rPr>
              <a:t>­ </a:t>
            </a:r>
            <a:r>
              <a:rPr sz="1850" spc="80" dirty="0">
                <a:solidFill>
                  <a:srgbClr val="3B4841"/>
                </a:solidFill>
                <a:latin typeface="Arial"/>
                <a:cs typeface="Arial"/>
              </a:rPr>
              <a:t>f</a:t>
            </a:r>
            <a:r>
              <a:rPr sz="1850" spc="80" dirty="0">
                <a:solidFill>
                  <a:srgbClr val="213826"/>
                </a:solidFill>
                <a:latin typeface="Arial"/>
                <a:cs typeface="Arial"/>
              </a:rPr>
              <a:t>riendly</a:t>
            </a:r>
            <a:r>
              <a:rPr sz="1850" spc="90" dirty="0">
                <a:solidFill>
                  <a:srgbClr val="213826"/>
                </a:solidFill>
                <a:latin typeface="Arial"/>
                <a:cs typeface="Arial"/>
              </a:rPr>
              <a:t> </a:t>
            </a:r>
            <a:r>
              <a:rPr sz="1850" spc="65" dirty="0">
                <a:solidFill>
                  <a:srgbClr val="213826"/>
                </a:solidFill>
                <a:latin typeface="Arial"/>
                <a:cs typeface="Arial"/>
              </a:rPr>
              <a:t>materia</a:t>
            </a:r>
            <a:r>
              <a:rPr sz="1850" spc="65" dirty="0">
                <a:solidFill>
                  <a:srgbClr val="385E3D"/>
                </a:solidFill>
                <a:latin typeface="Arial"/>
                <a:cs typeface="Arial"/>
              </a:rPr>
              <a:t>l</a:t>
            </a:r>
            <a:r>
              <a:rPr sz="1850" spc="65" dirty="0">
                <a:solidFill>
                  <a:srgbClr val="213826"/>
                </a:solidFill>
                <a:latin typeface="Arial"/>
                <a:cs typeface="Arial"/>
              </a:rPr>
              <a:t>s</a:t>
            </a:r>
            <a:r>
              <a:rPr sz="1850" spc="-165" dirty="0">
                <a:solidFill>
                  <a:srgbClr val="213826"/>
                </a:solidFill>
                <a:latin typeface="Arial"/>
                <a:cs typeface="Arial"/>
              </a:rPr>
              <a:t> </a:t>
            </a:r>
            <a:r>
              <a:rPr sz="1850" spc="85" dirty="0">
                <a:solidFill>
                  <a:srgbClr val="213826"/>
                </a:solidFill>
                <a:latin typeface="Arial"/>
                <a:cs typeface="Arial"/>
              </a:rPr>
              <a:t>and</a:t>
            </a:r>
            <a:r>
              <a:rPr sz="1850" spc="-65" dirty="0">
                <a:solidFill>
                  <a:srgbClr val="213826"/>
                </a:solidFill>
                <a:latin typeface="Arial"/>
                <a:cs typeface="Arial"/>
              </a:rPr>
              <a:t> </a:t>
            </a:r>
            <a:r>
              <a:rPr sz="1850" spc="85" dirty="0">
                <a:solidFill>
                  <a:srgbClr val="213826"/>
                </a:solidFill>
                <a:latin typeface="Arial"/>
                <a:cs typeface="Arial"/>
              </a:rPr>
              <a:t>construction</a:t>
            </a:r>
            <a:r>
              <a:rPr sz="1850" spc="-10" dirty="0">
                <a:solidFill>
                  <a:srgbClr val="213826"/>
                </a:solidFill>
                <a:latin typeface="Arial"/>
                <a:cs typeface="Arial"/>
              </a:rPr>
              <a:t> </a:t>
            </a:r>
            <a:r>
              <a:rPr sz="1850" spc="45" dirty="0">
                <a:solidFill>
                  <a:srgbClr val="213826"/>
                </a:solidFill>
                <a:latin typeface="Arial"/>
                <a:cs typeface="Arial"/>
              </a:rPr>
              <a:t>tech?</a:t>
            </a:r>
            <a:endParaRPr sz="185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294441" y="8650365"/>
            <a:ext cx="5299710" cy="956944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1950" b="1" spc="95" dirty="0">
                <a:solidFill>
                  <a:srgbClr val="3D7062"/>
                </a:solidFill>
                <a:latin typeface="Arial"/>
                <a:cs typeface="Arial"/>
              </a:rPr>
              <a:t>Operations</a:t>
            </a:r>
            <a:endParaRPr sz="1950">
              <a:latin typeface="Arial"/>
              <a:cs typeface="Arial"/>
            </a:endParaRPr>
          </a:p>
          <a:p>
            <a:pPr marL="15240" marR="5080" indent="4445">
              <a:lnSpc>
                <a:spcPct val="100000"/>
              </a:lnSpc>
              <a:spcBef>
                <a:spcPts val="270"/>
              </a:spcBef>
              <a:tabLst>
                <a:tab pos="752475" algn="l"/>
                <a:tab pos="1308735" algn="l"/>
                <a:tab pos="1772920" algn="l"/>
                <a:tab pos="2209800" algn="l"/>
                <a:tab pos="2605405" algn="l"/>
                <a:tab pos="3528695" algn="l"/>
                <a:tab pos="4465955" algn="l"/>
                <a:tab pos="5045075" algn="l"/>
              </a:tabLst>
            </a:pPr>
            <a:r>
              <a:rPr sz="1850" spc="40" dirty="0">
                <a:solidFill>
                  <a:srgbClr val="213826"/>
                </a:solidFill>
                <a:latin typeface="Arial"/>
                <a:cs typeface="Arial"/>
              </a:rPr>
              <a:t>What</a:t>
            </a:r>
            <a:r>
              <a:rPr sz="1850" dirty="0">
                <a:solidFill>
                  <a:srgbClr val="213826"/>
                </a:solidFill>
                <a:latin typeface="Arial"/>
                <a:cs typeface="Arial"/>
              </a:rPr>
              <a:t>	</a:t>
            </a:r>
            <a:r>
              <a:rPr sz="1850" spc="30" dirty="0">
                <a:solidFill>
                  <a:srgbClr val="213826"/>
                </a:solidFill>
                <a:latin typeface="Arial"/>
                <a:cs typeface="Arial"/>
              </a:rPr>
              <a:t>can</a:t>
            </a:r>
            <a:r>
              <a:rPr sz="1850" dirty="0">
                <a:solidFill>
                  <a:srgbClr val="213826"/>
                </a:solidFill>
                <a:latin typeface="Arial"/>
                <a:cs typeface="Arial"/>
              </a:rPr>
              <a:t>	</a:t>
            </a:r>
            <a:r>
              <a:rPr sz="1850" spc="-25" dirty="0">
                <a:solidFill>
                  <a:srgbClr val="213826"/>
                </a:solidFill>
                <a:latin typeface="Arial"/>
                <a:cs typeface="Arial"/>
              </a:rPr>
              <a:t>we</a:t>
            </a:r>
            <a:r>
              <a:rPr sz="1850" dirty="0">
                <a:solidFill>
                  <a:srgbClr val="213826"/>
                </a:solidFill>
                <a:latin typeface="Arial"/>
                <a:cs typeface="Arial"/>
              </a:rPr>
              <a:t>	</a:t>
            </a:r>
            <a:r>
              <a:rPr sz="1850" spc="-25" dirty="0">
                <a:solidFill>
                  <a:srgbClr val="213826"/>
                </a:solidFill>
                <a:latin typeface="Arial"/>
                <a:cs typeface="Arial"/>
              </a:rPr>
              <a:t>do</a:t>
            </a:r>
            <a:r>
              <a:rPr sz="1850" dirty="0">
                <a:solidFill>
                  <a:srgbClr val="213826"/>
                </a:solidFill>
                <a:latin typeface="Arial"/>
                <a:cs typeface="Arial"/>
              </a:rPr>
              <a:t>	</a:t>
            </a:r>
            <a:r>
              <a:rPr sz="1850" spc="-25" dirty="0">
                <a:solidFill>
                  <a:srgbClr val="213826"/>
                </a:solidFill>
                <a:latin typeface="Arial"/>
                <a:cs typeface="Arial"/>
              </a:rPr>
              <a:t>to</a:t>
            </a:r>
            <a:r>
              <a:rPr sz="1850" dirty="0">
                <a:solidFill>
                  <a:srgbClr val="213826"/>
                </a:solidFill>
                <a:latin typeface="Arial"/>
                <a:cs typeface="Arial"/>
              </a:rPr>
              <a:t>	</a:t>
            </a:r>
            <a:r>
              <a:rPr sz="1850" spc="65" dirty="0">
                <a:solidFill>
                  <a:srgbClr val="213826"/>
                </a:solidFill>
                <a:latin typeface="Arial"/>
                <a:cs typeface="Arial"/>
              </a:rPr>
              <a:t>reduce</a:t>
            </a:r>
            <a:r>
              <a:rPr sz="1850" dirty="0">
                <a:solidFill>
                  <a:srgbClr val="213826"/>
                </a:solidFill>
                <a:latin typeface="Arial"/>
                <a:cs typeface="Arial"/>
              </a:rPr>
              <a:t>	</a:t>
            </a:r>
            <a:r>
              <a:rPr sz="1850" spc="80" dirty="0">
                <a:solidFill>
                  <a:srgbClr val="213826"/>
                </a:solidFill>
                <a:latin typeface="Arial"/>
                <a:cs typeface="Arial"/>
              </a:rPr>
              <a:t>carbon</a:t>
            </a:r>
            <a:r>
              <a:rPr sz="1850" dirty="0">
                <a:solidFill>
                  <a:srgbClr val="213826"/>
                </a:solidFill>
                <a:latin typeface="Arial"/>
                <a:cs typeface="Arial"/>
              </a:rPr>
              <a:t>	</a:t>
            </a:r>
            <a:r>
              <a:rPr sz="1850" spc="95" dirty="0">
                <a:solidFill>
                  <a:srgbClr val="132415"/>
                </a:solidFill>
                <a:latin typeface="Arial"/>
                <a:cs typeface="Arial"/>
              </a:rPr>
              <a:t>just</a:t>
            </a:r>
            <a:r>
              <a:rPr sz="1850" dirty="0">
                <a:solidFill>
                  <a:srgbClr val="132415"/>
                </a:solidFill>
                <a:latin typeface="Arial"/>
                <a:cs typeface="Arial"/>
              </a:rPr>
              <a:t>	</a:t>
            </a:r>
            <a:r>
              <a:rPr sz="1850" spc="-50" dirty="0">
                <a:solidFill>
                  <a:srgbClr val="213826"/>
                </a:solidFill>
                <a:latin typeface="Arial"/>
                <a:cs typeface="Arial"/>
              </a:rPr>
              <a:t>as </a:t>
            </a:r>
            <a:r>
              <a:rPr sz="1850" spc="75" dirty="0">
                <a:solidFill>
                  <a:srgbClr val="213826"/>
                </a:solidFill>
                <a:latin typeface="Arial"/>
                <a:cs typeface="Arial"/>
              </a:rPr>
              <a:t>ordinary</a:t>
            </a:r>
            <a:r>
              <a:rPr sz="1850" dirty="0">
                <a:solidFill>
                  <a:srgbClr val="213826"/>
                </a:solidFill>
                <a:latin typeface="Arial"/>
                <a:cs typeface="Arial"/>
              </a:rPr>
              <a:t> </a:t>
            </a:r>
            <a:r>
              <a:rPr sz="1850" spc="65" dirty="0">
                <a:solidFill>
                  <a:srgbClr val="213826"/>
                </a:solidFill>
                <a:latin typeface="Arial"/>
                <a:cs typeface="Arial"/>
              </a:rPr>
              <a:t>people</a:t>
            </a:r>
            <a:r>
              <a:rPr sz="1850" spc="-30" dirty="0">
                <a:solidFill>
                  <a:srgbClr val="213826"/>
                </a:solidFill>
                <a:latin typeface="Arial"/>
                <a:cs typeface="Arial"/>
              </a:rPr>
              <a:t> </a:t>
            </a:r>
            <a:r>
              <a:rPr sz="1850" spc="60" dirty="0">
                <a:solidFill>
                  <a:srgbClr val="213826"/>
                </a:solidFill>
                <a:latin typeface="Arial"/>
                <a:cs typeface="Arial"/>
              </a:rPr>
              <a:t>or</a:t>
            </a:r>
            <a:r>
              <a:rPr sz="1850" spc="-25" dirty="0">
                <a:solidFill>
                  <a:srgbClr val="213826"/>
                </a:solidFill>
                <a:latin typeface="Arial"/>
                <a:cs typeface="Arial"/>
              </a:rPr>
              <a:t> </a:t>
            </a:r>
            <a:r>
              <a:rPr sz="1850" spc="95" dirty="0">
                <a:solidFill>
                  <a:srgbClr val="213826"/>
                </a:solidFill>
                <a:latin typeface="Arial"/>
                <a:cs typeface="Arial"/>
              </a:rPr>
              <a:t>new</a:t>
            </a:r>
            <a:r>
              <a:rPr sz="1850" spc="-100" dirty="0">
                <a:solidFill>
                  <a:srgbClr val="213826"/>
                </a:solidFill>
                <a:latin typeface="Arial"/>
                <a:cs typeface="Arial"/>
              </a:rPr>
              <a:t> </a:t>
            </a:r>
            <a:r>
              <a:rPr sz="1850" spc="70" dirty="0">
                <a:solidFill>
                  <a:srgbClr val="213826"/>
                </a:solidFill>
                <a:latin typeface="Arial"/>
                <a:cs typeface="Arial"/>
              </a:rPr>
              <a:t>tenants</a:t>
            </a:r>
            <a:r>
              <a:rPr sz="1850" spc="-100" dirty="0">
                <a:solidFill>
                  <a:srgbClr val="213826"/>
                </a:solidFill>
                <a:latin typeface="Arial"/>
                <a:cs typeface="Arial"/>
              </a:rPr>
              <a:t> </a:t>
            </a:r>
            <a:r>
              <a:rPr sz="1850" spc="60" dirty="0">
                <a:solidFill>
                  <a:srgbClr val="132415"/>
                </a:solidFill>
                <a:latin typeface="Arial"/>
                <a:cs typeface="Arial"/>
              </a:rPr>
              <a:t>in</a:t>
            </a:r>
            <a:r>
              <a:rPr sz="1850" spc="-65" dirty="0">
                <a:solidFill>
                  <a:srgbClr val="132415"/>
                </a:solidFill>
                <a:latin typeface="Arial"/>
                <a:cs typeface="Arial"/>
              </a:rPr>
              <a:t> </a:t>
            </a:r>
            <a:r>
              <a:rPr sz="1850" spc="70" dirty="0">
                <a:solidFill>
                  <a:srgbClr val="213826"/>
                </a:solidFill>
                <a:latin typeface="Arial"/>
                <a:cs typeface="Arial"/>
              </a:rPr>
              <a:t>the</a:t>
            </a:r>
            <a:r>
              <a:rPr sz="1850" spc="55" dirty="0">
                <a:solidFill>
                  <a:srgbClr val="213826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213826"/>
                </a:solidFill>
                <a:latin typeface="Arial"/>
                <a:cs typeface="Arial"/>
              </a:rPr>
              <a:t>San</a:t>
            </a:r>
            <a:r>
              <a:rPr sz="1850" spc="-215" dirty="0">
                <a:solidFill>
                  <a:srgbClr val="213826"/>
                </a:solidFill>
                <a:latin typeface="Arial"/>
                <a:cs typeface="Arial"/>
              </a:rPr>
              <a:t> </a:t>
            </a:r>
            <a:r>
              <a:rPr sz="1850" spc="-20" dirty="0">
                <a:solidFill>
                  <a:srgbClr val="213826"/>
                </a:solidFill>
                <a:latin typeface="Arial"/>
                <a:cs typeface="Arial"/>
              </a:rPr>
              <a:t>Tin?</a:t>
            </a:r>
            <a:endParaRPr sz="185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178859" y="6167762"/>
            <a:ext cx="3823970" cy="1036319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179070">
              <a:lnSpc>
                <a:spcPct val="100000"/>
              </a:lnSpc>
              <a:spcBef>
                <a:spcPts val="735"/>
              </a:spcBef>
            </a:pPr>
            <a:r>
              <a:rPr sz="1950" b="1" spc="70" dirty="0">
                <a:solidFill>
                  <a:srgbClr val="3B4841"/>
                </a:solidFill>
                <a:latin typeface="Arial"/>
                <a:cs typeface="Arial"/>
              </a:rPr>
              <a:t>Smart</a:t>
            </a:r>
            <a:r>
              <a:rPr sz="1950" b="1" spc="-15" dirty="0">
                <a:solidFill>
                  <a:srgbClr val="3B4841"/>
                </a:solidFill>
                <a:latin typeface="Arial"/>
                <a:cs typeface="Arial"/>
              </a:rPr>
              <a:t> </a:t>
            </a:r>
            <a:r>
              <a:rPr sz="1950" b="1" spc="-10" dirty="0">
                <a:solidFill>
                  <a:srgbClr val="3B4841"/>
                </a:solidFill>
                <a:latin typeface="Arial"/>
                <a:cs typeface="Arial"/>
              </a:rPr>
              <a:t>Dashboard</a:t>
            </a:r>
            <a:endParaRPr sz="1950">
              <a:latin typeface="Arial"/>
              <a:cs typeface="Arial"/>
            </a:endParaRPr>
          </a:p>
          <a:p>
            <a:pPr marL="278765" marR="5080" indent="-266700">
              <a:lnSpc>
                <a:spcPct val="101299"/>
              </a:lnSpc>
              <a:spcBef>
                <a:spcPts val="595"/>
              </a:spcBef>
              <a:tabLst>
                <a:tab pos="274320" algn="l"/>
              </a:tabLst>
            </a:pPr>
            <a:r>
              <a:rPr sz="1700" spc="-50" dirty="0">
                <a:solidFill>
                  <a:srgbClr val="60937C"/>
                </a:solidFill>
                <a:latin typeface="Arial"/>
                <a:cs typeface="Arial"/>
              </a:rPr>
              <a:t>"</a:t>
            </a:r>
            <a:r>
              <a:rPr sz="1700" dirty="0">
                <a:solidFill>
                  <a:srgbClr val="60937C"/>
                </a:solidFill>
                <a:latin typeface="Arial"/>
                <a:cs typeface="Arial"/>
              </a:rPr>
              <a:t>	</a:t>
            </a:r>
            <a:r>
              <a:rPr sz="1700" i="1" spc="-20" dirty="0">
                <a:solidFill>
                  <a:srgbClr val="213826"/>
                </a:solidFill>
                <a:latin typeface="Arial"/>
                <a:cs typeface="Arial"/>
              </a:rPr>
              <a:t>See</a:t>
            </a:r>
            <a:r>
              <a:rPr sz="1700" i="1" spc="-70" dirty="0">
                <a:solidFill>
                  <a:srgbClr val="213826"/>
                </a:solidFill>
                <a:latin typeface="Arial"/>
                <a:cs typeface="Arial"/>
              </a:rPr>
              <a:t> </a:t>
            </a:r>
            <a:r>
              <a:rPr sz="1700" i="1" dirty="0">
                <a:solidFill>
                  <a:srgbClr val="213826"/>
                </a:solidFill>
                <a:latin typeface="Arial"/>
                <a:cs typeface="Arial"/>
              </a:rPr>
              <a:t>the</a:t>
            </a:r>
            <a:r>
              <a:rPr sz="1700" i="1" spc="254" dirty="0">
                <a:solidFill>
                  <a:srgbClr val="213826"/>
                </a:solidFill>
                <a:latin typeface="Arial"/>
                <a:cs typeface="Arial"/>
              </a:rPr>
              <a:t> </a:t>
            </a:r>
            <a:r>
              <a:rPr sz="1700" i="1" dirty="0">
                <a:solidFill>
                  <a:srgbClr val="213826"/>
                </a:solidFill>
                <a:latin typeface="Arial"/>
                <a:cs typeface="Arial"/>
              </a:rPr>
              <a:t>sandbox,</a:t>
            </a:r>
            <a:r>
              <a:rPr sz="1700" i="1" spc="-70" dirty="0">
                <a:solidFill>
                  <a:srgbClr val="213826"/>
                </a:solidFill>
                <a:latin typeface="Arial"/>
                <a:cs typeface="Arial"/>
              </a:rPr>
              <a:t> </a:t>
            </a:r>
            <a:r>
              <a:rPr sz="1700" i="1" spc="75" dirty="0">
                <a:solidFill>
                  <a:srgbClr val="213826"/>
                </a:solidFill>
                <a:latin typeface="Arial"/>
                <a:cs typeface="Arial"/>
              </a:rPr>
              <a:t>carbon</a:t>
            </a:r>
            <a:r>
              <a:rPr sz="1700" i="1" spc="-55" dirty="0">
                <a:solidFill>
                  <a:srgbClr val="213826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132415"/>
                </a:solidFill>
                <a:latin typeface="Times New Roman"/>
                <a:cs typeface="Times New Roman"/>
              </a:rPr>
              <a:t>stock,</a:t>
            </a:r>
            <a:r>
              <a:rPr sz="1900" spc="20" dirty="0">
                <a:solidFill>
                  <a:srgbClr val="132415"/>
                </a:solidFill>
                <a:latin typeface="Times New Roman"/>
                <a:cs typeface="Times New Roman"/>
              </a:rPr>
              <a:t> </a:t>
            </a:r>
            <a:r>
              <a:rPr sz="1700" i="1" spc="-25" dirty="0">
                <a:solidFill>
                  <a:srgbClr val="213826"/>
                </a:solidFill>
                <a:latin typeface="Arial"/>
                <a:cs typeface="Arial"/>
              </a:rPr>
              <a:t>and </a:t>
            </a:r>
            <a:r>
              <a:rPr sz="1700" i="1" dirty="0">
                <a:solidFill>
                  <a:srgbClr val="213826"/>
                </a:solidFill>
                <a:latin typeface="Arial"/>
                <a:cs typeface="Arial"/>
              </a:rPr>
              <a:t>enegy</a:t>
            </a:r>
            <a:r>
              <a:rPr sz="1700" i="1" spc="-30" dirty="0">
                <a:solidFill>
                  <a:srgbClr val="213826"/>
                </a:solidFill>
                <a:latin typeface="Arial"/>
                <a:cs typeface="Arial"/>
              </a:rPr>
              <a:t> </a:t>
            </a:r>
            <a:r>
              <a:rPr sz="1700" i="1" spc="50" dirty="0">
                <a:solidFill>
                  <a:srgbClr val="213826"/>
                </a:solidFill>
                <a:latin typeface="Arial"/>
                <a:cs typeface="Arial"/>
              </a:rPr>
              <a:t>consumption</a:t>
            </a:r>
            <a:r>
              <a:rPr sz="1700" i="1" spc="90" dirty="0">
                <a:solidFill>
                  <a:srgbClr val="213826"/>
                </a:solidFill>
                <a:latin typeface="Arial"/>
                <a:cs typeface="Arial"/>
              </a:rPr>
              <a:t> </a:t>
            </a:r>
            <a:r>
              <a:rPr sz="1700" i="1" dirty="0">
                <a:solidFill>
                  <a:srgbClr val="213826"/>
                </a:solidFill>
                <a:latin typeface="Arial"/>
                <a:cs typeface="Arial"/>
              </a:rPr>
              <a:t>in</a:t>
            </a:r>
            <a:r>
              <a:rPr sz="1700" i="1" spc="-75" dirty="0">
                <a:solidFill>
                  <a:srgbClr val="213826"/>
                </a:solidFill>
                <a:latin typeface="Arial"/>
                <a:cs typeface="Arial"/>
              </a:rPr>
              <a:t> </a:t>
            </a:r>
            <a:r>
              <a:rPr sz="1700" i="1" spc="80" dirty="0">
                <a:solidFill>
                  <a:srgbClr val="213826"/>
                </a:solidFill>
                <a:latin typeface="Arial"/>
                <a:cs typeface="Arial"/>
              </a:rPr>
              <a:t>one</a:t>
            </a:r>
            <a:r>
              <a:rPr sz="1700" i="1" spc="-235" dirty="0">
                <a:solidFill>
                  <a:srgbClr val="213826"/>
                </a:solidFill>
                <a:latin typeface="Arial"/>
                <a:cs typeface="Arial"/>
              </a:rPr>
              <a:t> </a:t>
            </a:r>
            <a:r>
              <a:rPr sz="1700" i="1" spc="-10" dirty="0">
                <a:solidFill>
                  <a:srgbClr val="213826"/>
                </a:solidFill>
                <a:latin typeface="Arial"/>
                <a:cs typeface="Arial"/>
              </a:rPr>
              <a:t>screen</a:t>
            </a:r>
            <a:r>
              <a:rPr sz="1700" i="1" spc="-10" dirty="0">
                <a:solidFill>
                  <a:srgbClr val="3B4841"/>
                </a:solidFill>
                <a:latin typeface="Arial"/>
                <a:cs typeface="Arial"/>
              </a:rPr>
              <a:t>.</a:t>
            </a:r>
            <a:endParaRPr sz="17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2191172" y="6624163"/>
            <a:ext cx="202565" cy="5003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100" i="1" spc="-145" dirty="0">
                <a:solidFill>
                  <a:srgbClr val="60937C"/>
                </a:solidFill>
                <a:latin typeface="Arial"/>
                <a:cs typeface="Arial"/>
              </a:rPr>
              <a:t>,,</a:t>
            </a:r>
            <a:endParaRPr sz="31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3396227" y="8959739"/>
            <a:ext cx="1301750" cy="3778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300" b="1" spc="-370" dirty="0">
                <a:solidFill>
                  <a:srgbClr val="080A05"/>
                </a:solidFill>
                <a:latin typeface="Arial"/>
                <a:cs typeface="Arial"/>
              </a:rPr>
              <a:t>Government</a:t>
            </a:r>
            <a:endParaRPr sz="23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6483570" y="8959739"/>
            <a:ext cx="683895" cy="3778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300" b="1" spc="-305" dirty="0">
                <a:solidFill>
                  <a:srgbClr val="080A05"/>
                </a:solidFill>
                <a:latin typeface="Arial"/>
                <a:cs typeface="Arial"/>
              </a:rPr>
              <a:t>Public</a:t>
            </a:r>
            <a:endParaRPr sz="23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5606357" y="9674452"/>
            <a:ext cx="186118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240" dirty="0">
                <a:solidFill>
                  <a:srgbClr val="526B3B"/>
                </a:solidFill>
                <a:latin typeface="Times New Roman"/>
                <a:cs typeface="Times New Roman"/>
              </a:rPr>
              <a:t>CARBONOPOLIS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7666792" y="9674452"/>
            <a:ext cx="64897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190" dirty="0">
                <a:solidFill>
                  <a:srgbClr val="495621"/>
                </a:solidFill>
                <a:latin typeface="Times New Roman"/>
                <a:cs typeface="Times New Roman"/>
              </a:rPr>
              <a:t>•••.....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5057" y="357606"/>
            <a:ext cx="458470" cy="63813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3940" y="1353098"/>
            <a:ext cx="15129510" cy="63813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34155" y="1429674"/>
            <a:ext cx="662234" cy="22972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09411" y="2195437"/>
            <a:ext cx="17319980" cy="89339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373163" y="3293031"/>
            <a:ext cx="3591347" cy="35735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4187093" y="3344082"/>
            <a:ext cx="1324469" cy="28077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7014330" y="3344082"/>
            <a:ext cx="789587" cy="28077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09411" y="4135371"/>
            <a:ext cx="17319980" cy="89339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09411" y="5207439"/>
            <a:ext cx="7208166" cy="663661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8736400" y="5258489"/>
            <a:ext cx="2878173" cy="306305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1716454" y="5258489"/>
            <a:ext cx="3209289" cy="331830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5766274" y="5284015"/>
            <a:ext cx="815057" cy="306305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7090745" y="5284015"/>
            <a:ext cx="713175" cy="255254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4966758" y="6049778"/>
            <a:ext cx="1044292" cy="382881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8252459" y="6075303"/>
            <a:ext cx="942410" cy="331830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9322223" y="6075303"/>
            <a:ext cx="687704" cy="306305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0111811" y="6100828"/>
            <a:ext cx="458470" cy="306305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0672163" y="6075303"/>
            <a:ext cx="1044292" cy="306305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12429631" y="6100828"/>
            <a:ext cx="1859349" cy="306305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14416329" y="6100828"/>
            <a:ext cx="1171645" cy="306305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5791738" y="6100828"/>
            <a:ext cx="1604644" cy="280779"/>
          </a:xfrm>
          <a:prstGeom prst="rect">
            <a:avLst/>
          </a:prstGeom>
        </p:spPr>
      </p:pic>
      <p:sp>
        <p:nvSpPr>
          <p:cNvPr id="23" name="object 23"/>
          <p:cNvSpPr/>
          <p:nvPr/>
        </p:nvSpPr>
        <p:spPr>
          <a:xfrm>
            <a:off x="0" y="0"/>
            <a:ext cx="19685" cy="9521825"/>
          </a:xfrm>
          <a:custGeom>
            <a:avLst/>
            <a:gdLst/>
            <a:ahLst/>
            <a:cxnLst/>
            <a:rect l="l" t="t" r="r" b="b"/>
            <a:pathLst>
              <a:path w="19685" h="9521825">
                <a:moveTo>
                  <a:pt x="0" y="9521234"/>
                </a:moveTo>
                <a:lnTo>
                  <a:pt x="0" y="0"/>
                </a:lnTo>
                <a:lnTo>
                  <a:pt x="19102" y="0"/>
                </a:lnTo>
                <a:lnTo>
                  <a:pt x="19102" y="9521234"/>
                </a:lnTo>
                <a:lnTo>
                  <a:pt x="0" y="952123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662234" y="1123369"/>
            <a:ext cx="14467840" cy="0"/>
          </a:xfrm>
          <a:custGeom>
            <a:avLst/>
            <a:gdLst/>
            <a:ahLst/>
            <a:cxnLst/>
            <a:rect l="l" t="t" r="r" b="b"/>
            <a:pathLst>
              <a:path w="14467840">
                <a:moveTo>
                  <a:pt x="0" y="0"/>
                </a:moveTo>
                <a:lnTo>
                  <a:pt x="14467279" y="0"/>
                </a:lnTo>
              </a:path>
            </a:pathLst>
          </a:custGeom>
          <a:ln w="25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5715336" y="1531776"/>
            <a:ext cx="1019175" cy="0"/>
          </a:xfrm>
          <a:custGeom>
            <a:avLst/>
            <a:gdLst/>
            <a:ahLst/>
            <a:cxnLst/>
            <a:rect l="l" t="t" r="r" b="b"/>
            <a:pathLst>
              <a:path w="1019175">
                <a:moveTo>
                  <a:pt x="0" y="0"/>
                </a:moveTo>
                <a:lnTo>
                  <a:pt x="1018822" y="0"/>
                </a:lnTo>
              </a:path>
            </a:pathLst>
          </a:custGeom>
          <a:ln w="765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2964516" y="3458945"/>
            <a:ext cx="1223010" cy="0"/>
          </a:xfrm>
          <a:custGeom>
            <a:avLst/>
            <a:gdLst/>
            <a:ahLst/>
            <a:cxnLst/>
            <a:rect l="l" t="t" r="r" b="b"/>
            <a:pathLst>
              <a:path w="1223009">
                <a:moveTo>
                  <a:pt x="0" y="0"/>
                </a:moveTo>
                <a:lnTo>
                  <a:pt x="1222587" y="0"/>
                </a:lnTo>
              </a:path>
            </a:pathLst>
          </a:custGeom>
          <a:ln w="1021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5613454" y="3471708"/>
            <a:ext cx="662305" cy="0"/>
          </a:xfrm>
          <a:custGeom>
            <a:avLst/>
            <a:gdLst/>
            <a:ahLst/>
            <a:cxnLst/>
            <a:rect l="l" t="t" r="r" b="b"/>
            <a:pathLst>
              <a:path w="662305">
                <a:moveTo>
                  <a:pt x="0" y="0"/>
                </a:moveTo>
                <a:lnTo>
                  <a:pt x="662234" y="0"/>
                </a:lnTo>
              </a:path>
            </a:pathLst>
          </a:custGeom>
          <a:ln w="8933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8558108" y="3407894"/>
            <a:ext cx="815340" cy="153670"/>
          </a:xfrm>
          <a:custGeom>
            <a:avLst/>
            <a:gdLst/>
            <a:ahLst/>
            <a:cxnLst/>
            <a:rect l="l" t="t" r="r" b="b"/>
            <a:pathLst>
              <a:path w="815340" h="153670">
                <a:moveTo>
                  <a:pt x="0" y="0"/>
                </a:moveTo>
                <a:lnTo>
                  <a:pt x="815058" y="0"/>
                </a:lnTo>
                <a:lnTo>
                  <a:pt x="815058" y="153152"/>
                </a:lnTo>
                <a:lnTo>
                  <a:pt x="0" y="15315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7946814" y="5315920"/>
            <a:ext cx="789940" cy="166370"/>
          </a:xfrm>
          <a:custGeom>
            <a:avLst/>
            <a:gdLst/>
            <a:ahLst/>
            <a:cxnLst/>
            <a:rect l="l" t="t" r="r" b="b"/>
            <a:pathLst>
              <a:path w="789940" h="166370">
                <a:moveTo>
                  <a:pt x="0" y="0"/>
                </a:moveTo>
                <a:lnTo>
                  <a:pt x="789587" y="0"/>
                </a:lnTo>
                <a:lnTo>
                  <a:pt x="789587" y="165915"/>
                </a:lnTo>
                <a:lnTo>
                  <a:pt x="0" y="16591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5002161" y="5411640"/>
            <a:ext cx="687705" cy="0"/>
          </a:xfrm>
          <a:custGeom>
            <a:avLst/>
            <a:gdLst/>
            <a:ahLst/>
            <a:cxnLst/>
            <a:rect l="l" t="t" r="r" b="b"/>
            <a:pathLst>
              <a:path w="687705">
                <a:moveTo>
                  <a:pt x="0" y="0"/>
                </a:moveTo>
                <a:lnTo>
                  <a:pt x="687705" y="0"/>
                </a:lnTo>
              </a:path>
            </a:pathLst>
          </a:custGeom>
          <a:ln w="8933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112934" y="6139115"/>
            <a:ext cx="2037714" cy="179070"/>
          </a:xfrm>
          <a:custGeom>
            <a:avLst/>
            <a:gdLst/>
            <a:ahLst/>
            <a:cxnLst/>
            <a:rect l="l" t="t" r="r" b="b"/>
            <a:pathLst>
              <a:path w="2037715" h="179070">
                <a:moveTo>
                  <a:pt x="0" y="0"/>
                </a:moveTo>
                <a:lnTo>
                  <a:pt x="2037645" y="0"/>
                </a:lnTo>
                <a:lnTo>
                  <a:pt x="2037645" y="178678"/>
                </a:lnTo>
                <a:lnTo>
                  <a:pt x="0" y="17867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1716458" y="6241217"/>
            <a:ext cx="560705" cy="0"/>
          </a:xfrm>
          <a:custGeom>
            <a:avLst/>
            <a:gdLst/>
            <a:ahLst/>
            <a:cxnLst/>
            <a:rect l="l" t="t" r="r" b="b"/>
            <a:pathLst>
              <a:path w="560704">
                <a:moveTo>
                  <a:pt x="0" y="0"/>
                </a:moveTo>
                <a:lnTo>
                  <a:pt x="560352" y="0"/>
                </a:lnTo>
              </a:path>
            </a:pathLst>
          </a:custGeom>
          <a:ln w="1021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0" y="9482945"/>
            <a:ext cx="13601700" cy="0"/>
          </a:xfrm>
          <a:custGeom>
            <a:avLst/>
            <a:gdLst/>
            <a:ahLst/>
            <a:cxnLst/>
            <a:rect l="l" t="t" r="r" b="b"/>
            <a:pathLst>
              <a:path w="13601700">
                <a:moveTo>
                  <a:pt x="0" y="0"/>
                </a:moveTo>
                <a:lnTo>
                  <a:pt x="13601280" y="0"/>
                </a:lnTo>
              </a:path>
            </a:pathLst>
          </a:custGeom>
          <a:ln w="25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110" dirty="0"/>
              <a:t>CRRB</a:t>
            </a:r>
            <a:r>
              <a:rPr sz="4750" b="0" spc="110" dirty="0">
                <a:latin typeface="Arial"/>
                <a:cs typeface="Arial"/>
              </a:rPr>
              <a:t>□</a:t>
            </a:r>
            <a:r>
              <a:rPr spc="110" dirty="0"/>
              <a:t>NRUTS</a:t>
            </a:r>
            <a:endParaRPr sz="475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5371838" y="510822"/>
            <a:ext cx="2108835" cy="4083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500" spc="340" dirty="0">
                <a:solidFill>
                  <a:srgbClr val="010803"/>
                </a:solidFill>
                <a:latin typeface="Arial"/>
                <a:cs typeface="Arial"/>
              </a:rPr>
              <a:t>References</a:t>
            </a:r>
            <a:endParaRPr sz="25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5757537" y="1442500"/>
            <a:ext cx="99695" cy="224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00" spc="125" dirty="0">
                <a:solidFill>
                  <a:srgbClr val="A0CD9C"/>
                </a:solidFill>
                <a:latin typeface="Arial"/>
                <a:cs typeface="Arial"/>
              </a:rPr>
              <a:t>•</a:t>
            </a:r>
            <a:endParaRPr sz="13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7532374" y="1314873"/>
            <a:ext cx="168275" cy="4083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500" spc="245" dirty="0">
                <a:solidFill>
                  <a:srgbClr val="A0CD9C"/>
                </a:solidFill>
                <a:latin typeface="Arial"/>
                <a:cs typeface="Arial"/>
              </a:rPr>
              <a:t>•</a:t>
            </a:r>
            <a:endParaRPr sz="2500">
              <a:latin typeface="Arial"/>
              <a:cs typeface="Arial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526470" y="3275796"/>
            <a:ext cx="7936865" cy="370205"/>
            <a:chOff x="526470" y="3275796"/>
            <a:chExt cx="7936865" cy="370205"/>
          </a:xfrm>
        </p:grpSpPr>
        <p:sp>
          <p:nvSpPr>
            <p:cNvPr id="39" name="object 39"/>
            <p:cNvSpPr/>
            <p:nvPr/>
          </p:nvSpPr>
          <p:spPr>
            <a:xfrm>
              <a:off x="526465" y="3275799"/>
              <a:ext cx="6135370" cy="370205"/>
            </a:xfrm>
            <a:custGeom>
              <a:avLst/>
              <a:gdLst/>
              <a:ahLst/>
              <a:cxnLst/>
              <a:rect l="l" t="t" r="r" b="b"/>
              <a:pathLst>
                <a:path w="6135370" h="370204">
                  <a:moveTo>
                    <a:pt x="1451825" y="13271"/>
                  </a:moveTo>
                  <a:lnTo>
                    <a:pt x="0" y="13271"/>
                  </a:lnTo>
                  <a:lnTo>
                    <a:pt x="0" y="370205"/>
                  </a:lnTo>
                  <a:lnTo>
                    <a:pt x="1451825" y="370205"/>
                  </a:lnTo>
                  <a:lnTo>
                    <a:pt x="1451825" y="13271"/>
                  </a:lnTo>
                  <a:close/>
                </a:path>
                <a:path w="6135370" h="370204">
                  <a:moveTo>
                    <a:pt x="3472091" y="0"/>
                  </a:moveTo>
                  <a:lnTo>
                    <a:pt x="1573745" y="0"/>
                  </a:lnTo>
                  <a:lnTo>
                    <a:pt x="1573745" y="370205"/>
                  </a:lnTo>
                  <a:lnTo>
                    <a:pt x="3472091" y="370205"/>
                  </a:lnTo>
                  <a:lnTo>
                    <a:pt x="3472091" y="0"/>
                  </a:lnTo>
                  <a:close/>
                </a:path>
                <a:path w="6135370" h="370204">
                  <a:moveTo>
                    <a:pt x="4621492" y="13271"/>
                  </a:moveTo>
                  <a:lnTo>
                    <a:pt x="3647503" y="13271"/>
                  </a:lnTo>
                  <a:lnTo>
                    <a:pt x="3647503" y="370205"/>
                  </a:lnTo>
                  <a:lnTo>
                    <a:pt x="4621492" y="370205"/>
                  </a:lnTo>
                  <a:lnTo>
                    <a:pt x="4621492" y="13271"/>
                  </a:lnTo>
                  <a:close/>
                </a:path>
                <a:path w="6135370" h="370204">
                  <a:moveTo>
                    <a:pt x="6135268" y="13271"/>
                  </a:moveTo>
                  <a:lnTo>
                    <a:pt x="4798060" y="13271"/>
                  </a:lnTo>
                  <a:lnTo>
                    <a:pt x="4798060" y="370205"/>
                  </a:lnTo>
                  <a:lnTo>
                    <a:pt x="6135268" y="370205"/>
                  </a:lnTo>
                  <a:lnTo>
                    <a:pt x="6135268" y="13271"/>
                  </a:lnTo>
                  <a:close/>
                </a:path>
              </a:pathLst>
            </a:custGeom>
            <a:solidFill>
              <a:srgbClr val="48AF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6804749" y="3289071"/>
              <a:ext cx="1658620" cy="357505"/>
            </a:xfrm>
            <a:custGeom>
              <a:avLst/>
              <a:gdLst/>
              <a:ahLst/>
              <a:cxnLst/>
              <a:rect l="l" t="t" r="r" b="b"/>
              <a:pathLst>
                <a:path w="1658620" h="357504">
                  <a:moveTo>
                    <a:pt x="1199680" y="0"/>
                  </a:moveTo>
                  <a:lnTo>
                    <a:pt x="0" y="0"/>
                  </a:lnTo>
                  <a:lnTo>
                    <a:pt x="0" y="268020"/>
                  </a:lnTo>
                  <a:lnTo>
                    <a:pt x="0" y="356933"/>
                  </a:lnTo>
                  <a:lnTo>
                    <a:pt x="1199680" y="356933"/>
                  </a:lnTo>
                  <a:lnTo>
                    <a:pt x="1199680" y="268020"/>
                  </a:lnTo>
                  <a:lnTo>
                    <a:pt x="1199680" y="0"/>
                  </a:lnTo>
                  <a:close/>
                </a:path>
                <a:path w="1658620" h="357504">
                  <a:moveTo>
                    <a:pt x="1658289" y="0"/>
                  </a:moveTo>
                  <a:lnTo>
                    <a:pt x="1467269" y="0"/>
                  </a:lnTo>
                  <a:lnTo>
                    <a:pt x="1467269" y="356933"/>
                  </a:lnTo>
                  <a:lnTo>
                    <a:pt x="1658289" y="356933"/>
                  </a:lnTo>
                  <a:lnTo>
                    <a:pt x="1658289" y="0"/>
                  </a:lnTo>
                  <a:close/>
                </a:path>
              </a:pathLst>
            </a:custGeom>
            <a:solidFill>
              <a:srgbClr val="5EBA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513769" y="3273950"/>
            <a:ext cx="8046720" cy="3549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050" spc="204" dirty="0">
                <a:solidFill>
                  <a:srgbClr val="C6F2F4"/>
                </a:solidFill>
                <a:latin typeface="Arial"/>
                <a:cs typeface="Arial"/>
              </a:rPr>
              <a:t>Hammond,</a:t>
            </a:r>
            <a:r>
              <a:rPr sz="2050" spc="80" dirty="0">
                <a:solidFill>
                  <a:srgbClr val="C6F2F4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srgbClr val="C6F2F4"/>
                </a:solidFill>
                <a:latin typeface="Arial"/>
                <a:cs typeface="Arial"/>
              </a:rPr>
              <a:t>G.,</a:t>
            </a:r>
            <a:r>
              <a:rPr sz="2050" spc="120" dirty="0">
                <a:solidFill>
                  <a:srgbClr val="C6F2F4"/>
                </a:solidFill>
                <a:latin typeface="Arial"/>
                <a:cs typeface="Arial"/>
              </a:rPr>
              <a:t> </a:t>
            </a:r>
            <a:r>
              <a:rPr sz="2150" spc="50" dirty="0">
                <a:solidFill>
                  <a:srgbClr val="C6F2F4"/>
                </a:solidFill>
                <a:latin typeface="Times New Roman"/>
                <a:cs typeface="Times New Roman"/>
              </a:rPr>
              <a:t>&amp;</a:t>
            </a:r>
            <a:r>
              <a:rPr sz="2150" spc="185" dirty="0">
                <a:solidFill>
                  <a:srgbClr val="C6F2F4"/>
                </a:solidFill>
                <a:latin typeface="Times New Roman"/>
                <a:cs typeface="Times New Roman"/>
              </a:rPr>
              <a:t> </a:t>
            </a:r>
            <a:r>
              <a:rPr sz="2050" spc="120" dirty="0">
                <a:solidFill>
                  <a:srgbClr val="C6F2F4"/>
                </a:solidFill>
                <a:latin typeface="Arial"/>
                <a:cs typeface="Arial"/>
              </a:rPr>
              <a:t>Jones,</a:t>
            </a:r>
            <a:r>
              <a:rPr sz="2050" spc="40" dirty="0">
                <a:solidFill>
                  <a:srgbClr val="C6F2F4"/>
                </a:solidFill>
                <a:latin typeface="Arial"/>
                <a:cs typeface="Arial"/>
              </a:rPr>
              <a:t> </a:t>
            </a:r>
            <a:r>
              <a:rPr sz="2050" spc="150" dirty="0">
                <a:solidFill>
                  <a:srgbClr val="C6F2F4"/>
                </a:solidFill>
                <a:latin typeface="Arial"/>
                <a:cs typeface="Arial"/>
              </a:rPr>
              <a:t>C</a:t>
            </a:r>
            <a:r>
              <a:rPr sz="2050" spc="150" dirty="0">
                <a:solidFill>
                  <a:srgbClr val="9AF0E9"/>
                </a:solidFill>
                <a:latin typeface="Arial"/>
                <a:cs typeface="Arial"/>
              </a:rPr>
              <a:t>.</a:t>
            </a:r>
            <a:r>
              <a:rPr sz="2050" spc="70" dirty="0">
                <a:solidFill>
                  <a:srgbClr val="9AF0E9"/>
                </a:solidFill>
                <a:latin typeface="Arial"/>
                <a:cs typeface="Arial"/>
              </a:rPr>
              <a:t> </a:t>
            </a:r>
            <a:r>
              <a:rPr sz="2050" spc="280" dirty="0">
                <a:solidFill>
                  <a:srgbClr val="C6F2F4"/>
                </a:solidFill>
                <a:latin typeface="Arial"/>
                <a:cs typeface="Arial"/>
              </a:rPr>
              <a:t>(2008)</a:t>
            </a:r>
            <a:r>
              <a:rPr sz="2050" spc="280" dirty="0">
                <a:solidFill>
                  <a:srgbClr val="9AF0E9"/>
                </a:solidFill>
                <a:latin typeface="Arial"/>
                <a:cs typeface="Arial"/>
              </a:rPr>
              <a:t>.</a:t>
            </a:r>
            <a:r>
              <a:rPr sz="2050" spc="5" dirty="0">
                <a:solidFill>
                  <a:srgbClr val="9AF0E9"/>
                </a:solidFill>
                <a:latin typeface="Arial"/>
                <a:cs typeface="Arial"/>
              </a:rPr>
              <a:t> </a:t>
            </a:r>
            <a:r>
              <a:rPr sz="2050" u="sng" spc="245" dirty="0">
                <a:solidFill>
                  <a:srgbClr val="C6F2F4"/>
                </a:solidFill>
                <a:uFill>
                  <a:solidFill>
                    <a:srgbClr val="C6F2F4"/>
                  </a:solidFill>
                </a:uFill>
                <a:latin typeface="Arial"/>
                <a:cs typeface="Arial"/>
              </a:rPr>
              <a:t>Inventory</a:t>
            </a:r>
            <a:r>
              <a:rPr sz="2050" spc="385" dirty="0">
                <a:solidFill>
                  <a:srgbClr val="C6F2F4"/>
                </a:solidFill>
                <a:latin typeface="Arial"/>
                <a:cs typeface="Arial"/>
              </a:rPr>
              <a:t> </a:t>
            </a:r>
            <a:r>
              <a:rPr sz="2050" spc="225" dirty="0">
                <a:solidFill>
                  <a:srgbClr val="C6F2F4"/>
                </a:solidFill>
                <a:latin typeface="Arial"/>
                <a:cs typeface="Arial"/>
              </a:rPr>
              <a:t>of</a:t>
            </a:r>
            <a:r>
              <a:rPr sz="2050" spc="375" dirty="0">
                <a:solidFill>
                  <a:srgbClr val="C6F2F4"/>
                </a:solidFill>
                <a:latin typeface="Arial"/>
                <a:cs typeface="Arial"/>
              </a:rPr>
              <a:t> </a:t>
            </a:r>
            <a:r>
              <a:rPr sz="2050" spc="-10" dirty="0">
                <a:solidFill>
                  <a:srgbClr val="C6F2F4"/>
                </a:solidFill>
                <a:latin typeface="Arial"/>
                <a:cs typeface="Arial"/>
              </a:rPr>
              <a:t>carboQ</a:t>
            </a:r>
            <a:r>
              <a:rPr sz="2050" spc="-10" dirty="0">
                <a:solidFill>
                  <a:srgbClr val="69BAA0"/>
                </a:solidFill>
                <a:latin typeface="Arial"/>
                <a:cs typeface="Arial"/>
              </a:rPr>
              <a:t>,/!</a:t>
            </a:r>
            <a:r>
              <a:rPr sz="2050" spc="-10" dirty="0">
                <a:solidFill>
                  <a:srgbClr val="C6F2F4"/>
                </a:solidFill>
                <a:latin typeface="Arial"/>
                <a:cs typeface="Arial"/>
              </a:rPr>
              <a:t>8c</a:t>
            </a:r>
            <a:endParaRPr sz="2050">
              <a:latin typeface="Arial"/>
              <a:cs typeface="Arial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514779" y="3557080"/>
            <a:ext cx="7986395" cy="357505"/>
            <a:chOff x="514779" y="3557080"/>
            <a:chExt cx="7986395" cy="357505"/>
          </a:xfrm>
        </p:grpSpPr>
        <p:sp>
          <p:nvSpPr>
            <p:cNvPr id="43" name="object 43"/>
            <p:cNvSpPr/>
            <p:nvPr/>
          </p:nvSpPr>
          <p:spPr>
            <a:xfrm>
              <a:off x="514769" y="3557091"/>
              <a:ext cx="6864350" cy="357505"/>
            </a:xfrm>
            <a:custGeom>
              <a:avLst/>
              <a:gdLst/>
              <a:ahLst/>
              <a:cxnLst/>
              <a:rect l="l" t="t" r="r" b="b"/>
              <a:pathLst>
                <a:path w="6864350" h="357504">
                  <a:moveTo>
                    <a:pt x="1642859" y="0"/>
                  </a:moveTo>
                  <a:lnTo>
                    <a:pt x="0" y="0"/>
                  </a:lnTo>
                  <a:lnTo>
                    <a:pt x="0" y="356933"/>
                  </a:lnTo>
                  <a:lnTo>
                    <a:pt x="1642859" y="356933"/>
                  </a:lnTo>
                  <a:lnTo>
                    <a:pt x="1642859" y="0"/>
                  </a:lnTo>
                  <a:close/>
                </a:path>
                <a:path w="6864350" h="357504">
                  <a:moveTo>
                    <a:pt x="6863804" y="0"/>
                  </a:moveTo>
                  <a:lnTo>
                    <a:pt x="1743494" y="0"/>
                  </a:lnTo>
                  <a:lnTo>
                    <a:pt x="1743494" y="356933"/>
                  </a:lnTo>
                  <a:lnTo>
                    <a:pt x="6863804" y="356933"/>
                  </a:lnTo>
                  <a:lnTo>
                    <a:pt x="6863804" y="0"/>
                  </a:lnTo>
                  <a:close/>
                </a:path>
              </a:pathLst>
            </a:custGeom>
            <a:solidFill>
              <a:srgbClr val="48AF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7466994" y="3557080"/>
              <a:ext cx="1034415" cy="357505"/>
            </a:xfrm>
            <a:custGeom>
              <a:avLst/>
              <a:gdLst/>
              <a:ahLst/>
              <a:cxnLst/>
              <a:rect l="l" t="t" r="r" b="b"/>
              <a:pathLst>
                <a:path w="1034415" h="357504">
                  <a:moveTo>
                    <a:pt x="1033850" y="356938"/>
                  </a:moveTo>
                  <a:lnTo>
                    <a:pt x="0" y="356938"/>
                  </a:lnTo>
                  <a:lnTo>
                    <a:pt x="0" y="0"/>
                  </a:lnTo>
                  <a:lnTo>
                    <a:pt x="1033850" y="0"/>
                  </a:lnTo>
                  <a:lnTo>
                    <a:pt x="1033850" y="356938"/>
                  </a:lnTo>
                  <a:close/>
                </a:path>
              </a:pathLst>
            </a:custGeom>
            <a:solidFill>
              <a:srgbClr val="5EBA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502078" y="3554729"/>
            <a:ext cx="8061325" cy="3397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050" spc="375" dirty="0">
                <a:solidFill>
                  <a:srgbClr val="C6F2F4"/>
                </a:solidFill>
                <a:latin typeface="Arial"/>
                <a:cs typeface="Arial"/>
              </a:rPr>
              <a:t>De</a:t>
            </a:r>
            <a:r>
              <a:rPr sz="2050" spc="185" dirty="0">
                <a:solidFill>
                  <a:srgbClr val="C6F2F4"/>
                </a:solidFill>
                <a:latin typeface="Arial"/>
                <a:cs typeface="Arial"/>
              </a:rPr>
              <a:t> </a:t>
            </a:r>
            <a:r>
              <a:rPr sz="2050" spc="285" dirty="0">
                <a:solidFill>
                  <a:srgbClr val="C6F2F4"/>
                </a:solidFill>
                <a:latin typeface="Arial"/>
                <a:cs typeface="Arial"/>
              </a:rPr>
              <a:t>artment</a:t>
            </a:r>
            <a:r>
              <a:rPr sz="2050" spc="70" dirty="0">
                <a:solidFill>
                  <a:srgbClr val="C6F2F4"/>
                </a:solidFill>
                <a:latin typeface="Arial"/>
                <a:cs typeface="Arial"/>
              </a:rPr>
              <a:t> </a:t>
            </a:r>
            <a:r>
              <a:rPr sz="2050" spc="245" dirty="0">
                <a:solidFill>
                  <a:srgbClr val="C6F2F4"/>
                </a:solidFill>
                <a:latin typeface="Arial"/>
                <a:cs typeface="Arial"/>
              </a:rPr>
              <a:t>of</a:t>
            </a:r>
            <a:r>
              <a:rPr sz="2050" spc="-45" dirty="0">
                <a:solidFill>
                  <a:srgbClr val="C6F2F4"/>
                </a:solidFill>
                <a:latin typeface="Arial"/>
                <a:cs typeface="Arial"/>
              </a:rPr>
              <a:t> </a:t>
            </a:r>
            <a:r>
              <a:rPr sz="2050" spc="204" dirty="0">
                <a:solidFill>
                  <a:srgbClr val="C6F2F4"/>
                </a:solidFill>
                <a:latin typeface="Arial"/>
                <a:cs typeface="Arial"/>
              </a:rPr>
              <a:t>Mechanical</a:t>
            </a:r>
            <a:r>
              <a:rPr sz="2050" spc="-100" dirty="0">
                <a:solidFill>
                  <a:srgbClr val="C6F2F4"/>
                </a:solidFill>
                <a:latin typeface="Arial"/>
                <a:cs typeface="Arial"/>
              </a:rPr>
              <a:t> </a:t>
            </a:r>
            <a:r>
              <a:rPr sz="2050" spc="165" dirty="0">
                <a:solidFill>
                  <a:srgbClr val="C6F2F4"/>
                </a:solidFill>
                <a:latin typeface="Arial"/>
                <a:cs typeface="Arial"/>
              </a:rPr>
              <a:t>Engineering,</a:t>
            </a:r>
            <a:r>
              <a:rPr sz="2050" spc="-240" dirty="0">
                <a:solidFill>
                  <a:srgbClr val="C6F2F4"/>
                </a:solidFill>
                <a:latin typeface="Arial"/>
                <a:cs typeface="Arial"/>
              </a:rPr>
              <a:t> </a:t>
            </a:r>
            <a:r>
              <a:rPr sz="2050" spc="180" dirty="0">
                <a:solidFill>
                  <a:srgbClr val="C6F2F4"/>
                </a:solidFill>
                <a:latin typeface="Arial"/>
                <a:cs typeface="Arial"/>
              </a:rPr>
              <a:t>University</a:t>
            </a:r>
            <a:r>
              <a:rPr sz="2050" spc="-40" dirty="0">
                <a:solidFill>
                  <a:srgbClr val="C6F2F4"/>
                </a:solidFill>
                <a:latin typeface="Arial"/>
                <a:cs typeface="Arial"/>
              </a:rPr>
              <a:t> </a:t>
            </a:r>
            <a:r>
              <a:rPr sz="2050" spc="165" dirty="0">
                <a:solidFill>
                  <a:srgbClr val="C6F2F4"/>
                </a:solidFill>
                <a:latin typeface="Arial"/>
                <a:cs typeface="Arial"/>
              </a:rPr>
              <a:t>of.Batn.</a:t>
            </a:r>
            <a:endParaRPr sz="205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944530" y="3331383"/>
            <a:ext cx="90170" cy="209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85" dirty="0">
                <a:solidFill>
                  <a:srgbClr val="89BDA1"/>
                </a:solidFill>
                <a:latin typeface="Times New Roman"/>
                <a:cs typeface="Times New Roman"/>
              </a:rPr>
              <a:t>•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9217249" y="3273950"/>
            <a:ext cx="152400" cy="3854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350" spc="175" dirty="0">
                <a:solidFill>
                  <a:srgbClr val="69BAA0"/>
                </a:solidFill>
                <a:latin typeface="Arial"/>
                <a:cs typeface="Arial"/>
              </a:rPr>
              <a:t>•</a:t>
            </a:r>
            <a:endParaRPr sz="235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13491019" y="3395195"/>
            <a:ext cx="90170" cy="209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85" dirty="0">
                <a:solidFill>
                  <a:srgbClr val="A0CD9C"/>
                </a:solidFill>
                <a:latin typeface="Times New Roman"/>
                <a:cs typeface="Times New Roman"/>
              </a:rPr>
              <a:t>•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4056410" y="3280331"/>
            <a:ext cx="149860" cy="3778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300" spc="170" dirty="0">
                <a:solidFill>
                  <a:srgbClr val="89BDA1"/>
                </a:solidFill>
                <a:latin typeface="Times New Roman"/>
                <a:cs typeface="Times New Roman"/>
              </a:rPr>
              <a:t>•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15653968" y="3286714"/>
            <a:ext cx="109220" cy="2628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550" spc="114" dirty="0">
                <a:solidFill>
                  <a:srgbClr val="A0CD9C"/>
                </a:solidFill>
                <a:latin typeface="Arial"/>
                <a:cs typeface="Arial"/>
              </a:rPr>
              <a:t>•</a:t>
            </a:r>
            <a:endParaRPr sz="155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16318255" y="3395195"/>
            <a:ext cx="90170" cy="209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85" dirty="0">
                <a:solidFill>
                  <a:srgbClr val="A0CD9C"/>
                </a:solidFill>
                <a:latin typeface="Times New Roman"/>
                <a:cs typeface="Times New Roman"/>
              </a:rPr>
              <a:t>•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7709208" y="5284077"/>
            <a:ext cx="90170" cy="209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85" dirty="0">
                <a:solidFill>
                  <a:srgbClr val="89BDA1"/>
                </a:solidFill>
                <a:latin typeface="Times New Roman"/>
                <a:cs typeface="Times New Roman"/>
              </a:rPr>
              <a:t>•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8166971" y="5328747"/>
            <a:ext cx="98425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spc="100" dirty="0">
                <a:solidFill>
                  <a:srgbClr val="89BDA1"/>
                </a:solidFill>
                <a:latin typeface="Arial"/>
                <a:cs typeface="Arial"/>
              </a:rPr>
              <a:t>•</a:t>
            </a:r>
            <a:endParaRPr sz="1350">
              <a:latin typeface="Arial"/>
              <a:cs typeface="Aria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8439386" y="5207502"/>
            <a:ext cx="339090" cy="4083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500" spc="325" dirty="0">
                <a:solidFill>
                  <a:srgbClr val="69BAA0"/>
                </a:solidFill>
                <a:latin typeface="Arial"/>
                <a:cs typeface="Arial"/>
              </a:rPr>
              <a:t>••</a:t>
            </a:r>
            <a:endParaRPr sz="2500">
              <a:latin typeface="Arial"/>
              <a:cs typeface="Aria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15222322" y="5328747"/>
            <a:ext cx="98425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spc="100" dirty="0">
                <a:solidFill>
                  <a:srgbClr val="A0CD9C"/>
                </a:solidFill>
                <a:latin typeface="Arial"/>
                <a:cs typeface="Arial"/>
              </a:rPr>
              <a:t>•</a:t>
            </a:r>
            <a:endParaRPr sz="1350">
              <a:latin typeface="Arial"/>
              <a:cs typeface="Aria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16692853" y="5226646"/>
            <a:ext cx="152400" cy="3854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350" spc="175" dirty="0">
                <a:solidFill>
                  <a:srgbClr val="A0CD9C"/>
                </a:solidFill>
                <a:latin typeface="Arial"/>
                <a:cs typeface="Arial"/>
              </a:rPr>
              <a:t>•</a:t>
            </a:r>
            <a:endParaRPr sz="2350">
              <a:latin typeface="Arial"/>
              <a:cs typeface="Arial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543548" y="6025403"/>
            <a:ext cx="853440" cy="395605"/>
          </a:xfrm>
          <a:custGeom>
            <a:avLst/>
            <a:gdLst/>
            <a:ahLst/>
            <a:cxnLst/>
            <a:rect l="l" t="t" r="r" b="b"/>
            <a:pathLst>
              <a:path w="853440" h="395604">
                <a:moveTo>
                  <a:pt x="853263" y="395164"/>
                </a:moveTo>
                <a:lnTo>
                  <a:pt x="0" y="395164"/>
                </a:lnTo>
                <a:lnTo>
                  <a:pt x="0" y="0"/>
                </a:lnTo>
                <a:lnTo>
                  <a:pt x="853263" y="0"/>
                </a:lnTo>
                <a:lnTo>
                  <a:pt x="853263" y="395164"/>
                </a:lnTo>
                <a:close/>
              </a:path>
            </a:pathLst>
          </a:custGeom>
          <a:solidFill>
            <a:srgbClr val="48AF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 txBox="1"/>
          <p:nvPr/>
        </p:nvSpPr>
        <p:spPr>
          <a:xfrm>
            <a:off x="543548" y="6045305"/>
            <a:ext cx="878840" cy="294640"/>
          </a:xfrm>
          <a:prstGeom prst="rect">
            <a:avLst/>
          </a:prstGeom>
          <a:solidFill>
            <a:srgbClr val="48AFAC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15"/>
              </a:lnSpc>
            </a:pPr>
            <a:r>
              <a:rPr sz="2300" spc="110" dirty="0">
                <a:solidFill>
                  <a:srgbClr val="C6F2F4"/>
                </a:solidFill>
                <a:latin typeface="Times New Roman"/>
                <a:cs typeface="Times New Roman"/>
              </a:rPr>
              <a:t>Wong,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1560957" y="6058572"/>
            <a:ext cx="178435" cy="352425"/>
          </a:xfrm>
          <a:custGeom>
            <a:avLst/>
            <a:gdLst/>
            <a:ahLst/>
            <a:cxnLst/>
            <a:rect l="l" t="t" r="r" b="b"/>
            <a:pathLst>
              <a:path w="178435" h="352425">
                <a:moveTo>
                  <a:pt x="178293" y="352211"/>
                </a:moveTo>
                <a:lnTo>
                  <a:pt x="0" y="352211"/>
                </a:lnTo>
                <a:lnTo>
                  <a:pt x="0" y="0"/>
                </a:lnTo>
                <a:lnTo>
                  <a:pt x="178293" y="0"/>
                </a:lnTo>
                <a:lnTo>
                  <a:pt x="178293" y="352211"/>
                </a:lnTo>
                <a:close/>
              </a:path>
            </a:pathLst>
          </a:custGeom>
          <a:solidFill>
            <a:srgbClr val="48AF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 txBox="1"/>
          <p:nvPr/>
        </p:nvSpPr>
        <p:spPr>
          <a:xfrm>
            <a:off x="1560957" y="6045305"/>
            <a:ext cx="191135" cy="294640"/>
          </a:xfrm>
          <a:prstGeom prst="rect">
            <a:avLst/>
          </a:prstGeom>
          <a:solidFill>
            <a:srgbClr val="48AFAC"/>
          </a:solidFill>
        </p:spPr>
        <p:txBody>
          <a:bodyPr vert="horz" wrap="square" lIns="0" tIns="24765" rIns="0" bIns="0" rtlCol="0">
            <a:spAutoFit/>
          </a:bodyPr>
          <a:lstStyle/>
          <a:p>
            <a:pPr>
              <a:lnSpc>
                <a:spcPts val="2120"/>
              </a:lnSpc>
              <a:spcBef>
                <a:spcPts val="195"/>
              </a:spcBef>
            </a:pPr>
            <a:r>
              <a:rPr sz="2050" spc="35" dirty="0">
                <a:solidFill>
                  <a:srgbClr val="C6F2F4"/>
                </a:solidFill>
                <a:latin typeface="Times New Roman"/>
                <a:cs typeface="Times New Roman"/>
              </a:rPr>
              <a:t>J.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1918335" y="6025413"/>
            <a:ext cx="821055" cy="395605"/>
          </a:xfrm>
          <a:custGeom>
            <a:avLst/>
            <a:gdLst/>
            <a:ahLst/>
            <a:cxnLst/>
            <a:rect l="l" t="t" r="r" b="b"/>
            <a:pathLst>
              <a:path w="821055" h="395604">
                <a:moveTo>
                  <a:pt x="178295" y="0"/>
                </a:moveTo>
                <a:lnTo>
                  <a:pt x="0" y="0"/>
                </a:lnTo>
                <a:lnTo>
                  <a:pt x="0" y="395160"/>
                </a:lnTo>
                <a:lnTo>
                  <a:pt x="178295" y="395160"/>
                </a:lnTo>
                <a:lnTo>
                  <a:pt x="178295" y="0"/>
                </a:lnTo>
                <a:close/>
              </a:path>
              <a:path w="821055" h="395604">
                <a:moveTo>
                  <a:pt x="701052" y="0"/>
                </a:moveTo>
                <a:lnTo>
                  <a:pt x="433616" y="0"/>
                </a:lnTo>
                <a:lnTo>
                  <a:pt x="433616" y="395160"/>
                </a:lnTo>
                <a:lnTo>
                  <a:pt x="701052" y="395160"/>
                </a:lnTo>
                <a:lnTo>
                  <a:pt x="701052" y="0"/>
                </a:lnTo>
                <a:close/>
              </a:path>
              <a:path w="821055" h="395604">
                <a:moveTo>
                  <a:pt x="821004" y="0"/>
                </a:moveTo>
                <a:lnTo>
                  <a:pt x="770064" y="0"/>
                </a:lnTo>
                <a:lnTo>
                  <a:pt x="770064" y="395160"/>
                </a:lnTo>
                <a:lnTo>
                  <a:pt x="821004" y="395160"/>
                </a:lnTo>
                <a:lnTo>
                  <a:pt x="821004" y="0"/>
                </a:lnTo>
                <a:close/>
              </a:path>
            </a:pathLst>
          </a:custGeom>
          <a:solidFill>
            <a:srgbClr val="48AF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 txBox="1"/>
          <p:nvPr/>
        </p:nvSpPr>
        <p:spPr>
          <a:xfrm>
            <a:off x="1918340" y="6045305"/>
            <a:ext cx="216535" cy="294640"/>
          </a:xfrm>
          <a:prstGeom prst="rect">
            <a:avLst/>
          </a:prstGeom>
          <a:solidFill>
            <a:srgbClr val="48AFAC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15"/>
              </a:lnSpc>
            </a:pPr>
            <a:r>
              <a:rPr sz="2300" spc="-114" dirty="0">
                <a:solidFill>
                  <a:srgbClr val="C6F2F4"/>
                </a:solidFill>
                <a:latin typeface="Times New Roman"/>
                <a:cs typeface="Times New Roman"/>
              </a:rPr>
              <a:t>K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2104322" y="6024314"/>
            <a:ext cx="667385" cy="3778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247015" algn="l"/>
              </a:tabLst>
            </a:pPr>
            <a:r>
              <a:rPr sz="2300" spc="-50" dirty="0">
                <a:solidFill>
                  <a:srgbClr val="9AF0E9"/>
                </a:solidFill>
                <a:latin typeface="Times New Roman"/>
                <a:cs typeface="Times New Roman"/>
              </a:rPr>
              <a:t>.</a:t>
            </a:r>
            <a:r>
              <a:rPr sz="2300" dirty="0">
                <a:solidFill>
                  <a:srgbClr val="9AF0E9"/>
                </a:solidFill>
                <a:latin typeface="Times New Roman"/>
                <a:cs typeface="Times New Roman"/>
              </a:rPr>
              <a:t>	</a:t>
            </a:r>
            <a:r>
              <a:rPr sz="2300" spc="-30" dirty="0">
                <a:solidFill>
                  <a:srgbClr val="C6F2F4"/>
                </a:solidFill>
                <a:latin typeface="Times New Roman"/>
                <a:cs typeface="Times New Roman"/>
              </a:rPr>
              <a:t>W</a:t>
            </a:r>
            <a:r>
              <a:rPr sz="2300" spc="-30" dirty="0">
                <a:solidFill>
                  <a:srgbClr val="9AF0E9"/>
                </a:solidFill>
                <a:latin typeface="Times New Roman"/>
                <a:cs typeface="Times New Roman"/>
              </a:rPr>
              <a:t>.</a:t>
            </a:r>
            <a:r>
              <a:rPr sz="2300" spc="-30" dirty="0">
                <a:solidFill>
                  <a:srgbClr val="C6F2F4"/>
                </a:solidFill>
                <a:latin typeface="Times New Roman"/>
                <a:cs typeface="Times New Roman"/>
              </a:rPr>
              <a:t>,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2906955" y="6065206"/>
            <a:ext cx="203835" cy="344170"/>
          </a:xfrm>
          <a:custGeom>
            <a:avLst/>
            <a:gdLst/>
            <a:ahLst/>
            <a:cxnLst/>
            <a:rect l="l" t="t" r="r" b="b"/>
            <a:pathLst>
              <a:path w="203835" h="344170">
                <a:moveTo>
                  <a:pt x="203764" y="343621"/>
                </a:moveTo>
                <a:lnTo>
                  <a:pt x="0" y="343621"/>
                </a:lnTo>
                <a:lnTo>
                  <a:pt x="0" y="0"/>
                </a:lnTo>
                <a:lnTo>
                  <a:pt x="203764" y="0"/>
                </a:lnTo>
                <a:lnTo>
                  <a:pt x="203764" y="343621"/>
                </a:lnTo>
                <a:close/>
              </a:path>
            </a:pathLst>
          </a:custGeom>
          <a:solidFill>
            <a:srgbClr val="48AF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 txBox="1"/>
          <p:nvPr/>
        </p:nvSpPr>
        <p:spPr>
          <a:xfrm>
            <a:off x="2906955" y="6045305"/>
            <a:ext cx="203835" cy="294640"/>
          </a:xfrm>
          <a:prstGeom prst="rect">
            <a:avLst/>
          </a:prstGeom>
          <a:solidFill>
            <a:srgbClr val="48AFAC"/>
          </a:solidFill>
        </p:spPr>
        <p:txBody>
          <a:bodyPr vert="horz" wrap="square" lIns="0" tIns="31115" rIns="0" bIns="0" rtlCol="0">
            <a:spAutoFit/>
          </a:bodyPr>
          <a:lstStyle/>
          <a:p>
            <a:pPr>
              <a:lnSpc>
                <a:spcPts val="2070"/>
              </a:lnSpc>
              <a:spcBef>
                <a:spcPts val="245"/>
              </a:spcBef>
            </a:pPr>
            <a:r>
              <a:rPr sz="2000" spc="-60" dirty="0">
                <a:solidFill>
                  <a:srgbClr val="C6F2F4"/>
                </a:solidFill>
                <a:latin typeface="Times New Roman"/>
                <a:cs typeface="Times New Roman"/>
              </a:rPr>
              <a:t>&amp;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6" name="object 66"/>
          <p:cNvSpPr/>
          <p:nvPr/>
        </p:nvSpPr>
        <p:spPr>
          <a:xfrm>
            <a:off x="3293751" y="6025403"/>
            <a:ext cx="739140" cy="395605"/>
          </a:xfrm>
          <a:custGeom>
            <a:avLst/>
            <a:gdLst/>
            <a:ahLst/>
            <a:cxnLst/>
            <a:rect l="l" t="t" r="r" b="b"/>
            <a:pathLst>
              <a:path w="739139" h="395604">
                <a:moveTo>
                  <a:pt x="738646" y="395164"/>
                </a:moveTo>
                <a:lnTo>
                  <a:pt x="0" y="395164"/>
                </a:lnTo>
                <a:lnTo>
                  <a:pt x="0" y="0"/>
                </a:lnTo>
                <a:lnTo>
                  <a:pt x="738646" y="0"/>
                </a:lnTo>
                <a:lnTo>
                  <a:pt x="738646" y="395164"/>
                </a:lnTo>
                <a:close/>
              </a:path>
            </a:pathLst>
          </a:custGeom>
          <a:solidFill>
            <a:srgbClr val="48AF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 txBox="1"/>
          <p:nvPr/>
        </p:nvSpPr>
        <p:spPr>
          <a:xfrm>
            <a:off x="3293751" y="6045305"/>
            <a:ext cx="764540" cy="294640"/>
          </a:xfrm>
          <a:prstGeom prst="rect">
            <a:avLst/>
          </a:prstGeom>
          <a:solidFill>
            <a:srgbClr val="48AFAC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15"/>
              </a:lnSpc>
            </a:pPr>
            <a:r>
              <a:rPr sz="2300" spc="50" dirty="0">
                <a:solidFill>
                  <a:srgbClr val="C6F2F4"/>
                </a:solidFill>
                <a:latin typeface="Times New Roman"/>
                <a:cs typeface="Times New Roman"/>
              </a:rPr>
              <a:t>Kuan,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521817" y="6339357"/>
            <a:ext cx="3627754" cy="357505"/>
          </a:xfrm>
          <a:custGeom>
            <a:avLst/>
            <a:gdLst/>
            <a:ahLst/>
            <a:cxnLst/>
            <a:rect l="l" t="t" r="r" b="b"/>
            <a:pathLst>
              <a:path w="3627754" h="357504">
                <a:moveTo>
                  <a:pt x="1859356" y="0"/>
                </a:moveTo>
                <a:lnTo>
                  <a:pt x="0" y="0"/>
                </a:lnTo>
                <a:lnTo>
                  <a:pt x="0" y="356933"/>
                </a:lnTo>
                <a:lnTo>
                  <a:pt x="1859356" y="356933"/>
                </a:lnTo>
                <a:lnTo>
                  <a:pt x="1859356" y="0"/>
                </a:lnTo>
                <a:close/>
              </a:path>
              <a:path w="3627754" h="357504">
                <a:moveTo>
                  <a:pt x="3627158" y="0"/>
                </a:moveTo>
                <a:lnTo>
                  <a:pt x="1958428" y="0"/>
                </a:lnTo>
                <a:lnTo>
                  <a:pt x="1958428" y="356933"/>
                </a:lnTo>
                <a:lnTo>
                  <a:pt x="3627158" y="356933"/>
                </a:lnTo>
                <a:lnTo>
                  <a:pt x="3627158" y="0"/>
                </a:lnTo>
                <a:close/>
              </a:path>
            </a:pathLst>
          </a:custGeom>
          <a:solidFill>
            <a:srgbClr val="48AF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 txBox="1"/>
          <p:nvPr/>
        </p:nvSpPr>
        <p:spPr>
          <a:xfrm>
            <a:off x="509128" y="6337002"/>
            <a:ext cx="3703320" cy="3397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050" spc="210" dirty="0">
                <a:solidFill>
                  <a:srgbClr val="C6F2F4"/>
                </a:solidFill>
                <a:latin typeface="Arial"/>
                <a:cs typeface="Arial"/>
              </a:rPr>
              <a:t>Construction,</a:t>
            </a:r>
            <a:r>
              <a:rPr sz="2050" spc="-30" dirty="0">
                <a:solidFill>
                  <a:srgbClr val="C6F2F4"/>
                </a:solidFill>
                <a:latin typeface="Arial"/>
                <a:cs typeface="Arial"/>
              </a:rPr>
              <a:t> </a:t>
            </a:r>
            <a:r>
              <a:rPr sz="2050" spc="215" dirty="0">
                <a:solidFill>
                  <a:srgbClr val="C6F2F4"/>
                </a:solidFill>
                <a:latin typeface="Arial"/>
                <a:cs typeface="Arial"/>
              </a:rPr>
              <a:t>44,</a:t>
            </a:r>
            <a:r>
              <a:rPr sz="2050" spc="-265" dirty="0">
                <a:solidFill>
                  <a:srgbClr val="C6F2F4"/>
                </a:solidFill>
                <a:latin typeface="Arial"/>
                <a:cs typeface="Arial"/>
              </a:rPr>
              <a:t> </a:t>
            </a:r>
            <a:r>
              <a:rPr sz="2050" spc="114" dirty="0">
                <a:solidFill>
                  <a:srgbClr val="C6F2F4"/>
                </a:solidFill>
                <a:latin typeface="Arial"/>
                <a:cs typeface="Arial"/>
              </a:rPr>
              <a:t>163-</a:t>
            </a:r>
            <a:r>
              <a:rPr sz="2050" spc="95" dirty="0">
                <a:solidFill>
                  <a:srgbClr val="C6F2F4"/>
                </a:solidFill>
                <a:latin typeface="Arial"/>
                <a:cs typeface="Arial"/>
              </a:rPr>
              <a:t>17.5.</a:t>
            </a:r>
            <a:endParaRPr sz="2050">
              <a:latin typeface="Arial"/>
              <a:cs typeface="Arial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6581047" y="6056221"/>
            <a:ext cx="142875" cy="3854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350" spc="100" dirty="0">
                <a:solidFill>
                  <a:srgbClr val="69BAA0"/>
                </a:solidFill>
                <a:latin typeface="Arial"/>
                <a:cs typeface="Arial"/>
              </a:rPr>
              <a:t>•</a:t>
            </a:r>
            <a:endParaRPr sz="2350">
              <a:latin typeface="Arial"/>
              <a:cs typeface="Arial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7263474" y="6113654"/>
            <a:ext cx="85725" cy="209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50" dirty="0">
                <a:solidFill>
                  <a:srgbClr val="89BDA1"/>
                </a:solidFill>
                <a:latin typeface="Times New Roman"/>
                <a:cs typeface="Times New Roman"/>
              </a:rPr>
              <a:t>•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7956208" y="6049840"/>
            <a:ext cx="140335" cy="3778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300" spc="95" dirty="0">
                <a:solidFill>
                  <a:srgbClr val="69BAA0"/>
                </a:solidFill>
                <a:latin typeface="Times New Roman"/>
                <a:cs typeface="Times New Roman"/>
              </a:rPr>
              <a:t>•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11890158" y="5986027"/>
            <a:ext cx="367665" cy="4083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229235" algn="l"/>
              </a:tabLst>
            </a:pPr>
            <a:r>
              <a:rPr sz="950" spc="-50" dirty="0">
                <a:solidFill>
                  <a:srgbClr val="A0CD9C"/>
                </a:solidFill>
                <a:latin typeface="Arial"/>
                <a:cs typeface="Arial"/>
              </a:rPr>
              <a:t>•</a:t>
            </a:r>
            <a:r>
              <a:rPr sz="950" dirty="0">
                <a:solidFill>
                  <a:srgbClr val="A0CD9C"/>
                </a:solidFill>
                <a:latin typeface="Arial"/>
                <a:cs typeface="Arial"/>
              </a:rPr>
              <a:t>	</a:t>
            </a:r>
            <a:r>
              <a:rPr sz="2500" spc="55" dirty="0">
                <a:solidFill>
                  <a:srgbClr val="89BDA1"/>
                </a:solidFill>
                <a:latin typeface="Arial"/>
                <a:cs typeface="Arial"/>
              </a:rPr>
              <a:t>•</a:t>
            </a:r>
            <a:endParaRPr sz="2500">
              <a:latin typeface="Arial"/>
              <a:cs typeface="Arial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-70014" y="9546825"/>
            <a:ext cx="10216515" cy="4241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  <a:tabLst>
                <a:tab pos="8909050" algn="l"/>
                <a:tab pos="9669145" algn="l"/>
              </a:tabLst>
            </a:pPr>
            <a:r>
              <a:rPr sz="1400" spc="-245" dirty="0">
                <a:solidFill>
                  <a:srgbClr val="345448"/>
                </a:solidFill>
                <a:latin typeface="Courier New"/>
                <a:cs typeface="Courier New"/>
              </a:rPr>
              <a:t>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</a:t>
            </a:r>
            <a:r>
              <a:rPr sz="1400" spc="-245" dirty="0">
                <a:solidFill>
                  <a:srgbClr val="B1B6B5"/>
                </a:solidFill>
                <a:latin typeface="Courier New"/>
                <a:cs typeface="Courier New"/>
              </a:rPr>
              <a:t>•</a:t>
            </a:r>
            <a:r>
              <a:rPr sz="1400" spc="-114" dirty="0">
                <a:solidFill>
                  <a:srgbClr val="B1B6B5"/>
                </a:solidFill>
                <a:latin typeface="Courier New"/>
                <a:cs typeface="Courier New"/>
              </a:rPr>
              <a:t>  </a:t>
            </a:r>
            <a:r>
              <a:rPr sz="3750" spc="907" baseline="-6666" dirty="0">
                <a:solidFill>
                  <a:srgbClr val="345448"/>
                </a:solidFill>
                <a:latin typeface="Arial"/>
                <a:cs typeface="Arial"/>
              </a:rPr>
              <a:t>Game</a:t>
            </a:r>
            <a:r>
              <a:rPr sz="3750" baseline="-6666" dirty="0">
                <a:solidFill>
                  <a:srgbClr val="345448"/>
                </a:solidFill>
                <a:latin typeface="Arial"/>
                <a:cs typeface="Arial"/>
              </a:rPr>
              <a:t>	</a:t>
            </a:r>
            <a:r>
              <a:rPr sz="3900" spc="839" baseline="-6410" dirty="0">
                <a:solidFill>
                  <a:srgbClr val="345448"/>
                </a:solidFill>
                <a:latin typeface="Times New Roman"/>
                <a:cs typeface="Times New Roman"/>
              </a:rPr>
              <a:t>On</a:t>
            </a:r>
            <a:r>
              <a:rPr sz="3900" baseline="-6410" dirty="0">
                <a:solidFill>
                  <a:srgbClr val="345448"/>
                </a:solidFill>
                <a:latin typeface="Times New Roman"/>
                <a:cs typeface="Times New Roman"/>
              </a:rPr>
              <a:t>	</a:t>
            </a:r>
            <a:r>
              <a:rPr sz="3750" spc="487" baseline="-6666" dirty="0">
                <a:solidFill>
                  <a:srgbClr val="345448"/>
                </a:solidFill>
                <a:latin typeface="Arial"/>
                <a:cs typeface="Arial"/>
              </a:rPr>
              <a:t>for</a:t>
            </a:r>
            <a:endParaRPr sz="3750" baseline="-6666">
              <a:latin typeface="Arial"/>
              <a:cs typeface="Arial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10393296" y="9597876"/>
            <a:ext cx="7101840" cy="4083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407034" algn="l"/>
                <a:tab pos="2572385" algn="l"/>
                <a:tab pos="4724400" algn="l"/>
              </a:tabLst>
            </a:pPr>
            <a:r>
              <a:rPr sz="3750" spc="690" baseline="-2222" dirty="0">
                <a:solidFill>
                  <a:srgbClr val="345448"/>
                </a:solidFill>
                <a:latin typeface="Arial"/>
                <a:cs typeface="Arial"/>
              </a:rPr>
              <a:t>a</a:t>
            </a:r>
            <a:r>
              <a:rPr sz="3750" baseline="-2222" dirty="0">
                <a:solidFill>
                  <a:srgbClr val="345448"/>
                </a:solidFill>
                <a:latin typeface="Arial"/>
                <a:cs typeface="Arial"/>
              </a:rPr>
              <a:t>	</a:t>
            </a:r>
            <a:r>
              <a:rPr sz="2500" spc="665" dirty="0">
                <a:solidFill>
                  <a:srgbClr val="345448"/>
                </a:solidFill>
                <a:latin typeface="Arial"/>
                <a:cs typeface="Arial"/>
              </a:rPr>
              <a:t>Net-</a:t>
            </a:r>
            <a:r>
              <a:rPr sz="2500" spc="705" dirty="0">
                <a:solidFill>
                  <a:srgbClr val="345448"/>
                </a:solidFill>
                <a:latin typeface="Arial"/>
                <a:cs typeface="Arial"/>
              </a:rPr>
              <a:t>Zero</a:t>
            </a:r>
            <a:r>
              <a:rPr sz="2500" dirty="0">
                <a:solidFill>
                  <a:srgbClr val="345448"/>
                </a:solidFill>
                <a:latin typeface="Arial"/>
                <a:cs typeface="Arial"/>
              </a:rPr>
              <a:t>	</a:t>
            </a:r>
            <a:r>
              <a:rPr sz="2500" spc="700" dirty="0">
                <a:solidFill>
                  <a:srgbClr val="345448"/>
                </a:solidFill>
                <a:latin typeface="Arial"/>
                <a:cs typeface="Arial"/>
              </a:rPr>
              <a:t>Northern</a:t>
            </a:r>
            <a:r>
              <a:rPr sz="2500" dirty="0">
                <a:solidFill>
                  <a:srgbClr val="345448"/>
                </a:solidFill>
                <a:latin typeface="Arial"/>
                <a:cs typeface="Arial"/>
              </a:rPr>
              <a:t>	</a:t>
            </a:r>
            <a:r>
              <a:rPr sz="2500" spc="690" dirty="0">
                <a:solidFill>
                  <a:srgbClr val="345448"/>
                </a:solidFill>
                <a:latin typeface="Arial"/>
                <a:cs typeface="Arial"/>
              </a:rPr>
              <a:t>Metropolis</a:t>
            </a:r>
            <a:endParaRPr sz="2500">
              <a:latin typeface="Arial"/>
              <a:cs typeface="Arial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17668202" y="9725503"/>
            <a:ext cx="624840" cy="209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150" dirty="0">
                <a:solidFill>
                  <a:srgbClr val="345448"/>
                </a:solidFill>
                <a:latin typeface="Times New Roman"/>
                <a:cs typeface="Times New Roman"/>
              </a:rPr>
              <a:t>••••••••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Words>2003</Words>
  <Application>Microsoft Office PowerPoint</Application>
  <PresentationFormat>自訂</PresentationFormat>
  <Paragraphs>611</Paragraphs>
  <Slides>12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7" baseType="lpstr">
      <vt:lpstr>Arial</vt:lpstr>
      <vt:lpstr>Calibri</vt:lpstr>
      <vt:lpstr>Courier New</vt:lpstr>
      <vt:lpstr>Times New Roman</vt:lpstr>
      <vt:lpstr>Office Theme</vt:lpstr>
      <vt:lpstr>PowerPoint 簡報</vt:lpstr>
      <vt:lpstr>PowerPoint 簡報</vt:lpstr>
      <vt:lpstr>PowerPoint 簡報</vt:lpstr>
      <vt:lpstr>•</vt:lpstr>
      <vt:lpstr>PowerPoint 簡報</vt:lpstr>
      <vt:lpstr>PowerPoint 簡報</vt:lpstr>
      <vt:lpstr>Carbon Footprint: Model Buildings Energy Consumption 1je 16</vt:lpstr>
      <vt:lpstr>PowerPoint 簡報</vt:lpstr>
      <vt:lpstr>PowerPoint 簡報</vt:lpstr>
      <vt:lpstr>PowerPoint 簡報</vt:lpstr>
      <vt:lpstr>PowerPoint 簡報</vt:lpstr>
      <vt:lpstr>CRRB□NRUTS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cabonopoly</dc:title>
  <dc:creator>Phenol Deng</dc:creator>
  <cp:keywords>DAGvTESzJwM,BAF0yJbb0KI,0</cp:keywords>
  <cp:lastModifiedBy>Guest</cp:lastModifiedBy>
  <cp:revision>1</cp:revision>
  <dcterms:created xsi:type="dcterms:W3CDTF">2025-09-18T16:21:42Z</dcterms:created>
  <dcterms:modified xsi:type="dcterms:W3CDTF">2025-09-18T09:29:18Z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2025-08-15T00:00:00Z</vt:filetime>
  </property>
  <property fmtid="{D5CDD505-2E9C-101B-9397-08002B2CF9AE}" pid="3" name="Creator">
    <vt:lpwstr>Canva</vt:lpwstr>
  </property>
  <property fmtid="{D5CDD505-2E9C-101B-9397-08002B2CF9AE}" pid="4" name="LastSaved">
    <vt:filetime>2025-09-18T00:00:00Z</vt:filetime>
  </property>
  <property fmtid="{D5CDD505-2E9C-101B-9397-08002B2CF9AE}" pid="5" name="Producer">
    <vt:lpwstr>iLovePDF</vt:lpwstr>
  </property>
</Properties>
</file>